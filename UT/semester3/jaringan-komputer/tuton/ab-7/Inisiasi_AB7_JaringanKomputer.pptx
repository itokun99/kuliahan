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9" r:id="rId3"/>
    <p:sldId id="271" r:id="rId4"/>
    <p:sldId id="272" r:id="rId5"/>
    <p:sldId id="273" r:id="rId6"/>
    <p:sldId id="274" r:id="rId7"/>
    <p:sldId id="275" r:id="rId8"/>
    <p:sldId id="277" r:id="rId9"/>
    <p:sldId id="276" r:id="rId10"/>
    <p:sldId id="278" r:id="rId11"/>
    <p:sldId id="279" r:id="rId12"/>
    <p:sldId id="280" r:id="rId13"/>
    <p:sldId id="281" r:id="rId14"/>
    <p:sldId id="282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55AEA-E6C2-41B5-A02E-A2B8BC89C38C}" v="26" dt="2023-06-21T08:05:02.6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30" autoAdjust="0"/>
  </p:normalViewPr>
  <p:slideViewPr>
    <p:cSldViewPr snapToGrid="0">
      <p:cViewPr varScale="1">
        <p:scale>
          <a:sx n="112" d="100"/>
          <a:sy n="112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 Nurdiana, S.Kom., M.Kom." userId="fca74076-a507-46b3-81ba-40d1f8510c15" providerId="ADAL" clId="{2AE219CA-8184-4E58-B218-9A8E5978000F}"/>
    <pc:docChg chg="undo custSel addSld modSld">
      <pc:chgData name="Dian Nurdiana, S.Kom., M.Kom." userId="fca74076-a507-46b3-81ba-40d1f8510c15" providerId="ADAL" clId="{2AE219CA-8184-4E58-B218-9A8E5978000F}" dt="2020-12-30T04:33:09.783" v="156" actId="27309"/>
      <pc:docMkLst>
        <pc:docMk/>
      </pc:docMkLst>
      <pc:sldChg chg="modSp">
        <pc:chgData name="Dian Nurdiana, S.Kom., M.Kom." userId="fca74076-a507-46b3-81ba-40d1f8510c15" providerId="ADAL" clId="{2AE219CA-8184-4E58-B218-9A8E5978000F}" dt="2020-12-30T04:25:18.068" v="51"/>
        <pc:sldMkLst>
          <pc:docMk/>
          <pc:sldMk cId="2097649925" sldId="257"/>
        </pc:sldMkLst>
        <pc:spChg chg="mod">
          <ac:chgData name="Dian Nurdiana, S.Kom., M.Kom." userId="fca74076-a507-46b3-81ba-40d1f8510c15" providerId="ADAL" clId="{2AE219CA-8184-4E58-B218-9A8E5978000F}" dt="2020-12-30T04:25:03.725" v="50" actId="20577"/>
          <ac:spMkLst>
            <pc:docMk/>
            <pc:sldMk cId="2097649925" sldId="257"/>
            <ac:spMk id="5" creationId="{8B2E021C-F2B5-470F-BA90-8F3C01E9B787}"/>
          </ac:spMkLst>
        </pc:spChg>
        <pc:spChg chg="mod">
          <ac:chgData name="Dian Nurdiana, S.Kom., M.Kom." userId="fca74076-a507-46b3-81ba-40d1f8510c15" providerId="ADAL" clId="{2AE219CA-8184-4E58-B218-9A8E5978000F}" dt="2020-12-30T04:25:18.068" v="51"/>
          <ac:spMkLst>
            <pc:docMk/>
            <pc:sldMk cId="2097649925" sldId="257"/>
            <ac:spMk id="11" creationId="{2F5769DE-2A5D-4AD6-AA5B-A4CCB6BA4112}"/>
          </ac:spMkLst>
        </pc:spChg>
      </pc:sldChg>
      <pc:sldChg chg="delSp modSp mod">
        <pc:chgData name="Dian Nurdiana, S.Kom., M.Kom." userId="fca74076-a507-46b3-81ba-40d1f8510c15" providerId="ADAL" clId="{2AE219CA-8184-4E58-B218-9A8E5978000F}" dt="2020-12-30T04:26:19.624" v="61"/>
        <pc:sldMkLst>
          <pc:docMk/>
          <pc:sldMk cId="1169449778" sldId="259"/>
        </pc:sldMkLst>
        <pc:spChg chg="mod">
          <ac:chgData name="Dian Nurdiana, S.Kom., M.Kom." userId="fca74076-a507-46b3-81ba-40d1f8510c15" providerId="ADAL" clId="{2AE219CA-8184-4E58-B218-9A8E5978000F}" dt="2020-12-30T04:25:35.507" v="52"/>
          <ac:spMkLst>
            <pc:docMk/>
            <pc:sldMk cId="1169449778" sldId="25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6:19.624" v="61"/>
          <ac:spMkLst>
            <pc:docMk/>
            <pc:sldMk cId="1169449778" sldId="259"/>
            <ac:spMk id="3" creationId="{163DD9E5-1DDC-42B3-A957-9582A1861C3E}"/>
          </ac:spMkLst>
        </pc:spChg>
        <pc:spChg chg="del">
          <ac:chgData name="Dian Nurdiana, S.Kom., M.Kom." userId="fca74076-a507-46b3-81ba-40d1f8510c15" providerId="ADAL" clId="{2AE219CA-8184-4E58-B218-9A8E5978000F}" dt="2020-12-30T04:26:07.597" v="54" actId="478"/>
          <ac:spMkLst>
            <pc:docMk/>
            <pc:sldMk cId="1169449778" sldId="259"/>
            <ac:spMk id="4" creationId="{79E56D6E-FA39-4C4C-995E-4822EA653BA9}"/>
          </ac:spMkLst>
        </pc:spChg>
        <pc:picChg chg="del">
          <ac:chgData name="Dian Nurdiana, S.Kom., M.Kom." userId="fca74076-a507-46b3-81ba-40d1f8510c15" providerId="ADAL" clId="{2AE219CA-8184-4E58-B218-9A8E5978000F}" dt="2020-12-30T04:26:04.937" v="53" actId="478"/>
          <ac:picMkLst>
            <pc:docMk/>
            <pc:sldMk cId="1169449778" sldId="259"/>
            <ac:picMk id="5122" creationId="{5E80CDC8-983A-49A4-9AF3-A8C8027ADF09}"/>
          </ac:picMkLst>
        </pc:picChg>
      </pc:sldChg>
      <pc:sldChg chg="addSp modSp mod">
        <pc:chgData name="Dian Nurdiana, S.Kom., M.Kom." userId="fca74076-a507-46b3-81ba-40d1f8510c15" providerId="ADAL" clId="{2AE219CA-8184-4E58-B218-9A8E5978000F}" dt="2020-12-30T04:33:09.783" v="156" actId="27309"/>
        <pc:sldMkLst>
          <pc:docMk/>
          <pc:sldMk cId="1884983817" sldId="270"/>
        </pc:sldMkLst>
        <pc:graphicFrameChg chg="add modGraphic">
          <ac:chgData name="Dian Nurdiana, S.Kom., M.Kom." userId="fca74076-a507-46b3-81ba-40d1f8510c15" providerId="ADAL" clId="{2AE219CA-8184-4E58-B218-9A8E5978000F}" dt="2020-12-30T04:33:09.783" v="156" actId="27309"/>
          <ac:graphicFrameMkLst>
            <pc:docMk/>
            <pc:sldMk cId="1884983817" sldId="270"/>
            <ac:graphicFrameMk id="5" creationId="{C32D82AF-76C9-4626-8D5F-3D997DDAB148}"/>
          </ac:graphicFrameMkLst>
        </pc:graphicFrameChg>
      </pc:sldChg>
      <pc:sldChg chg="addSp modSp mod">
        <pc:chgData name="Dian Nurdiana, S.Kom., M.Kom." userId="fca74076-a507-46b3-81ba-40d1f8510c15" providerId="ADAL" clId="{2AE219CA-8184-4E58-B218-9A8E5978000F}" dt="2020-12-30T04:29:11.502" v="82" actId="1076"/>
        <pc:sldMkLst>
          <pc:docMk/>
          <pc:sldMk cId="2907557485" sldId="271"/>
        </pc:sldMkLst>
        <pc:spChg chg="mod">
          <ac:chgData name="Dian Nurdiana, S.Kom., M.Kom." userId="fca74076-a507-46b3-81ba-40d1f8510c15" providerId="ADAL" clId="{2AE219CA-8184-4E58-B218-9A8E5978000F}" dt="2020-12-30T04:28:22.933" v="70"/>
          <ac:spMkLst>
            <pc:docMk/>
            <pc:sldMk cId="2907557485" sldId="27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9:02.406" v="79"/>
          <ac:spMkLst>
            <pc:docMk/>
            <pc:sldMk cId="2907557485" sldId="271"/>
            <ac:spMk id="3" creationId="{163DD9E5-1DDC-42B3-A957-9582A1861C3E}"/>
          </ac:spMkLst>
        </pc:spChg>
        <pc:picChg chg="add mod">
          <ac:chgData name="Dian Nurdiana, S.Kom., M.Kom." userId="fca74076-a507-46b3-81ba-40d1f8510c15" providerId="ADAL" clId="{2AE219CA-8184-4E58-B218-9A8E5978000F}" dt="2020-12-30T04:29:11.502" v="82" actId="1076"/>
          <ac:picMkLst>
            <pc:docMk/>
            <pc:sldMk cId="2907557485" sldId="271"/>
            <ac:picMk id="4" creationId="{F4E2A1F8-D832-475F-ACB8-7A4CCE1EBD6C}"/>
          </ac:picMkLst>
        </pc:picChg>
      </pc:sldChg>
      <pc:sldChg chg="modSp mod">
        <pc:chgData name="Dian Nurdiana, S.Kom., M.Kom." userId="fca74076-a507-46b3-81ba-40d1f8510c15" providerId="ADAL" clId="{2AE219CA-8184-4E58-B218-9A8E5978000F}" dt="2020-12-30T04:30:15.385" v="101" actId="5793"/>
        <pc:sldMkLst>
          <pc:docMk/>
          <pc:sldMk cId="707124780" sldId="273"/>
        </pc:sldMkLst>
        <pc:spChg chg="mod">
          <ac:chgData name="Dian Nurdiana, S.Kom., M.Kom." userId="fca74076-a507-46b3-81ba-40d1f8510c15" providerId="ADAL" clId="{2AE219CA-8184-4E58-B218-9A8E5978000F}" dt="2020-12-30T04:29:27.638" v="83"/>
          <ac:spMkLst>
            <pc:docMk/>
            <pc:sldMk cId="707124780" sldId="273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0:15.385" v="101" actId="5793"/>
          <ac:spMkLst>
            <pc:docMk/>
            <pc:sldMk cId="707124780" sldId="273"/>
            <ac:spMk id="3" creationId="{163DD9E5-1DDC-42B3-A957-9582A1861C3E}"/>
          </ac:spMkLst>
        </pc:spChg>
      </pc:sldChg>
      <pc:sldChg chg="modSp mod">
        <pc:chgData name="Dian Nurdiana, S.Kom., M.Kom." userId="fca74076-a507-46b3-81ba-40d1f8510c15" providerId="ADAL" clId="{2AE219CA-8184-4E58-B218-9A8E5978000F}" dt="2020-12-30T04:30:39.877" v="106" actId="27636"/>
        <pc:sldMkLst>
          <pc:docMk/>
          <pc:sldMk cId="1835521271" sldId="274"/>
        </pc:sldMkLst>
        <pc:spChg chg="mod">
          <ac:chgData name="Dian Nurdiana, S.Kom., M.Kom." userId="fca74076-a507-46b3-81ba-40d1f8510c15" providerId="ADAL" clId="{2AE219CA-8184-4E58-B218-9A8E5978000F}" dt="2020-12-30T04:30:27.655" v="102"/>
          <ac:spMkLst>
            <pc:docMk/>
            <pc:sldMk cId="1835521271" sldId="274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0:39.877" v="106" actId="27636"/>
          <ac:spMkLst>
            <pc:docMk/>
            <pc:sldMk cId="1835521271" sldId="274"/>
            <ac:spMk id="3" creationId="{163DD9E5-1DDC-42B3-A957-9582A1861C3E}"/>
          </ac:spMkLst>
        </pc:spChg>
      </pc:sldChg>
      <pc:sldChg chg="addSp modSp mod">
        <pc:chgData name="Dian Nurdiana, S.Kom., M.Kom." userId="fca74076-a507-46b3-81ba-40d1f8510c15" providerId="ADAL" clId="{2AE219CA-8184-4E58-B218-9A8E5978000F}" dt="2020-12-30T04:27:17.250" v="65" actId="1076"/>
        <pc:sldMkLst>
          <pc:docMk/>
          <pc:sldMk cId="2720750934" sldId="277"/>
        </pc:sldMkLst>
        <pc:spChg chg="mod">
          <ac:chgData name="Dian Nurdiana, S.Kom., M.Kom." userId="fca74076-a507-46b3-81ba-40d1f8510c15" providerId="ADAL" clId="{2AE219CA-8184-4E58-B218-9A8E5978000F}" dt="2020-12-30T04:26:53.430" v="62"/>
          <ac:spMkLst>
            <pc:docMk/>
            <pc:sldMk cId="2720750934" sldId="277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7:04.083" v="63"/>
          <ac:spMkLst>
            <pc:docMk/>
            <pc:sldMk cId="2720750934" sldId="277"/>
            <ac:spMk id="3" creationId="{163DD9E5-1DDC-42B3-A957-9582A1861C3E}"/>
          </ac:spMkLst>
        </pc:spChg>
        <pc:picChg chg="add mod">
          <ac:chgData name="Dian Nurdiana, S.Kom., M.Kom." userId="fca74076-a507-46b3-81ba-40d1f8510c15" providerId="ADAL" clId="{2AE219CA-8184-4E58-B218-9A8E5978000F}" dt="2020-12-30T04:27:17.250" v="65" actId="1076"/>
          <ac:picMkLst>
            <pc:docMk/>
            <pc:sldMk cId="2720750934" sldId="277"/>
            <ac:picMk id="4" creationId="{7EBCEB92-2C6D-467C-9B15-33E7B4B4F93B}"/>
          </ac:picMkLst>
        </pc:picChg>
      </pc:sldChg>
      <pc:sldChg chg="delSp modSp add mod">
        <pc:chgData name="Dian Nurdiana, S.Kom., M.Kom." userId="fca74076-a507-46b3-81ba-40d1f8510c15" providerId="ADAL" clId="{2AE219CA-8184-4E58-B218-9A8E5978000F}" dt="2020-12-30T04:28:07.899" v="69" actId="20577"/>
        <pc:sldMkLst>
          <pc:docMk/>
          <pc:sldMk cId="3224428108" sldId="278"/>
        </pc:sldMkLst>
        <pc:spChg chg="mod">
          <ac:chgData name="Dian Nurdiana, S.Kom., M.Kom." userId="fca74076-a507-46b3-81ba-40d1f8510c15" providerId="ADAL" clId="{2AE219CA-8184-4E58-B218-9A8E5978000F}" dt="2020-12-30T04:28:07.899" v="69" actId="20577"/>
          <ac:spMkLst>
            <pc:docMk/>
            <pc:sldMk cId="3224428108" sldId="278"/>
            <ac:spMk id="3" creationId="{163DD9E5-1DDC-42B3-A957-9582A1861C3E}"/>
          </ac:spMkLst>
        </pc:spChg>
        <pc:picChg chg="del">
          <ac:chgData name="Dian Nurdiana, S.Kom., M.Kom." userId="fca74076-a507-46b3-81ba-40d1f8510c15" providerId="ADAL" clId="{2AE219CA-8184-4E58-B218-9A8E5978000F}" dt="2020-12-30T04:28:04.327" v="67" actId="478"/>
          <ac:picMkLst>
            <pc:docMk/>
            <pc:sldMk cId="3224428108" sldId="278"/>
            <ac:picMk id="4" creationId="{7EBCEB92-2C6D-467C-9B15-33E7B4B4F93B}"/>
          </ac:picMkLst>
        </pc:picChg>
      </pc:sldChg>
      <pc:sldChg chg="modSp add mod">
        <pc:chgData name="Dian Nurdiana, S.Kom., M.Kom." userId="fca74076-a507-46b3-81ba-40d1f8510c15" providerId="ADAL" clId="{2AE219CA-8184-4E58-B218-9A8E5978000F}" dt="2020-12-30T04:31:58.241" v="137" actId="113"/>
        <pc:sldMkLst>
          <pc:docMk/>
          <pc:sldMk cId="2679286301" sldId="279"/>
        </pc:sldMkLst>
        <pc:spChg chg="mod">
          <ac:chgData name="Dian Nurdiana, S.Kom., M.Kom." userId="fca74076-a507-46b3-81ba-40d1f8510c15" providerId="ADAL" clId="{2AE219CA-8184-4E58-B218-9A8E5978000F}" dt="2020-12-30T04:30:55.544" v="108"/>
          <ac:spMkLst>
            <pc:docMk/>
            <pc:sldMk cId="2679286301" sldId="27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1:58.241" v="137" actId="113"/>
          <ac:spMkLst>
            <pc:docMk/>
            <pc:sldMk cId="2679286301" sldId="279"/>
            <ac:spMk id="3" creationId="{163DD9E5-1DDC-42B3-A957-9582A1861C3E}"/>
          </ac:spMkLst>
        </pc:spChg>
      </pc:sldChg>
      <pc:sldChg chg="modSp add mod">
        <pc:chgData name="Dian Nurdiana, S.Kom., M.Kom." userId="fca74076-a507-46b3-81ba-40d1f8510c15" providerId="ADAL" clId="{2AE219CA-8184-4E58-B218-9A8E5978000F}" dt="2020-12-30T04:32:42.591" v="150" actId="20577"/>
        <pc:sldMkLst>
          <pc:docMk/>
          <pc:sldMk cId="3234302241" sldId="280"/>
        </pc:sldMkLst>
        <pc:spChg chg="mod">
          <ac:chgData name="Dian Nurdiana, S.Kom., M.Kom." userId="fca74076-a507-46b3-81ba-40d1f8510c15" providerId="ADAL" clId="{2AE219CA-8184-4E58-B218-9A8E5978000F}" dt="2020-12-30T04:32:42.591" v="150" actId="20577"/>
          <ac:spMkLst>
            <pc:docMk/>
            <pc:sldMk cId="3234302241" sldId="280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2:25.180" v="142" actId="6549"/>
          <ac:spMkLst>
            <pc:docMk/>
            <pc:sldMk cId="3234302241" sldId="280"/>
            <ac:spMk id="3" creationId="{163DD9E5-1DDC-42B3-A957-9582A1861C3E}"/>
          </ac:spMkLst>
        </pc:spChg>
      </pc:sldChg>
      <pc:sldChg chg="modSp add mod">
        <pc:chgData name="Dian Nurdiana, S.Kom., M.Kom." userId="fca74076-a507-46b3-81ba-40d1f8510c15" providerId="ADAL" clId="{2AE219CA-8184-4E58-B218-9A8E5978000F}" dt="2020-12-30T04:33:07.074" v="155"/>
        <pc:sldMkLst>
          <pc:docMk/>
          <pc:sldMk cId="1441663428" sldId="281"/>
        </pc:sldMkLst>
        <pc:spChg chg="mod">
          <ac:chgData name="Dian Nurdiana, S.Kom., M.Kom." userId="fca74076-a507-46b3-81ba-40d1f8510c15" providerId="ADAL" clId="{2AE219CA-8184-4E58-B218-9A8E5978000F}" dt="2020-12-30T04:32:34.818" v="144"/>
          <ac:spMkLst>
            <pc:docMk/>
            <pc:sldMk cId="1441663428" sldId="28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3:07.074" v="155"/>
          <ac:spMkLst>
            <pc:docMk/>
            <pc:sldMk cId="1441663428" sldId="281"/>
            <ac:spMk id="3" creationId="{163DD9E5-1DDC-42B3-A957-9582A1861C3E}"/>
          </ac:spMkLst>
        </pc:spChg>
      </pc:sldChg>
    </pc:docChg>
  </pc:docChgLst>
  <pc:docChgLst>
    <pc:chgData name="Dian Nurdiana, S.Kom., M.Kom." userId="fca74076-a507-46b3-81ba-40d1f8510c15" providerId="ADAL" clId="{0E755AEA-E6C2-41B5-A02E-A2B8BC89C38C}"/>
    <pc:docChg chg="modSld">
      <pc:chgData name="Dian Nurdiana, S.Kom., M.Kom." userId="fca74076-a507-46b3-81ba-40d1f8510c15" providerId="ADAL" clId="{0E755AEA-E6C2-41B5-A02E-A2B8BC89C38C}" dt="2023-06-21T08:05:02.698" v="25" actId="6549"/>
      <pc:docMkLst>
        <pc:docMk/>
      </pc:docMkLst>
      <pc:sldChg chg="modSp">
        <pc:chgData name="Dian Nurdiana, S.Kom., M.Kom." userId="fca74076-a507-46b3-81ba-40d1f8510c15" providerId="ADAL" clId="{0E755AEA-E6C2-41B5-A02E-A2B8BC89C38C}" dt="2023-06-21T08:05:02.698" v="25" actId="6549"/>
        <pc:sldMkLst>
          <pc:docMk/>
          <pc:sldMk cId="2097649925" sldId="257"/>
        </pc:sldMkLst>
        <pc:spChg chg="mod">
          <ac:chgData name="Dian Nurdiana, S.Kom., M.Kom." userId="fca74076-a507-46b3-81ba-40d1f8510c15" providerId="ADAL" clId="{0E755AEA-E6C2-41B5-A02E-A2B8BC89C38C}" dt="2023-06-21T08:05:02.698" v="25" actId="6549"/>
          <ac:spMkLst>
            <pc:docMk/>
            <pc:sldMk cId="2097649925" sldId="257"/>
            <ac:spMk id="5" creationId="{8B2E021C-F2B5-470F-BA90-8F3C01E9B787}"/>
          </ac:spMkLst>
        </pc:spChg>
        <pc:spChg chg="mod">
          <ac:chgData name="Dian Nurdiana, S.Kom., M.Kom." userId="fca74076-a507-46b3-81ba-40d1f8510c15" providerId="ADAL" clId="{0E755AEA-E6C2-41B5-A02E-A2B8BC89C38C}" dt="2023-06-21T08:05:00.587" v="24" actId="20577"/>
          <ac:spMkLst>
            <pc:docMk/>
            <pc:sldMk cId="2097649925" sldId="257"/>
            <ac:spMk id="11" creationId="{2F5769DE-2A5D-4AD6-AA5B-A4CCB6BA411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89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id-ID" sz="2400" b="1"/>
              <a:t>MATERI</a:t>
            </a:r>
            <a:endParaRPr lang="id-ID" sz="2400" b="1" dirty="0"/>
          </a:p>
          <a:p>
            <a:pPr algn="ctr">
              <a:buNone/>
            </a:pPr>
            <a:r>
              <a:rPr lang="id-ID" sz="2400" b="1" dirty="0"/>
              <a:t>MSIM4204 JARINGAN KOMPUTER</a:t>
            </a:r>
            <a:endParaRPr lang="id-ID" sz="2400" dirty="0">
              <a:effectLst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94" y="4909317"/>
            <a:ext cx="4047904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id-ID" altLang="en-US" sz="2176" b="1" dirty="0">
                <a:latin typeface="Century Gothic" panose="020B0502020202020204" pitchFamily="34" charset="0"/>
              </a:rPr>
              <a:t>Fakultas Sains dan Teknologi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769DE-2A5D-4AD6-AA5B-A4CCB6BA4112}"/>
              </a:ext>
            </a:extLst>
          </p:cNvPr>
          <p:cNvSpPr txBox="1"/>
          <p:nvPr/>
        </p:nvSpPr>
        <p:spPr>
          <a:xfrm>
            <a:off x="2075103" y="3059668"/>
            <a:ext cx="78920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id-ID" sz="4000" dirty="0"/>
              <a:t>Aktivitas Belajar 7 </a:t>
            </a:r>
          </a:p>
          <a:p>
            <a:pPr algn="ctr">
              <a:spcBef>
                <a:spcPct val="0"/>
              </a:spcBef>
              <a:buNone/>
            </a:pPr>
            <a:r>
              <a:rPr lang="id-ID" sz="4000" dirty="0"/>
              <a:t>Protokol </a:t>
            </a:r>
            <a:r>
              <a:rPr lang="id-ID" sz="4000" dirty="0" err="1"/>
              <a:t>Routing</a:t>
            </a:r>
            <a:r>
              <a:rPr lang="id-ID" sz="4000" dirty="0"/>
              <a:t> dan Layer Transport</a:t>
            </a:r>
            <a:endParaRPr lang="id-ID" altLang="en-US" sz="5400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Protokol </a:t>
            </a:r>
            <a:r>
              <a:rPr lang="id-ID" dirty="0" err="1"/>
              <a:t>Routing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Salah satu fungsi dari protokol IP adalah membentuk koneksi dari berbagai macam bentuk </a:t>
            </a:r>
            <a:r>
              <a:rPr lang="id-ID" dirty="0" err="1"/>
              <a:t>interface</a:t>
            </a:r>
            <a:r>
              <a:rPr lang="id-ID" dirty="0"/>
              <a:t> yang berbeda. Sistem yang melakukan tugas tersebut disebut IP </a:t>
            </a:r>
            <a:r>
              <a:rPr lang="id-ID" dirty="0" err="1"/>
              <a:t>router</a:t>
            </a:r>
            <a:r>
              <a:rPr lang="id-ID" dirty="0"/>
              <a:t>. Tipe dari perangkat ini terpasang dua atau lebih bentuk </a:t>
            </a:r>
            <a:r>
              <a:rPr lang="id-ID" dirty="0" err="1"/>
              <a:t>interface</a:t>
            </a:r>
            <a:r>
              <a:rPr lang="id-ID" dirty="0"/>
              <a:t> dan meneruskan datagram antar jaringan.</a:t>
            </a:r>
          </a:p>
          <a:p>
            <a:r>
              <a:rPr lang="id-ID" dirty="0"/>
              <a:t>Ketika mengirim data ke tujuan, suatu </a:t>
            </a:r>
            <a:r>
              <a:rPr lang="id-ID" dirty="0" err="1"/>
              <a:t>host</a:t>
            </a:r>
            <a:r>
              <a:rPr lang="id-ID" dirty="0"/>
              <a:t> akan melewati sebuah </a:t>
            </a:r>
            <a:r>
              <a:rPr lang="id-ID" dirty="0" err="1"/>
              <a:t>router</a:t>
            </a:r>
            <a:r>
              <a:rPr lang="id-ID" dirty="0"/>
              <a:t> terlebih dahulu. Kemudian </a:t>
            </a:r>
            <a:r>
              <a:rPr lang="id-ID" dirty="0" err="1"/>
              <a:t>router</a:t>
            </a:r>
            <a:r>
              <a:rPr lang="id-ID" dirty="0"/>
              <a:t> akan meneruskan data tersebut hingga tujuannya. Data tersebut mengalir dari </a:t>
            </a:r>
            <a:r>
              <a:rPr lang="id-ID" dirty="0" err="1"/>
              <a:t>router</a:t>
            </a:r>
            <a:r>
              <a:rPr lang="id-ID" dirty="0"/>
              <a:t> satu ke </a:t>
            </a:r>
            <a:r>
              <a:rPr lang="id-ID" dirty="0" err="1"/>
              <a:t>router</a:t>
            </a:r>
            <a:r>
              <a:rPr lang="id-ID" dirty="0"/>
              <a:t> yang lain hingga mencapai </a:t>
            </a:r>
            <a:r>
              <a:rPr lang="id-ID" dirty="0" err="1"/>
              <a:t>host</a:t>
            </a:r>
            <a:r>
              <a:rPr lang="id-ID" dirty="0"/>
              <a:t> tujuannya. Tiap </a:t>
            </a:r>
            <a:r>
              <a:rPr lang="id-ID" dirty="0" err="1"/>
              <a:t>router</a:t>
            </a:r>
            <a:r>
              <a:rPr lang="id-ID" dirty="0"/>
              <a:t> melakukan pemilihan jalan untuk menuju ke hop berikutnya.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6944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Gambar</a:t>
            </a:r>
            <a:r>
              <a:rPr lang="id-ID" dirty="0"/>
              <a:t> berikut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di mana host C </a:t>
            </a:r>
            <a:r>
              <a:rPr lang="en-US" dirty="0" err="1"/>
              <a:t>meneruskan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data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X dan </a:t>
            </a:r>
            <a:r>
              <a:rPr lang="en-US" dirty="0" err="1"/>
              <a:t>jaringan</a:t>
            </a:r>
            <a:r>
              <a:rPr lang="en-US" dirty="0"/>
              <a:t> Y. Routing table pada 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meneruskan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data pada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segmen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FCAE0C-6B11-4707-A80C-BDBFC25F262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369" y="3263899"/>
            <a:ext cx="4972050" cy="34134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424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AUTONOMOUS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Autonomous System</a:t>
            </a:r>
            <a:r>
              <a:rPr lang="en-US" dirty="0"/>
              <a:t> (AS)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protokol</a:t>
            </a:r>
            <a:r>
              <a:rPr lang="en-US" dirty="0"/>
              <a:t> routing. AS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logical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IP yang </a:t>
            </a:r>
            <a:r>
              <a:rPr lang="en-US" dirty="0" err="1"/>
              <a:t>besar</a:t>
            </a:r>
            <a:r>
              <a:rPr lang="en-US" dirty="0"/>
              <a:t>. AS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dimiliki</a:t>
            </a:r>
            <a:r>
              <a:rPr lang="en-US" dirty="0"/>
              <a:t> oleh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organisasi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 AS </a:t>
            </a:r>
            <a:r>
              <a:rPr lang="en-US" dirty="0" err="1"/>
              <a:t>diatur</a:t>
            </a:r>
            <a:r>
              <a:rPr lang="en-US" dirty="0"/>
              <a:t> oleh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managemen</a:t>
            </a:r>
            <a:r>
              <a:rPr lang="en-US" dirty="0"/>
              <a:t> </a:t>
            </a:r>
            <a:r>
              <a:rPr lang="en-US" dirty="0" err="1"/>
              <a:t>resmi</a:t>
            </a:r>
            <a:r>
              <a:rPr lang="en-US" dirty="0"/>
              <a:t>. AS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dikoneksikan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AS </a:t>
            </a:r>
            <a:r>
              <a:rPr lang="en-US" dirty="0" err="1"/>
              <a:t>lainnya</a:t>
            </a:r>
            <a:r>
              <a:rPr lang="en-US" dirty="0"/>
              <a:t>,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publik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privat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B4A91-4C59-41CD-A043-BD855D9AF57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526" y="3429000"/>
            <a:ext cx="3124200" cy="3295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185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 fontScale="90000"/>
          </a:bodyPr>
          <a:lstStyle/>
          <a:p>
            <a:r>
              <a:rPr lang="id-ID" dirty="0"/>
              <a:t>TIPE IP ROUTING DAN ALGORITMA IP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d-ID" dirty="0"/>
              <a:t>Terdapat 2 cara untuk membangun </a:t>
            </a:r>
            <a:r>
              <a:rPr lang="id-ID" dirty="0" err="1"/>
              <a:t>table</a:t>
            </a:r>
            <a:r>
              <a:rPr lang="id-ID" dirty="0"/>
              <a:t> </a:t>
            </a:r>
            <a:r>
              <a:rPr lang="id-ID" dirty="0" err="1"/>
              <a:t>routing</a:t>
            </a:r>
            <a:r>
              <a:rPr lang="id-ID" dirty="0"/>
              <a:t>, yaitu:</a:t>
            </a:r>
          </a:p>
          <a:p>
            <a:r>
              <a:rPr lang="en-US" dirty="0"/>
              <a:t>Static Routing: routing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dibangun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definisi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adminstrator</a:t>
            </a:r>
            <a:r>
              <a:rPr lang="en-US" dirty="0"/>
              <a:t>.</a:t>
            </a:r>
            <a:endParaRPr lang="id-ID" dirty="0"/>
          </a:p>
          <a:p>
            <a:r>
              <a:rPr lang="en-US" dirty="0"/>
              <a:t>Dynamic Routing: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router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</a:t>
            </a:r>
            <a:r>
              <a:rPr lang="en-US" dirty="0" err="1"/>
              <a:t>routingnya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menjelajah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dan </a:t>
            </a:r>
            <a:r>
              <a:rPr lang="en-US" dirty="0" err="1"/>
              <a:t>bertukar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routing </a:t>
            </a:r>
            <a:r>
              <a:rPr lang="en-US" dirty="0" err="1"/>
              <a:t>antar</a:t>
            </a:r>
            <a:r>
              <a:rPr lang="en-US" dirty="0"/>
              <a:t> router. </a:t>
            </a:r>
            <a:r>
              <a:rPr lang="en-US" dirty="0" err="1"/>
              <a:t>Terdapat</a:t>
            </a:r>
            <a:r>
              <a:rPr lang="en-US" dirty="0"/>
              <a:t> 3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dinamik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:</a:t>
            </a:r>
            <a:endParaRPr lang="id-ID" dirty="0"/>
          </a:p>
          <a:p>
            <a:pPr lvl="1"/>
            <a:r>
              <a:rPr lang="en-US" dirty="0"/>
              <a:t>	Distance Vector</a:t>
            </a:r>
            <a:endParaRPr lang="id-ID" dirty="0"/>
          </a:p>
          <a:p>
            <a:pPr lvl="1"/>
            <a:r>
              <a:rPr lang="en-US" dirty="0"/>
              <a:t>	Link State</a:t>
            </a:r>
            <a:endParaRPr lang="id-ID" dirty="0"/>
          </a:p>
          <a:p>
            <a:pPr lvl="1"/>
            <a:r>
              <a:rPr lang="en-US" dirty="0"/>
              <a:t>	Hybrid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4818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Routing Information Protocol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 err="1"/>
              <a:t>Routing</a:t>
            </a:r>
            <a:r>
              <a:rPr lang="id-ID" dirty="0"/>
              <a:t> </a:t>
            </a:r>
            <a:r>
              <a:rPr lang="id-ID" dirty="0" err="1"/>
              <a:t>Information</a:t>
            </a:r>
            <a:r>
              <a:rPr lang="id-ID" dirty="0"/>
              <a:t> </a:t>
            </a:r>
            <a:r>
              <a:rPr lang="id-ID" dirty="0" err="1"/>
              <a:t>Protocol</a:t>
            </a:r>
            <a:r>
              <a:rPr lang="id-ID" dirty="0"/>
              <a:t> (RIP)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id-ID" dirty="0"/>
              <a:t>protokol </a:t>
            </a:r>
            <a:r>
              <a:rPr lang="en-US" dirty="0"/>
              <a:t>r</a:t>
            </a:r>
            <a:r>
              <a:rPr lang="id-ID" dirty="0" err="1"/>
              <a:t>outing</a:t>
            </a:r>
            <a:r>
              <a:rPr lang="id-ID" dirty="0"/>
              <a:t> yang menggunakan </a:t>
            </a:r>
            <a:r>
              <a:rPr lang="id-ID" dirty="0" err="1"/>
              <a:t>algoritma</a:t>
            </a:r>
            <a:r>
              <a:rPr lang="id-ID" dirty="0"/>
              <a:t> </a:t>
            </a:r>
            <a:r>
              <a:rPr lang="id-ID" dirty="0" err="1"/>
              <a:t>distance</a:t>
            </a:r>
            <a:r>
              <a:rPr lang="id-ID" dirty="0"/>
              <a:t> </a:t>
            </a:r>
            <a:r>
              <a:rPr lang="id-ID" dirty="0" err="1"/>
              <a:t>vector</a:t>
            </a:r>
            <a:r>
              <a:rPr lang="id-ID" dirty="0"/>
              <a:t>, yaitu </a:t>
            </a:r>
            <a:r>
              <a:rPr lang="id-ID" dirty="0" err="1"/>
              <a:t>algortima</a:t>
            </a:r>
            <a:r>
              <a:rPr lang="id-ID" dirty="0"/>
              <a:t> </a:t>
            </a:r>
            <a:r>
              <a:rPr lang="id-ID" dirty="0" err="1"/>
              <a:t>Bellman</a:t>
            </a:r>
            <a:r>
              <a:rPr lang="id-ID" dirty="0"/>
              <a:t>- Ford. Pertama kali di</a:t>
            </a:r>
            <a:r>
              <a:rPr lang="en-US" dirty="0"/>
              <a:t>per</a:t>
            </a:r>
            <a:r>
              <a:rPr lang="id-ID" dirty="0"/>
              <a:t>kenalkan pada tahun 1969 dan merupakan </a:t>
            </a:r>
            <a:r>
              <a:rPr lang="id-ID" dirty="0" err="1"/>
              <a:t>algoritma</a:t>
            </a:r>
            <a:r>
              <a:rPr lang="id-ID" dirty="0"/>
              <a:t> </a:t>
            </a:r>
            <a:r>
              <a:rPr lang="id-ID" dirty="0" err="1"/>
              <a:t>routing</a:t>
            </a:r>
            <a:r>
              <a:rPr lang="id-ID" dirty="0"/>
              <a:t> yang pertama pada ARPANET.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05849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Open Shortest Path First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Open </a:t>
            </a:r>
            <a:r>
              <a:rPr lang="id-ID" dirty="0" err="1"/>
              <a:t>Shortest</a:t>
            </a:r>
            <a:r>
              <a:rPr lang="id-ID" dirty="0"/>
              <a:t> </a:t>
            </a:r>
            <a:r>
              <a:rPr lang="id-ID" dirty="0" err="1"/>
              <a:t>Path</a:t>
            </a:r>
            <a:r>
              <a:rPr lang="id-ID" dirty="0"/>
              <a:t> First (OSPF) merupakan protokol </a:t>
            </a:r>
            <a:r>
              <a:rPr lang="id-ID" dirty="0" err="1"/>
              <a:t>routing</a:t>
            </a:r>
            <a:r>
              <a:rPr lang="id-ID" dirty="0"/>
              <a:t> berbasis </a:t>
            </a:r>
            <a:r>
              <a:rPr lang="id-ID" dirty="0" err="1"/>
              <a:t>link</a:t>
            </a:r>
            <a:r>
              <a:rPr lang="id-ID" dirty="0"/>
              <a:t> </a:t>
            </a:r>
            <a:r>
              <a:rPr lang="id-ID" dirty="0" err="1"/>
              <a:t>state</a:t>
            </a:r>
            <a:r>
              <a:rPr lang="id-ID" dirty="0"/>
              <a:t>, termasuk dalam interior </a:t>
            </a:r>
            <a:r>
              <a:rPr lang="id-ID" dirty="0" err="1"/>
              <a:t>Gateway</a:t>
            </a:r>
            <a:r>
              <a:rPr lang="id-ID" dirty="0"/>
              <a:t> </a:t>
            </a:r>
            <a:r>
              <a:rPr lang="id-ID" dirty="0" err="1"/>
              <a:t>Protocol</a:t>
            </a:r>
            <a:r>
              <a:rPr lang="id-ID" dirty="0"/>
              <a:t> (IGP). Menggunakan </a:t>
            </a:r>
            <a:r>
              <a:rPr lang="id-ID" dirty="0" err="1"/>
              <a:t>algoritma</a:t>
            </a:r>
            <a:r>
              <a:rPr lang="id-ID" dirty="0"/>
              <a:t> </a:t>
            </a:r>
            <a:r>
              <a:rPr lang="id-ID" dirty="0" err="1"/>
              <a:t>Dijkstra</a:t>
            </a:r>
            <a:r>
              <a:rPr lang="id-ID" dirty="0"/>
              <a:t> untuk menghitung </a:t>
            </a:r>
            <a:r>
              <a:rPr lang="id-ID" dirty="0" err="1"/>
              <a:t>shortest</a:t>
            </a:r>
            <a:r>
              <a:rPr lang="id-ID" dirty="0"/>
              <a:t> </a:t>
            </a:r>
            <a:r>
              <a:rPr lang="id-ID" dirty="0" err="1"/>
              <a:t>path</a:t>
            </a:r>
            <a:r>
              <a:rPr lang="id-ID" dirty="0"/>
              <a:t> </a:t>
            </a:r>
            <a:r>
              <a:rPr lang="id-ID" dirty="0" err="1"/>
              <a:t>first</a:t>
            </a:r>
            <a:r>
              <a:rPr lang="id-ID" dirty="0"/>
              <a:t> (SPF). Menggunakan </a:t>
            </a:r>
            <a:r>
              <a:rPr lang="id-ID" dirty="0" err="1"/>
              <a:t>cost</a:t>
            </a:r>
            <a:r>
              <a:rPr lang="id-ID" dirty="0"/>
              <a:t> sebagai </a:t>
            </a:r>
            <a:r>
              <a:rPr lang="id-ID" dirty="0" err="1"/>
              <a:t>routing</a:t>
            </a:r>
            <a:r>
              <a:rPr lang="id-ID" dirty="0"/>
              <a:t> </a:t>
            </a:r>
            <a:r>
              <a:rPr lang="id-ID" dirty="0" err="1"/>
              <a:t>metric</a:t>
            </a:r>
            <a:r>
              <a:rPr lang="id-ID" dirty="0"/>
              <a:t>. Setelah antar </a:t>
            </a:r>
            <a:r>
              <a:rPr lang="id-ID" dirty="0" err="1"/>
              <a:t>router</a:t>
            </a:r>
            <a:r>
              <a:rPr lang="id-ID" dirty="0"/>
              <a:t> bertukar informasi maka akan terbentuk </a:t>
            </a:r>
            <a:r>
              <a:rPr lang="id-ID" dirty="0" err="1"/>
              <a:t>database</a:t>
            </a:r>
            <a:r>
              <a:rPr lang="id-ID" dirty="0"/>
              <a:t> </a:t>
            </a:r>
            <a:r>
              <a:rPr lang="id-ID" dirty="0" err="1"/>
              <a:t>link</a:t>
            </a:r>
            <a:r>
              <a:rPr lang="id-ID" dirty="0"/>
              <a:t> </a:t>
            </a:r>
            <a:r>
              <a:rPr lang="id-ID" dirty="0" err="1"/>
              <a:t>state</a:t>
            </a:r>
            <a:r>
              <a:rPr lang="id-ID" dirty="0"/>
              <a:t> pada masing-masing </a:t>
            </a:r>
            <a:r>
              <a:rPr lang="id-ID" dirty="0" err="1"/>
              <a:t>router</a:t>
            </a:r>
            <a:r>
              <a:rPr lang="id-ID" dirty="0"/>
              <a:t>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4856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 fontScale="90000"/>
          </a:bodyPr>
          <a:lstStyle/>
          <a:p>
            <a:r>
              <a:rPr lang="en-US" dirty="0"/>
              <a:t>Enhanced Interior Gateway Routing Protocol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d-ID" dirty="0" err="1"/>
              <a:t>Enhanced</a:t>
            </a:r>
            <a:r>
              <a:rPr lang="id-ID" dirty="0"/>
              <a:t> Interior </a:t>
            </a:r>
            <a:r>
              <a:rPr lang="id-ID" dirty="0" err="1"/>
              <a:t>Gateway</a:t>
            </a:r>
            <a:r>
              <a:rPr lang="id-ID" dirty="0"/>
              <a:t> </a:t>
            </a:r>
            <a:r>
              <a:rPr lang="id-ID" dirty="0" err="1"/>
              <a:t>Routing</a:t>
            </a:r>
            <a:r>
              <a:rPr lang="id-ID" dirty="0"/>
              <a:t> </a:t>
            </a:r>
            <a:r>
              <a:rPr lang="id-ID" dirty="0" err="1"/>
              <a:t>Protocol</a:t>
            </a:r>
            <a:r>
              <a:rPr lang="id-ID" dirty="0"/>
              <a:t> (EIGRP) merupakan </a:t>
            </a:r>
            <a:r>
              <a:rPr lang="id-ID" dirty="0" err="1"/>
              <a:t>proto</a:t>
            </a:r>
            <a:r>
              <a:rPr lang="en-US" dirty="0"/>
              <a:t>k</a:t>
            </a:r>
            <a:r>
              <a:rPr lang="id-ID" dirty="0" err="1"/>
              <a:t>ol</a:t>
            </a:r>
            <a:r>
              <a:rPr lang="id-ID" dirty="0"/>
              <a:t> </a:t>
            </a:r>
            <a:r>
              <a:rPr lang="id-ID" dirty="0" err="1"/>
              <a:t>routing</a:t>
            </a:r>
            <a:r>
              <a:rPr lang="id-ID" dirty="0"/>
              <a:t> yang dibuat CISCO. EIGRP termasuk </a:t>
            </a:r>
            <a:r>
              <a:rPr lang="id-ID" dirty="0" err="1"/>
              <a:t>proto</a:t>
            </a:r>
            <a:r>
              <a:rPr lang="en-US" dirty="0"/>
              <a:t>k</a:t>
            </a:r>
            <a:r>
              <a:rPr lang="id-ID" dirty="0" err="1"/>
              <a:t>ol</a:t>
            </a:r>
            <a:r>
              <a:rPr lang="id-ID" dirty="0"/>
              <a:t> </a:t>
            </a:r>
            <a:r>
              <a:rPr lang="id-ID" dirty="0" err="1"/>
              <a:t>routing</a:t>
            </a:r>
            <a:r>
              <a:rPr lang="id-ID" dirty="0"/>
              <a:t> dengan </a:t>
            </a:r>
            <a:r>
              <a:rPr lang="id-ID" dirty="0" err="1"/>
              <a:t>algoritma</a:t>
            </a:r>
            <a:r>
              <a:rPr lang="id-ID" dirty="0"/>
              <a:t> </a:t>
            </a:r>
            <a:r>
              <a:rPr lang="id-ID" dirty="0" err="1"/>
              <a:t>hybrid</a:t>
            </a:r>
            <a:r>
              <a:rPr lang="id-ID" dirty="0"/>
              <a:t>.</a:t>
            </a:r>
          </a:p>
          <a:p>
            <a:r>
              <a:rPr lang="en-US" dirty="0"/>
              <a:t>EIGRP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terminologi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:</a:t>
            </a:r>
            <a:endParaRPr lang="id-ID" dirty="0"/>
          </a:p>
          <a:p>
            <a:pPr lvl="1"/>
            <a:r>
              <a:rPr lang="en-US" dirty="0"/>
              <a:t>Successor: </a:t>
            </a:r>
            <a:r>
              <a:rPr lang="en-US" dirty="0" err="1"/>
              <a:t>istilah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meneruskan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data.</a:t>
            </a:r>
            <a:endParaRPr lang="id-ID" dirty="0"/>
          </a:p>
          <a:p>
            <a:pPr lvl="1"/>
            <a:r>
              <a:rPr lang="en-US" dirty="0"/>
              <a:t>Feasible Successor: </a:t>
            </a:r>
            <a:r>
              <a:rPr lang="en-US" dirty="0" err="1"/>
              <a:t>istilah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meneruskan</a:t>
            </a:r>
            <a:r>
              <a:rPr lang="en-US" dirty="0"/>
              <a:t> data </a:t>
            </a:r>
            <a:r>
              <a:rPr lang="en-US" dirty="0" err="1"/>
              <a:t>apabila</a:t>
            </a:r>
            <a:r>
              <a:rPr lang="en-US" dirty="0"/>
              <a:t> successor </a:t>
            </a:r>
            <a:r>
              <a:rPr lang="en-US" dirty="0" err="1"/>
              <a:t>mengalami</a:t>
            </a:r>
            <a:r>
              <a:rPr lang="en-US" dirty="0"/>
              <a:t> </a:t>
            </a:r>
            <a:r>
              <a:rPr lang="en-US" dirty="0" err="1"/>
              <a:t>kerusakan</a:t>
            </a:r>
            <a:r>
              <a:rPr lang="en-US" dirty="0"/>
              <a:t>. </a:t>
            </a:r>
            <a:endParaRPr lang="id-ID" dirty="0"/>
          </a:p>
          <a:p>
            <a:pPr lvl="1"/>
            <a:r>
              <a:rPr lang="en-US" dirty="0"/>
              <a:t>Neighbor table: </a:t>
            </a:r>
            <a:r>
              <a:rPr lang="en-US" dirty="0" err="1"/>
              <a:t>istilah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yang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dan interface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router </a:t>
            </a:r>
            <a:r>
              <a:rPr lang="en-US" dirty="0" err="1"/>
              <a:t>sebelah</a:t>
            </a:r>
            <a:r>
              <a:rPr lang="en-US" dirty="0"/>
              <a:t>.</a:t>
            </a:r>
            <a:endParaRPr lang="id-ID" dirty="0"/>
          </a:p>
          <a:p>
            <a:pPr lvl="1"/>
            <a:r>
              <a:rPr lang="en-US" dirty="0"/>
              <a:t>Topology table: </a:t>
            </a:r>
            <a:r>
              <a:rPr lang="en-US" dirty="0" err="1"/>
              <a:t>istilah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yang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router </a:t>
            </a:r>
            <a:r>
              <a:rPr lang="en-US" dirty="0" err="1"/>
              <a:t>sekitarnya</a:t>
            </a:r>
            <a:r>
              <a:rPr lang="en-US" dirty="0"/>
              <a:t>.</a:t>
            </a:r>
            <a:endParaRPr lang="id-ID" dirty="0"/>
          </a:p>
          <a:p>
            <a:pPr lvl="1"/>
            <a:r>
              <a:rPr lang="en-US" dirty="0"/>
              <a:t>Reliable transport protocol: EIGRP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menjamin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pengiriman</a:t>
            </a:r>
            <a:r>
              <a:rPr lang="en-US" dirty="0"/>
              <a:t> data.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5784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Border Gateway Protocol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Konsep</a:t>
            </a:r>
            <a:r>
              <a:rPr lang="en-US" b="1" dirty="0"/>
              <a:t> dan </a:t>
            </a:r>
            <a:r>
              <a:rPr lang="en-US" b="1" dirty="0" err="1"/>
              <a:t>terminologi</a:t>
            </a:r>
            <a:r>
              <a:rPr lang="en-US" b="1" dirty="0"/>
              <a:t> BGP</a:t>
            </a:r>
            <a:endParaRPr lang="id-ID" b="1" dirty="0"/>
          </a:p>
          <a:p>
            <a:r>
              <a:rPr lang="en-US" b="1" dirty="0" err="1"/>
              <a:t>Operasional</a:t>
            </a:r>
            <a:r>
              <a:rPr lang="en-US" b="1" dirty="0"/>
              <a:t> BGP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191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Proses Routing di Sistem UNIX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d-ID" dirty="0"/>
              <a:t>Selain menggunakan mesin </a:t>
            </a:r>
            <a:r>
              <a:rPr lang="en-US" dirty="0"/>
              <a:t>r</a:t>
            </a:r>
            <a:r>
              <a:rPr lang="id-ID" dirty="0" err="1"/>
              <a:t>outer</a:t>
            </a:r>
            <a:r>
              <a:rPr lang="en-US" dirty="0"/>
              <a:t>, </a:t>
            </a:r>
            <a:r>
              <a:rPr lang="id-ID" dirty="0"/>
              <a:t>protokol </a:t>
            </a:r>
            <a:r>
              <a:rPr lang="en-US" dirty="0"/>
              <a:t>r</a:t>
            </a:r>
            <a:r>
              <a:rPr lang="id-ID" dirty="0" err="1"/>
              <a:t>outing</a:t>
            </a:r>
            <a:r>
              <a:rPr lang="id-ID" dirty="0"/>
              <a:t> juga dapat dijalankan pada sistem UNIX dengan bantuan beberapa aplikasi antara lain:</a:t>
            </a:r>
          </a:p>
          <a:p>
            <a:pPr lvl="1"/>
            <a:r>
              <a:rPr lang="en-US" dirty="0" err="1"/>
              <a:t>RouteD</a:t>
            </a:r>
            <a:r>
              <a:rPr lang="en-US" dirty="0"/>
              <a:t>	: </a:t>
            </a:r>
            <a:r>
              <a:rPr lang="en-US" dirty="0" err="1"/>
              <a:t>mendukung</a:t>
            </a:r>
            <a:r>
              <a:rPr lang="en-US" dirty="0"/>
              <a:t> interior routing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mengimplementasikan</a:t>
            </a:r>
            <a:r>
              <a:rPr lang="en-US" dirty="0"/>
              <a:t> RIP</a:t>
            </a:r>
            <a:endParaRPr lang="id-ID" dirty="0"/>
          </a:p>
          <a:p>
            <a:pPr lvl="1"/>
            <a:r>
              <a:rPr lang="en-US" dirty="0" err="1"/>
              <a:t>GateD</a:t>
            </a:r>
            <a:r>
              <a:rPr lang="en-US" dirty="0"/>
              <a:t>	: </a:t>
            </a:r>
            <a:r>
              <a:rPr lang="en-US" dirty="0" err="1"/>
              <a:t>mendukung</a:t>
            </a:r>
            <a:r>
              <a:rPr lang="en-US" dirty="0"/>
              <a:t> interior dan </a:t>
            </a:r>
            <a:r>
              <a:rPr lang="en-US" dirty="0" err="1"/>
              <a:t>eksterior</a:t>
            </a:r>
            <a:r>
              <a:rPr lang="en-US" dirty="0"/>
              <a:t> routing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mengimplementasikan</a:t>
            </a:r>
            <a:r>
              <a:rPr lang="en-US" dirty="0"/>
              <a:t> OSPF, RIPv2, BGP-4</a:t>
            </a:r>
            <a:endParaRPr lang="id-ID" dirty="0"/>
          </a:p>
          <a:p>
            <a:pPr lvl="1"/>
            <a:r>
              <a:rPr lang="en-US" dirty="0"/>
              <a:t>Quagga	: </a:t>
            </a:r>
            <a:r>
              <a:rPr lang="en-US" dirty="0" err="1"/>
              <a:t>mendukung</a:t>
            </a:r>
            <a:r>
              <a:rPr lang="en-US" dirty="0"/>
              <a:t> interior dan </a:t>
            </a:r>
            <a:r>
              <a:rPr lang="en-US" dirty="0" err="1"/>
              <a:t>eksterior</a:t>
            </a:r>
            <a:r>
              <a:rPr lang="en-US" dirty="0"/>
              <a:t> routing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mengimplementasikan</a:t>
            </a:r>
            <a:r>
              <a:rPr lang="en-US" dirty="0"/>
              <a:t> OSPFv3, RIPv1, RIPv2, </a:t>
            </a:r>
            <a:r>
              <a:rPr lang="en-US" dirty="0" err="1"/>
              <a:t>RIPng</a:t>
            </a:r>
            <a:r>
              <a:rPr lang="en-US" dirty="0"/>
              <a:t>, BGP4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6191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Layer Transport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id-ID" dirty="0"/>
              <a:t>D</a:t>
            </a:r>
            <a:r>
              <a:rPr lang="en-US" dirty="0" err="1"/>
              <a:t>ua</a:t>
            </a:r>
            <a:r>
              <a:rPr lang="id-ID" dirty="0"/>
              <a:t> protokol penting pada layer </a:t>
            </a:r>
            <a:r>
              <a:rPr lang="id-ID" dirty="0" err="1"/>
              <a:t>transport</a:t>
            </a:r>
            <a:r>
              <a:rPr lang="id-ID" dirty="0"/>
              <a:t>, yaitu</a:t>
            </a:r>
            <a:r>
              <a:rPr lang="en-US" dirty="0"/>
              <a:t>:</a:t>
            </a:r>
            <a:r>
              <a:rPr lang="id-ID" dirty="0"/>
              <a:t>	</a:t>
            </a:r>
          </a:p>
          <a:p>
            <a:r>
              <a:rPr lang="en-US" dirty="0"/>
              <a:t>User Datagram Protocol (UDP)</a:t>
            </a:r>
            <a:endParaRPr lang="id-ID" dirty="0"/>
          </a:p>
          <a:p>
            <a:r>
              <a:rPr lang="en-US" dirty="0"/>
              <a:t>Transmission Control Protocol (TCP)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5159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Port dan Socket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Port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proses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proses lain pada </a:t>
            </a:r>
            <a:r>
              <a:rPr lang="en-US" dirty="0" err="1"/>
              <a:t>jaringan</a:t>
            </a:r>
            <a:r>
              <a:rPr lang="en-US" dirty="0"/>
              <a:t> TCP/IP. Port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nomer</a:t>
            </a:r>
            <a:r>
              <a:rPr lang="en-US" dirty="0"/>
              <a:t> 16 bit,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host-to-host</a:t>
            </a:r>
            <a:endParaRPr lang="id-ID" dirty="0"/>
          </a:p>
          <a:p>
            <a:r>
              <a:rPr lang="id-ID" b="1" dirty="0" err="1"/>
              <a:t>Interface</a:t>
            </a:r>
            <a:r>
              <a:rPr lang="id-ID" dirty="0"/>
              <a:t> </a:t>
            </a:r>
            <a:r>
              <a:rPr lang="id-ID" dirty="0" err="1"/>
              <a:t>socket</a:t>
            </a:r>
            <a:r>
              <a:rPr lang="id-ID" dirty="0"/>
              <a:t> merupakan bagian dari </a:t>
            </a:r>
            <a:r>
              <a:rPr lang="id-ID" dirty="0" err="1"/>
              <a:t>Application</a:t>
            </a:r>
            <a:r>
              <a:rPr lang="id-ID" dirty="0"/>
              <a:t> </a:t>
            </a:r>
            <a:r>
              <a:rPr lang="id-ID" dirty="0" err="1"/>
              <a:t>Programming</a:t>
            </a:r>
            <a:r>
              <a:rPr lang="id-ID" dirty="0"/>
              <a:t> </a:t>
            </a:r>
            <a:r>
              <a:rPr lang="id-ID" dirty="0" err="1"/>
              <a:t>Interface</a:t>
            </a:r>
            <a:r>
              <a:rPr lang="id-ID" i="1" dirty="0"/>
              <a:t> </a:t>
            </a:r>
            <a:r>
              <a:rPr lang="id-ID" dirty="0"/>
              <a:t>(API) yang digunakan untuk protokol komunikasi.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69397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User Datagram Protocol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 mana UDP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reliabilitas</a:t>
            </a:r>
            <a:r>
              <a:rPr lang="en-US" dirty="0"/>
              <a:t> data, flow control, dan error-recovery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IP. UDP </a:t>
            </a:r>
            <a:r>
              <a:rPr lang="en-US" dirty="0" err="1"/>
              <a:t>memiliki</a:t>
            </a:r>
            <a:r>
              <a:rPr lang="en-US" dirty="0"/>
              <a:t> proses </a:t>
            </a:r>
            <a:r>
              <a:rPr lang="en-US" dirty="0" err="1"/>
              <a:t>seperti</a:t>
            </a:r>
            <a:r>
              <a:rPr lang="en-US" dirty="0"/>
              <a:t> multiplexing/demultiplexing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datagram </a:t>
            </a:r>
            <a:r>
              <a:rPr lang="en-US" dirty="0" err="1"/>
              <a:t>dari</a:t>
            </a:r>
            <a:r>
              <a:rPr lang="en-US" dirty="0"/>
              <a:t> port </a:t>
            </a:r>
            <a:r>
              <a:rPr lang="en-US" dirty="0" err="1"/>
              <a:t>menuju</a:t>
            </a:r>
            <a:r>
              <a:rPr lang="en-US" dirty="0"/>
              <a:t> IP datagram. Karena </a:t>
            </a:r>
            <a:r>
              <a:rPr lang="en-US" dirty="0" err="1"/>
              <a:t>itu</a:t>
            </a:r>
            <a:r>
              <a:rPr lang="en-US" dirty="0"/>
              <a:t> UDP juga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connectionless-oriented protocol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BE6CE9-64F0-4425-9011-0AF69495862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223" y="3678927"/>
            <a:ext cx="5110576" cy="2813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000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Transmission Control Protocol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TCP memberikan fasilitas untuk aplikasi dibandingkan UDP, karena TCP memberikan </a:t>
            </a:r>
            <a:r>
              <a:rPr lang="id-ID" dirty="0" err="1"/>
              <a:t>error</a:t>
            </a:r>
            <a:r>
              <a:rPr lang="id-ID" dirty="0"/>
              <a:t> </a:t>
            </a:r>
            <a:r>
              <a:rPr lang="id-ID" dirty="0" err="1"/>
              <a:t>recovery</a:t>
            </a:r>
            <a:r>
              <a:rPr lang="id-ID" dirty="0"/>
              <a:t>, </a:t>
            </a:r>
            <a:r>
              <a:rPr lang="id-ID" dirty="0" err="1"/>
              <a:t>flow</a:t>
            </a:r>
            <a:r>
              <a:rPr lang="id-ID" dirty="0"/>
              <a:t> </a:t>
            </a:r>
            <a:r>
              <a:rPr lang="id-ID" dirty="0" err="1"/>
              <a:t>control</a:t>
            </a:r>
            <a:r>
              <a:rPr lang="id-ID" dirty="0"/>
              <a:t>, dan reliabilitas. TCP biasa disebut sebagai protokol berbasis </a:t>
            </a:r>
            <a:r>
              <a:rPr lang="id-ID" dirty="0" err="1"/>
              <a:t>connection-oriented</a:t>
            </a:r>
            <a:r>
              <a:rPr lang="id-ID" dirty="0"/>
              <a:t>.</a:t>
            </a:r>
          </a:p>
          <a:p>
            <a:r>
              <a:rPr lang="en-US" dirty="0" err="1"/>
              <a:t>Dua</a:t>
            </a:r>
            <a:r>
              <a:rPr lang="en-US" dirty="0"/>
              <a:t> proses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TCP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Interprocess</a:t>
            </a:r>
            <a:r>
              <a:rPr lang="en-US" dirty="0"/>
              <a:t> Communication (IPC)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A4B5FF-1396-4096-ABE7-15BE4404283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252" y="3736284"/>
            <a:ext cx="4312547" cy="29410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802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/>
          <a:lstStyle/>
          <a:p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6000" dirty="0"/>
              <a:t> Terima kasih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C32D82AF-76C9-4626-8D5F-3D997DDAB1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79145591"/>
                  </p:ext>
                </p:extLst>
              </p:nvPr>
            </p:nvGraphicFramePr>
            <p:xfrm>
              <a:off x="-1749287" y="5113711"/>
              <a:ext cx="3048000" cy="1714500"/>
            </p:xfrm>
            <a:graphic>
              <a:graphicData uri="http://schemas.microsoft.com/office/powerpoint/2016/slidezoom">
                <pslz:sldZm>
                  <pslz:sldZmObj sldId="270" cId="1884983817">
                    <pslz:zmPr id="{DBC27D69-1CEC-4B4A-BFEF-143AC6635ADC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C32D82AF-76C9-4626-8D5F-3D997DDAB1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49287" y="511371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49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2978</TotalTime>
  <Words>726</Words>
  <Application>Microsoft Office PowerPoint</Application>
  <PresentationFormat>Widescreen</PresentationFormat>
  <Paragraphs>56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Britannic Bold</vt:lpstr>
      <vt:lpstr>Calibri</vt:lpstr>
      <vt:lpstr>Calibri Light</vt:lpstr>
      <vt:lpstr>Century Gothic</vt:lpstr>
      <vt:lpstr>Office Theme</vt:lpstr>
      <vt:lpstr>PowerPoint Presentation</vt:lpstr>
      <vt:lpstr>Protokol Routing</vt:lpstr>
      <vt:lpstr>PowerPoint Presentation</vt:lpstr>
      <vt:lpstr>AUTONOMOUS SYSTEM</vt:lpstr>
      <vt:lpstr>TIPE IP ROUTING DAN ALGORITMA IP ROUTING</vt:lpstr>
      <vt:lpstr>Routing Information Protocol</vt:lpstr>
      <vt:lpstr>Open Shortest Path First</vt:lpstr>
      <vt:lpstr>Enhanced Interior Gateway Routing Protocol</vt:lpstr>
      <vt:lpstr>Border Gateway Protocol</vt:lpstr>
      <vt:lpstr>Proses Routing di Sistem UNIX</vt:lpstr>
      <vt:lpstr>Layer Transport</vt:lpstr>
      <vt:lpstr>Port dan Socket</vt:lpstr>
      <vt:lpstr>User Datagram Protocol</vt:lpstr>
      <vt:lpstr>Transmission Control Protocol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Nurdiana, S.Kom., M.Kom.</cp:lastModifiedBy>
  <cp:revision>191</cp:revision>
  <dcterms:created xsi:type="dcterms:W3CDTF">2018-01-15T03:36:45Z</dcterms:created>
  <dcterms:modified xsi:type="dcterms:W3CDTF">2023-06-21T08:05:03Z</dcterms:modified>
</cp:coreProperties>
</file>