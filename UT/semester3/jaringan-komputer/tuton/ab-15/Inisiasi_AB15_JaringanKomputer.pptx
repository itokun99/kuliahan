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77" r:id="rId3"/>
    <p:sldId id="278" r:id="rId4"/>
    <p:sldId id="279" r:id="rId5"/>
    <p:sldId id="280" r:id="rId6"/>
    <p:sldId id="281" r:id="rId7"/>
    <p:sldId id="27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F79BD1-A831-A84C-9BE3-F1304EBF9542}" v="2" dt="2023-09-14T03:53:19.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57" autoAdjust="0"/>
    <p:restoredTop sz="96327" autoAdjust="0"/>
  </p:normalViewPr>
  <p:slideViewPr>
    <p:cSldViewPr snapToGrid="0">
      <p:cViewPr varScale="1">
        <p:scale>
          <a:sx n="125" d="100"/>
          <a:sy n="125" d="100"/>
        </p:scale>
        <p:origin x="16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 Nurdiana, S.Kom., M.Kom." userId="fca74076-a507-46b3-81ba-40d1f8510c15" providerId="ADAL" clId="{F5280FD0-5D43-464F-8A2B-7BA1742ED039}"/>
    <pc:docChg chg="undo custSel addSld delSld modSld">
      <pc:chgData name="Dian Nurdiana, S.Kom., M.Kom." userId="fca74076-a507-46b3-81ba-40d1f8510c15" providerId="ADAL" clId="{F5280FD0-5D43-464F-8A2B-7BA1742ED039}" dt="2023-06-14T06:41:36.985" v="237" actId="478"/>
      <pc:docMkLst>
        <pc:docMk/>
      </pc:docMkLst>
      <pc:sldChg chg="addSp delSp modSp">
        <pc:chgData name="Dian Nurdiana, S.Kom., M.Kom." userId="fca74076-a507-46b3-81ba-40d1f8510c15" providerId="ADAL" clId="{F5280FD0-5D43-464F-8A2B-7BA1742ED039}" dt="2023-06-14T06:29:08.407" v="4"/>
        <pc:sldMkLst>
          <pc:docMk/>
          <pc:sldMk cId="2097649925" sldId="257"/>
        </pc:sldMkLst>
        <pc:spChg chg="mod">
          <ac:chgData name="Dian Nurdiana, S.Kom., M.Kom." userId="fca74076-a507-46b3-81ba-40d1f8510c15" providerId="ADAL" clId="{F5280FD0-5D43-464F-8A2B-7BA1742ED039}" dt="2023-06-14T06:29:08.407" v="4"/>
          <ac:spMkLst>
            <pc:docMk/>
            <pc:sldMk cId="2097649925" sldId="257"/>
            <ac:spMk id="11" creationId="{2F5769DE-2A5D-4AD6-AA5B-A4CCB6BA4112}"/>
          </ac:spMkLst>
        </pc:spChg>
        <pc:graphicFrameChg chg="add del mod">
          <ac:chgData name="Dian Nurdiana, S.Kom., M.Kom." userId="fca74076-a507-46b3-81ba-40d1f8510c15" providerId="ADAL" clId="{F5280FD0-5D43-464F-8A2B-7BA1742ED039}" dt="2023-06-14T06:29:08.365" v="3"/>
          <ac:graphicFrameMkLst>
            <pc:docMk/>
            <pc:sldMk cId="2097649925" sldId="257"/>
            <ac:graphicFrameMk id="2" creationId="{29A371E9-4B61-1560-697F-0C4492419EED}"/>
          </ac:graphicFrameMkLst>
        </pc:graphicFrameChg>
      </pc:sldChg>
      <pc:sldChg chg="modSp mod">
        <pc:chgData name="Dian Nurdiana, S.Kom., M.Kom." userId="fca74076-a507-46b3-81ba-40d1f8510c15" providerId="ADAL" clId="{F5280FD0-5D43-464F-8A2B-7BA1742ED039}" dt="2023-06-14T06:31:00.912" v="29"/>
        <pc:sldMkLst>
          <pc:docMk/>
          <pc:sldMk cId="1169449778" sldId="259"/>
        </pc:sldMkLst>
        <pc:spChg chg="mod">
          <ac:chgData name="Dian Nurdiana, S.Kom., M.Kom." userId="fca74076-a507-46b3-81ba-40d1f8510c15" providerId="ADAL" clId="{F5280FD0-5D43-464F-8A2B-7BA1742ED039}" dt="2023-06-14T06:30:27.360" v="24"/>
          <ac:spMkLst>
            <pc:docMk/>
            <pc:sldMk cId="1169449778" sldId="259"/>
            <ac:spMk id="2" creationId="{5BF065BD-16AF-47E3-BE9B-53DCC95EA7D9}"/>
          </ac:spMkLst>
        </pc:spChg>
        <pc:spChg chg="mod">
          <ac:chgData name="Dian Nurdiana, S.Kom., M.Kom." userId="fca74076-a507-46b3-81ba-40d1f8510c15" providerId="ADAL" clId="{F5280FD0-5D43-464F-8A2B-7BA1742ED039}" dt="2023-06-14T06:31:00.912" v="29"/>
          <ac:spMkLst>
            <pc:docMk/>
            <pc:sldMk cId="1169449778" sldId="259"/>
            <ac:spMk id="3" creationId="{163DD9E5-1DDC-42B3-A957-9582A1861C3E}"/>
          </ac:spMkLst>
        </pc:spChg>
      </pc:sldChg>
      <pc:sldChg chg="delSp modSp mod">
        <pc:chgData name="Dian Nurdiana, S.Kom., M.Kom." userId="fca74076-a507-46b3-81ba-40d1f8510c15" providerId="ADAL" clId="{F5280FD0-5D43-464F-8A2B-7BA1742ED039}" dt="2023-06-14T06:41:36.985" v="237" actId="478"/>
        <pc:sldMkLst>
          <pc:docMk/>
          <pc:sldMk cId="1884983817" sldId="270"/>
        </pc:sldMkLst>
        <pc:graphicFrameChg chg="del mod">
          <ac:chgData name="Dian Nurdiana, S.Kom., M.Kom." userId="fca74076-a507-46b3-81ba-40d1f8510c15" providerId="ADAL" clId="{F5280FD0-5D43-464F-8A2B-7BA1742ED039}" dt="2023-06-14T06:41:36.985" v="237" actId="478"/>
          <ac:graphicFrameMkLst>
            <pc:docMk/>
            <pc:sldMk cId="1884983817" sldId="270"/>
            <ac:graphicFrameMk id="5" creationId="{C32D82AF-76C9-4626-8D5F-3D997DDAB148}"/>
          </ac:graphicFrameMkLst>
        </pc:graphicFrameChg>
      </pc:sldChg>
      <pc:sldChg chg="addSp delSp modSp add del mod">
        <pc:chgData name="Dian Nurdiana, S.Kom., M.Kom." userId="fca74076-a507-46b3-81ba-40d1f8510c15" providerId="ADAL" clId="{F5280FD0-5D43-464F-8A2B-7BA1742ED039}" dt="2023-06-14T06:32:58.619" v="47" actId="2696"/>
        <pc:sldMkLst>
          <pc:docMk/>
          <pc:sldMk cId="811516758" sldId="271"/>
        </pc:sldMkLst>
        <pc:spChg chg="mod">
          <ac:chgData name="Dian Nurdiana, S.Kom., M.Kom." userId="fca74076-a507-46b3-81ba-40d1f8510c15" providerId="ADAL" clId="{F5280FD0-5D43-464F-8A2B-7BA1742ED039}" dt="2023-06-14T06:31:45.119" v="44" actId="20577"/>
          <ac:spMkLst>
            <pc:docMk/>
            <pc:sldMk cId="811516758" sldId="271"/>
            <ac:spMk id="2" creationId="{5BF065BD-16AF-47E3-BE9B-53DCC95EA7D9}"/>
          </ac:spMkLst>
        </pc:spChg>
        <pc:spChg chg="mod">
          <ac:chgData name="Dian Nurdiana, S.Kom., M.Kom." userId="fca74076-a507-46b3-81ba-40d1f8510c15" providerId="ADAL" clId="{F5280FD0-5D43-464F-8A2B-7BA1742ED039}" dt="2023-06-14T06:31:13.004" v="31" actId="20577"/>
          <ac:spMkLst>
            <pc:docMk/>
            <pc:sldMk cId="811516758" sldId="271"/>
            <ac:spMk id="3" creationId="{163DD9E5-1DDC-42B3-A957-9582A1861C3E}"/>
          </ac:spMkLst>
        </pc:spChg>
        <pc:spChg chg="add del mod">
          <ac:chgData name="Dian Nurdiana, S.Kom., M.Kom." userId="fca74076-a507-46b3-81ba-40d1f8510c15" providerId="ADAL" clId="{F5280FD0-5D43-464F-8A2B-7BA1742ED039}" dt="2023-06-14T06:31:55.890" v="46"/>
          <ac:spMkLst>
            <pc:docMk/>
            <pc:sldMk cId="811516758" sldId="271"/>
            <ac:spMk id="4" creationId="{CD6ADA19-39F4-95DB-CE3C-26E0D9060036}"/>
          </ac:spMkLst>
        </pc:spChg>
      </pc:sldChg>
      <pc:sldChg chg="del">
        <pc:chgData name="Dian Nurdiana, S.Kom., M.Kom." userId="fca74076-a507-46b3-81ba-40d1f8510c15" providerId="ADAL" clId="{F5280FD0-5D43-464F-8A2B-7BA1742ED039}" dt="2023-06-14T06:30:05.762" v="6" actId="2696"/>
        <pc:sldMkLst>
          <pc:docMk/>
          <pc:sldMk cId="4103614426" sldId="271"/>
        </pc:sldMkLst>
      </pc:sldChg>
      <pc:sldChg chg="modSp add mod">
        <pc:chgData name="Dian Nurdiana, S.Kom., M.Kom." userId="fca74076-a507-46b3-81ba-40d1f8510c15" providerId="ADAL" clId="{F5280FD0-5D43-464F-8A2B-7BA1742ED039}" dt="2023-06-14T06:33:33.291" v="54" actId="27636"/>
        <pc:sldMkLst>
          <pc:docMk/>
          <pc:sldMk cId="266842608" sldId="272"/>
        </pc:sldMkLst>
        <pc:spChg chg="mod">
          <ac:chgData name="Dian Nurdiana, S.Kom., M.Kom." userId="fca74076-a507-46b3-81ba-40d1f8510c15" providerId="ADAL" clId="{F5280FD0-5D43-464F-8A2B-7BA1742ED039}" dt="2023-06-14T06:33:07.030" v="49"/>
          <ac:spMkLst>
            <pc:docMk/>
            <pc:sldMk cId="266842608" sldId="272"/>
            <ac:spMk id="2" creationId="{5BF065BD-16AF-47E3-BE9B-53DCC95EA7D9}"/>
          </ac:spMkLst>
        </pc:spChg>
        <pc:spChg chg="mod">
          <ac:chgData name="Dian Nurdiana, S.Kom., M.Kom." userId="fca74076-a507-46b3-81ba-40d1f8510c15" providerId="ADAL" clId="{F5280FD0-5D43-464F-8A2B-7BA1742ED039}" dt="2023-06-14T06:33:33.291" v="54" actId="27636"/>
          <ac:spMkLst>
            <pc:docMk/>
            <pc:sldMk cId="266842608" sldId="272"/>
            <ac:spMk id="3" creationId="{163DD9E5-1DDC-42B3-A957-9582A1861C3E}"/>
          </ac:spMkLst>
        </pc:spChg>
      </pc:sldChg>
      <pc:sldChg chg="del">
        <pc:chgData name="Dian Nurdiana, S.Kom., M.Kom." userId="fca74076-a507-46b3-81ba-40d1f8510c15" providerId="ADAL" clId="{F5280FD0-5D43-464F-8A2B-7BA1742ED039}" dt="2023-06-14T06:30:05.782" v="16" actId="2696"/>
        <pc:sldMkLst>
          <pc:docMk/>
          <pc:sldMk cId="3765351647" sldId="272"/>
        </pc:sldMkLst>
      </pc:sldChg>
      <pc:sldChg chg="modSp add mod">
        <pc:chgData name="Dian Nurdiana, S.Kom., M.Kom." userId="fca74076-a507-46b3-81ba-40d1f8510c15" providerId="ADAL" clId="{F5280FD0-5D43-464F-8A2B-7BA1742ED039}" dt="2023-06-14T06:34:01.762" v="62"/>
        <pc:sldMkLst>
          <pc:docMk/>
          <pc:sldMk cId="1918313789" sldId="273"/>
        </pc:sldMkLst>
        <pc:spChg chg="mod">
          <ac:chgData name="Dian Nurdiana, S.Kom., M.Kom." userId="fca74076-a507-46b3-81ba-40d1f8510c15" providerId="ADAL" clId="{F5280FD0-5D43-464F-8A2B-7BA1742ED039}" dt="2023-06-14T06:33:46.284" v="57" actId="27636"/>
          <ac:spMkLst>
            <pc:docMk/>
            <pc:sldMk cId="1918313789" sldId="273"/>
            <ac:spMk id="2" creationId="{5BF065BD-16AF-47E3-BE9B-53DCC95EA7D9}"/>
          </ac:spMkLst>
        </pc:spChg>
        <pc:spChg chg="mod">
          <ac:chgData name="Dian Nurdiana, S.Kom., M.Kom." userId="fca74076-a507-46b3-81ba-40d1f8510c15" providerId="ADAL" clId="{F5280FD0-5D43-464F-8A2B-7BA1742ED039}" dt="2023-06-14T06:34:01.762" v="62"/>
          <ac:spMkLst>
            <pc:docMk/>
            <pc:sldMk cId="1918313789" sldId="273"/>
            <ac:spMk id="3" creationId="{163DD9E5-1DDC-42B3-A957-9582A1861C3E}"/>
          </ac:spMkLst>
        </pc:spChg>
      </pc:sldChg>
      <pc:sldChg chg="del">
        <pc:chgData name="Dian Nurdiana, S.Kom., M.Kom." userId="fca74076-a507-46b3-81ba-40d1f8510c15" providerId="ADAL" clId="{F5280FD0-5D43-464F-8A2B-7BA1742ED039}" dt="2023-06-14T06:30:05.788" v="17" actId="2696"/>
        <pc:sldMkLst>
          <pc:docMk/>
          <pc:sldMk cId="2843190032" sldId="273"/>
        </pc:sldMkLst>
      </pc:sldChg>
      <pc:sldChg chg="del">
        <pc:chgData name="Dian Nurdiana, S.Kom., M.Kom." userId="fca74076-a507-46b3-81ba-40d1f8510c15" providerId="ADAL" clId="{F5280FD0-5D43-464F-8A2B-7BA1742ED039}" dt="2023-06-14T06:30:05.764" v="8" actId="2696"/>
        <pc:sldMkLst>
          <pc:docMk/>
          <pc:sldMk cId="3649527171" sldId="274"/>
        </pc:sldMkLst>
      </pc:sldChg>
      <pc:sldChg chg="modSp add mod">
        <pc:chgData name="Dian Nurdiana, S.Kom., M.Kom." userId="fca74076-a507-46b3-81ba-40d1f8510c15" providerId="ADAL" clId="{F5280FD0-5D43-464F-8A2B-7BA1742ED039}" dt="2023-06-14T06:34:43.691" v="92" actId="27636"/>
        <pc:sldMkLst>
          <pc:docMk/>
          <pc:sldMk cId="4010146342" sldId="274"/>
        </pc:sldMkLst>
        <pc:spChg chg="mod">
          <ac:chgData name="Dian Nurdiana, S.Kom., M.Kom." userId="fca74076-a507-46b3-81ba-40d1f8510c15" providerId="ADAL" clId="{F5280FD0-5D43-464F-8A2B-7BA1742ED039}" dt="2023-06-14T06:34:14.541" v="64"/>
          <ac:spMkLst>
            <pc:docMk/>
            <pc:sldMk cId="4010146342" sldId="274"/>
            <ac:spMk id="2" creationId="{5BF065BD-16AF-47E3-BE9B-53DCC95EA7D9}"/>
          </ac:spMkLst>
        </pc:spChg>
        <pc:spChg chg="mod">
          <ac:chgData name="Dian Nurdiana, S.Kom., M.Kom." userId="fca74076-a507-46b3-81ba-40d1f8510c15" providerId="ADAL" clId="{F5280FD0-5D43-464F-8A2B-7BA1742ED039}" dt="2023-06-14T06:34:43.691" v="92" actId="27636"/>
          <ac:spMkLst>
            <pc:docMk/>
            <pc:sldMk cId="4010146342" sldId="274"/>
            <ac:spMk id="3" creationId="{163DD9E5-1DDC-42B3-A957-9582A1861C3E}"/>
          </ac:spMkLst>
        </pc:spChg>
      </pc:sldChg>
      <pc:sldChg chg="del">
        <pc:chgData name="Dian Nurdiana, S.Kom., M.Kom." userId="fca74076-a507-46b3-81ba-40d1f8510c15" providerId="ADAL" clId="{F5280FD0-5D43-464F-8A2B-7BA1742ED039}" dt="2023-06-14T06:30:05.768" v="13" actId="2696"/>
        <pc:sldMkLst>
          <pc:docMk/>
          <pc:sldMk cId="2929876759" sldId="275"/>
        </pc:sldMkLst>
      </pc:sldChg>
      <pc:sldChg chg="modSp add mod">
        <pc:chgData name="Dian Nurdiana, S.Kom., M.Kom." userId="fca74076-a507-46b3-81ba-40d1f8510c15" providerId="ADAL" clId="{F5280FD0-5D43-464F-8A2B-7BA1742ED039}" dt="2023-06-14T06:35:12.588" v="107" actId="20577"/>
        <pc:sldMkLst>
          <pc:docMk/>
          <pc:sldMk cId="4192050067" sldId="275"/>
        </pc:sldMkLst>
        <pc:spChg chg="mod">
          <ac:chgData name="Dian Nurdiana, S.Kom., M.Kom." userId="fca74076-a507-46b3-81ba-40d1f8510c15" providerId="ADAL" clId="{F5280FD0-5D43-464F-8A2B-7BA1742ED039}" dt="2023-06-14T06:34:56.325" v="94"/>
          <ac:spMkLst>
            <pc:docMk/>
            <pc:sldMk cId="4192050067" sldId="275"/>
            <ac:spMk id="2" creationId="{5BF065BD-16AF-47E3-BE9B-53DCC95EA7D9}"/>
          </ac:spMkLst>
        </pc:spChg>
        <pc:spChg chg="mod">
          <ac:chgData name="Dian Nurdiana, S.Kom., M.Kom." userId="fca74076-a507-46b3-81ba-40d1f8510c15" providerId="ADAL" clId="{F5280FD0-5D43-464F-8A2B-7BA1742ED039}" dt="2023-06-14T06:35:12.588" v="107" actId="20577"/>
          <ac:spMkLst>
            <pc:docMk/>
            <pc:sldMk cId="4192050067" sldId="275"/>
            <ac:spMk id="3" creationId="{163DD9E5-1DDC-42B3-A957-9582A1861C3E}"/>
          </ac:spMkLst>
        </pc:spChg>
      </pc:sldChg>
      <pc:sldChg chg="modSp add mod">
        <pc:chgData name="Dian Nurdiana, S.Kom., M.Kom." userId="fca74076-a507-46b3-81ba-40d1f8510c15" providerId="ADAL" clId="{F5280FD0-5D43-464F-8A2B-7BA1742ED039}" dt="2023-06-14T06:36:20.687" v="114" actId="20577"/>
        <pc:sldMkLst>
          <pc:docMk/>
          <pc:sldMk cId="223071820" sldId="276"/>
        </pc:sldMkLst>
        <pc:spChg chg="mod">
          <ac:chgData name="Dian Nurdiana, S.Kom., M.Kom." userId="fca74076-a507-46b3-81ba-40d1f8510c15" providerId="ADAL" clId="{F5280FD0-5D43-464F-8A2B-7BA1742ED039}" dt="2023-06-14T06:35:21.270" v="109"/>
          <ac:spMkLst>
            <pc:docMk/>
            <pc:sldMk cId="223071820" sldId="276"/>
            <ac:spMk id="2" creationId="{5BF065BD-16AF-47E3-BE9B-53DCC95EA7D9}"/>
          </ac:spMkLst>
        </pc:spChg>
        <pc:spChg chg="mod">
          <ac:chgData name="Dian Nurdiana, S.Kom., M.Kom." userId="fca74076-a507-46b3-81ba-40d1f8510c15" providerId="ADAL" clId="{F5280FD0-5D43-464F-8A2B-7BA1742ED039}" dt="2023-06-14T06:36:20.687" v="114" actId="20577"/>
          <ac:spMkLst>
            <pc:docMk/>
            <pc:sldMk cId="223071820" sldId="276"/>
            <ac:spMk id="3" creationId="{163DD9E5-1DDC-42B3-A957-9582A1861C3E}"/>
          </ac:spMkLst>
        </pc:spChg>
      </pc:sldChg>
      <pc:sldChg chg="del">
        <pc:chgData name="Dian Nurdiana, S.Kom., M.Kom." userId="fca74076-a507-46b3-81ba-40d1f8510c15" providerId="ADAL" clId="{F5280FD0-5D43-464F-8A2B-7BA1742ED039}" dt="2023-06-14T06:30:05.766" v="11" actId="2696"/>
        <pc:sldMkLst>
          <pc:docMk/>
          <pc:sldMk cId="3230365385" sldId="276"/>
        </pc:sldMkLst>
      </pc:sldChg>
      <pc:sldChg chg="del">
        <pc:chgData name="Dian Nurdiana, S.Kom., M.Kom." userId="fca74076-a507-46b3-81ba-40d1f8510c15" providerId="ADAL" clId="{F5280FD0-5D43-464F-8A2B-7BA1742ED039}" dt="2023-06-14T06:30:05.763" v="7" actId="2696"/>
        <pc:sldMkLst>
          <pc:docMk/>
          <pc:sldMk cId="1508612145" sldId="277"/>
        </pc:sldMkLst>
      </pc:sldChg>
      <pc:sldChg chg="addSp delSp modSp add mod">
        <pc:chgData name="Dian Nurdiana, S.Kom., M.Kom." userId="fca74076-a507-46b3-81ba-40d1f8510c15" providerId="ADAL" clId="{F5280FD0-5D43-464F-8A2B-7BA1742ED039}" dt="2023-06-14T06:37:11.958" v="125" actId="20577"/>
        <pc:sldMkLst>
          <pc:docMk/>
          <pc:sldMk cId="3568644041" sldId="277"/>
        </pc:sldMkLst>
        <pc:spChg chg="mod">
          <ac:chgData name="Dian Nurdiana, S.Kom., M.Kom." userId="fca74076-a507-46b3-81ba-40d1f8510c15" providerId="ADAL" clId="{F5280FD0-5D43-464F-8A2B-7BA1742ED039}" dt="2023-06-14T06:36:59.811" v="122"/>
          <ac:spMkLst>
            <pc:docMk/>
            <pc:sldMk cId="3568644041" sldId="277"/>
            <ac:spMk id="2" creationId="{5BF065BD-16AF-47E3-BE9B-53DCC95EA7D9}"/>
          </ac:spMkLst>
        </pc:spChg>
        <pc:spChg chg="del">
          <ac:chgData name="Dian Nurdiana, S.Kom., M.Kom." userId="fca74076-a507-46b3-81ba-40d1f8510c15" providerId="ADAL" clId="{F5280FD0-5D43-464F-8A2B-7BA1742ED039}" dt="2023-06-14T06:36:38.336" v="115"/>
          <ac:spMkLst>
            <pc:docMk/>
            <pc:sldMk cId="3568644041" sldId="277"/>
            <ac:spMk id="3" creationId="{163DD9E5-1DDC-42B3-A957-9582A1861C3E}"/>
          </ac:spMkLst>
        </pc:spChg>
        <pc:spChg chg="add mod">
          <ac:chgData name="Dian Nurdiana, S.Kom., M.Kom." userId="fca74076-a507-46b3-81ba-40d1f8510c15" providerId="ADAL" clId="{F5280FD0-5D43-464F-8A2B-7BA1742ED039}" dt="2023-06-14T06:37:11.958" v="125" actId="20577"/>
          <ac:spMkLst>
            <pc:docMk/>
            <pc:sldMk cId="3568644041" sldId="277"/>
            <ac:spMk id="6" creationId="{2A8EFB25-721A-6581-7A77-350CCADEE0DF}"/>
          </ac:spMkLst>
        </pc:spChg>
        <pc:graphicFrameChg chg="add del mod">
          <ac:chgData name="Dian Nurdiana, S.Kom., M.Kom." userId="fca74076-a507-46b3-81ba-40d1f8510c15" providerId="ADAL" clId="{F5280FD0-5D43-464F-8A2B-7BA1742ED039}" dt="2023-06-14T06:36:39.947" v="116" actId="21"/>
          <ac:graphicFrameMkLst>
            <pc:docMk/>
            <pc:sldMk cId="3568644041" sldId="277"/>
            <ac:graphicFrameMk id="4" creationId="{2AFAB6EC-6EA5-D5D4-DB5C-43F8C2F8DD7A}"/>
          </ac:graphicFrameMkLst>
        </pc:graphicFrameChg>
        <pc:graphicFrameChg chg="add del mod">
          <ac:chgData name="Dian Nurdiana, S.Kom., M.Kom." userId="fca74076-a507-46b3-81ba-40d1f8510c15" providerId="ADAL" clId="{F5280FD0-5D43-464F-8A2B-7BA1742ED039}" dt="2023-06-14T06:36:44.340" v="118"/>
          <ac:graphicFrameMkLst>
            <pc:docMk/>
            <pc:sldMk cId="3568644041" sldId="277"/>
            <ac:graphicFrameMk id="7" creationId="{5A6643A8-E702-2CEF-600C-4A66842EB559}"/>
          </ac:graphicFrameMkLst>
        </pc:graphicFrameChg>
        <pc:graphicFrameChg chg="add del mod">
          <ac:chgData name="Dian Nurdiana, S.Kom., M.Kom." userId="fca74076-a507-46b3-81ba-40d1f8510c15" providerId="ADAL" clId="{F5280FD0-5D43-464F-8A2B-7BA1742ED039}" dt="2023-06-14T06:36:49.646" v="120"/>
          <ac:graphicFrameMkLst>
            <pc:docMk/>
            <pc:sldMk cId="3568644041" sldId="277"/>
            <ac:graphicFrameMk id="8" creationId="{6FB169D6-62C1-F1F3-B2FC-26C9FAC0FB97}"/>
          </ac:graphicFrameMkLst>
        </pc:graphicFrameChg>
      </pc:sldChg>
      <pc:sldChg chg="modSp add mod">
        <pc:chgData name="Dian Nurdiana, S.Kom., M.Kom." userId="fca74076-a507-46b3-81ba-40d1f8510c15" providerId="ADAL" clId="{F5280FD0-5D43-464F-8A2B-7BA1742ED039}" dt="2023-06-14T06:37:52.636" v="145" actId="5793"/>
        <pc:sldMkLst>
          <pc:docMk/>
          <pc:sldMk cId="1118916524" sldId="278"/>
        </pc:sldMkLst>
        <pc:spChg chg="mod">
          <ac:chgData name="Dian Nurdiana, S.Kom., M.Kom." userId="fca74076-a507-46b3-81ba-40d1f8510c15" providerId="ADAL" clId="{F5280FD0-5D43-464F-8A2B-7BA1742ED039}" dt="2023-06-14T06:37:33.554" v="132"/>
          <ac:spMkLst>
            <pc:docMk/>
            <pc:sldMk cId="1118916524" sldId="278"/>
            <ac:spMk id="2" creationId="{5BF065BD-16AF-47E3-BE9B-53DCC95EA7D9}"/>
          </ac:spMkLst>
        </pc:spChg>
        <pc:spChg chg="mod">
          <ac:chgData name="Dian Nurdiana, S.Kom., M.Kom." userId="fca74076-a507-46b3-81ba-40d1f8510c15" providerId="ADAL" clId="{F5280FD0-5D43-464F-8A2B-7BA1742ED039}" dt="2023-06-14T06:37:52.636" v="145" actId="5793"/>
          <ac:spMkLst>
            <pc:docMk/>
            <pc:sldMk cId="1118916524" sldId="278"/>
            <ac:spMk id="3" creationId="{163DD9E5-1DDC-42B3-A957-9582A1861C3E}"/>
          </ac:spMkLst>
        </pc:spChg>
      </pc:sldChg>
      <pc:sldChg chg="del">
        <pc:chgData name="Dian Nurdiana, S.Kom., M.Kom." userId="fca74076-a507-46b3-81ba-40d1f8510c15" providerId="ADAL" clId="{F5280FD0-5D43-464F-8A2B-7BA1742ED039}" dt="2023-06-14T06:30:05.770" v="15" actId="2696"/>
        <pc:sldMkLst>
          <pc:docMk/>
          <pc:sldMk cId="1141514019" sldId="278"/>
        </pc:sldMkLst>
      </pc:sldChg>
      <pc:sldChg chg="modSp add mod">
        <pc:chgData name="Dian Nurdiana, S.Kom., M.Kom." userId="fca74076-a507-46b3-81ba-40d1f8510c15" providerId="ADAL" clId="{F5280FD0-5D43-464F-8A2B-7BA1742ED039}" dt="2023-06-14T06:38:19.605" v="163" actId="5793"/>
        <pc:sldMkLst>
          <pc:docMk/>
          <pc:sldMk cId="340624876" sldId="279"/>
        </pc:sldMkLst>
        <pc:spChg chg="mod">
          <ac:chgData name="Dian Nurdiana, S.Kom., M.Kom." userId="fca74076-a507-46b3-81ba-40d1f8510c15" providerId="ADAL" clId="{F5280FD0-5D43-464F-8A2B-7BA1742ED039}" dt="2023-06-14T06:38:00.351" v="146"/>
          <ac:spMkLst>
            <pc:docMk/>
            <pc:sldMk cId="340624876" sldId="279"/>
            <ac:spMk id="2" creationId="{5BF065BD-16AF-47E3-BE9B-53DCC95EA7D9}"/>
          </ac:spMkLst>
        </pc:spChg>
        <pc:spChg chg="mod">
          <ac:chgData name="Dian Nurdiana, S.Kom., M.Kom." userId="fca74076-a507-46b3-81ba-40d1f8510c15" providerId="ADAL" clId="{F5280FD0-5D43-464F-8A2B-7BA1742ED039}" dt="2023-06-14T06:38:19.605" v="163" actId="5793"/>
          <ac:spMkLst>
            <pc:docMk/>
            <pc:sldMk cId="340624876" sldId="279"/>
            <ac:spMk id="3" creationId="{163DD9E5-1DDC-42B3-A957-9582A1861C3E}"/>
          </ac:spMkLst>
        </pc:spChg>
      </pc:sldChg>
      <pc:sldChg chg="del">
        <pc:chgData name="Dian Nurdiana, S.Kom., M.Kom." userId="fca74076-a507-46b3-81ba-40d1f8510c15" providerId="ADAL" clId="{F5280FD0-5D43-464F-8A2B-7BA1742ED039}" dt="2023-06-14T06:30:05.769" v="14" actId="2696"/>
        <pc:sldMkLst>
          <pc:docMk/>
          <pc:sldMk cId="2187600366" sldId="279"/>
        </pc:sldMkLst>
      </pc:sldChg>
      <pc:sldChg chg="del">
        <pc:chgData name="Dian Nurdiana, S.Kom., M.Kom." userId="fca74076-a507-46b3-81ba-40d1f8510c15" providerId="ADAL" clId="{F5280FD0-5D43-464F-8A2B-7BA1742ED039}" dt="2023-06-14T06:30:05.767" v="12" actId="2696"/>
        <pc:sldMkLst>
          <pc:docMk/>
          <pc:sldMk cId="531709865" sldId="280"/>
        </pc:sldMkLst>
      </pc:sldChg>
      <pc:sldChg chg="addSp modSp add mod">
        <pc:chgData name="Dian Nurdiana, S.Kom., M.Kom." userId="fca74076-a507-46b3-81ba-40d1f8510c15" providerId="ADAL" clId="{F5280FD0-5D43-464F-8A2B-7BA1742ED039}" dt="2023-06-14T06:40:52.954" v="226" actId="1076"/>
        <pc:sldMkLst>
          <pc:docMk/>
          <pc:sldMk cId="3690024599" sldId="280"/>
        </pc:sldMkLst>
        <pc:spChg chg="mod">
          <ac:chgData name="Dian Nurdiana, S.Kom., M.Kom." userId="fca74076-a507-46b3-81ba-40d1f8510c15" providerId="ADAL" clId="{F5280FD0-5D43-464F-8A2B-7BA1742ED039}" dt="2023-06-14T06:38:37.227" v="172" actId="27636"/>
          <ac:spMkLst>
            <pc:docMk/>
            <pc:sldMk cId="3690024599" sldId="280"/>
            <ac:spMk id="2" creationId="{5BF065BD-16AF-47E3-BE9B-53DCC95EA7D9}"/>
          </ac:spMkLst>
        </pc:spChg>
        <pc:spChg chg="mod">
          <ac:chgData name="Dian Nurdiana, S.Kom., M.Kom." userId="fca74076-a507-46b3-81ba-40d1f8510c15" providerId="ADAL" clId="{F5280FD0-5D43-464F-8A2B-7BA1742ED039}" dt="2023-06-14T06:40:04.775" v="206"/>
          <ac:spMkLst>
            <pc:docMk/>
            <pc:sldMk cId="3690024599" sldId="280"/>
            <ac:spMk id="3" creationId="{163DD9E5-1DDC-42B3-A957-9582A1861C3E}"/>
          </ac:spMkLst>
        </pc:spChg>
        <pc:picChg chg="add mod">
          <ac:chgData name="Dian Nurdiana, S.Kom., M.Kom." userId="fca74076-a507-46b3-81ba-40d1f8510c15" providerId="ADAL" clId="{F5280FD0-5D43-464F-8A2B-7BA1742ED039}" dt="2023-06-14T06:40:35.914" v="219" actId="14100"/>
          <ac:picMkLst>
            <pc:docMk/>
            <pc:sldMk cId="3690024599" sldId="280"/>
            <ac:picMk id="4" creationId="{79DE022D-A70B-B8DA-E8E0-6FBCD6C0E1CD}"/>
          </ac:picMkLst>
        </pc:picChg>
        <pc:picChg chg="add mod">
          <ac:chgData name="Dian Nurdiana, S.Kom., M.Kom." userId="fca74076-a507-46b3-81ba-40d1f8510c15" providerId="ADAL" clId="{F5280FD0-5D43-464F-8A2B-7BA1742ED039}" dt="2023-06-14T06:40:37.957" v="221" actId="14100"/>
          <ac:picMkLst>
            <pc:docMk/>
            <pc:sldMk cId="3690024599" sldId="280"/>
            <ac:picMk id="5" creationId="{E8FD42B7-BB37-2468-3157-762AEF053BF4}"/>
          </ac:picMkLst>
        </pc:picChg>
        <pc:picChg chg="add mod">
          <ac:chgData name="Dian Nurdiana, S.Kom., M.Kom." userId="fca74076-a507-46b3-81ba-40d1f8510c15" providerId="ADAL" clId="{F5280FD0-5D43-464F-8A2B-7BA1742ED039}" dt="2023-06-14T06:40:51.360" v="225" actId="1076"/>
          <ac:picMkLst>
            <pc:docMk/>
            <pc:sldMk cId="3690024599" sldId="280"/>
            <ac:picMk id="6" creationId="{8FDC4717-2A42-EE32-DD52-A9A3286E5650}"/>
          </ac:picMkLst>
        </pc:picChg>
        <pc:picChg chg="add mod">
          <ac:chgData name="Dian Nurdiana, S.Kom., M.Kom." userId="fca74076-a507-46b3-81ba-40d1f8510c15" providerId="ADAL" clId="{F5280FD0-5D43-464F-8A2B-7BA1742ED039}" dt="2023-06-14T06:40:27.029" v="214"/>
          <ac:picMkLst>
            <pc:docMk/>
            <pc:sldMk cId="3690024599" sldId="280"/>
            <ac:picMk id="7" creationId="{898D78B5-9347-9285-8B5A-5CF621CCFBFB}"/>
          </ac:picMkLst>
        </pc:picChg>
        <pc:picChg chg="add mod">
          <ac:chgData name="Dian Nurdiana, S.Kom., M.Kom." userId="fca74076-a507-46b3-81ba-40d1f8510c15" providerId="ADAL" clId="{F5280FD0-5D43-464F-8A2B-7BA1742ED039}" dt="2023-06-14T06:40:52.954" v="226" actId="1076"/>
          <ac:picMkLst>
            <pc:docMk/>
            <pc:sldMk cId="3690024599" sldId="280"/>
            <ac:picMk id="8" creationId="{047E5A46-359C-756B-E9F2-003CC83BFC57}"/>
          </ac:picMkLst>
        </pc:picChg>
      </pc:sldChg>
      <pc:sldChg chg="del">
        <pc:chgData name="Dian Nurdiana, S.Kom., M.Kom." userId="fca74076-a507-46b3-81ba-40d1f8510c15" providerId="ADAL" clId="{F5280FD0-5D43-464F-8A2B-7BA1742ED039}" dt="2023-06-14T06:30:05.765" v="9" actId="2696"/>
        <pc:sldMkLst>
          <pc:docMk/>
          <pc:sldMk cId="1052138251" sldId="281"/>
        </pc:sldMkLst>
      </pc:sldChg>
      <pc:sldChg chg="modSp add mod">
        <pc:chgData name="Dian Nurdiana, S.Kom., M.Kom." userId="fca74076-a507-46b3-81ba-40d1f8510c15" providerId="ADAL" clId="{F5280FD0-5D43-464F-8A2B-7BA1742ED039}" dt="2023-06-14T06:41:18.637" v="233" actId="20577"/>
        <pc:sldMkLst>
          <pc:docMk/>
          <pc:sldMk cId="1764751695" sldId="281"/>
        </pc:sldMkLst>
        <pc:spChg chg="mod">
          <ac:chgData name="Dian Nurdiana, S.Kom., M.Kom." userId="fca74076-a507-46b3-81ba-40d1f8510c15" providerId="ADAL" clId="{F5280FD0-5D43-464F-8A2B-7BA1742ED039}" dt="2023-06-14T06:41:07.354" v="230"/>
          <ac:spMkLst>
            <pc:docMk/>
            <pc:sldMk cId="1764751695" sldId="281"/>
            <ac:spMk id="2" creationId="{5BF065BD-16AF-47E3-BE9B-53DCC95EA7D9}"/>
          </ac:spMkLst>
        </pc:spChg>
        <pc:spChg chg="mod">
          <ac:chgData name="Dian Nurdiana, S.Kom., M.Kom." userId="fca74076-a507-46b3-81ba-40d1f8510c15" providerId="ADAL" clId="{F5280FD0-5D43-464F-8A2B-7BA1742ED039}" dt="2023-06-14T06:41:18.637" v="233" actId="20577"/>
          <ac:spMkLst>
            <pc:docMk/>
            <pc:sldMk cId="1764751695" sldId="281"/>
            <ac:spMk id="3" creationId="{163DD9E5-1DDC-42B3-A957-9582A1861C3E}"/>
          </ac:spMkLst>
        </pc:spChg>
      </pc:sldChg>
      <pc:sldChg chg="add del">
        <pc:chgData name="Dian Nurdiana, S.Kom., M.Kom." userId="fca74076-a507-46b3-81ba-40d1f8510c15" providerId="ADAL" clId="{F5280FD0-5D43-464F-8A2B-7BA1742ED039}" dt="2023-06-14T06:41:25.216" v="235" actId="2696"/>
        <pc:sldMkLst>
          <pc:docMk/>
          <pc:sldMk cId="3002308008" sldId="282"/>
        </pc:sldMkLst>
      </pc:sldChg>
      <pc:sldChg chg="del">
        <pc:chgData name="Dian Nurdiana, S.Kom., M.Kom." userId="fca74076-a507-46b3-81ba-40d1f8510c15" providerId="ADAL" clId="{F5280FD0-5D43-464F-8A2B-7BA1742ED039}" dt="2023-06-14T06:30:05.792" v="18" actId="2696"/>
        <pc:sldMkLst>
          <pc:docMk/>
          <pc:sldMk cId="3366816736" sldId="282"/>
        </pc:sldMkLst>
      </pc:sldChg>
      <pc:sldChg chg="add del">
        <pc:chgData name="Dian Nurdiana, S.Kom., M.Kom." userId="fca74076-a507-46b3-81ba-40d1f8510c15" providerId="ADAL" clId="{F5280FD0-5D43-464F-8A2B-7BA1742ED039}" dt="2023-06-14T06:41:25.215" v="234" actId="2696"/>
        <pc:sldMkLst>
          <pc:docMk/>
          <pc:sldMk cId="1024469450" sldId="283"/>
        </pc:sldMkLst>
      </pc:sldChg>
      <pc:sldChg chg="del">
        <pc:chgData name="Dian Nurdiana, S.Kom., M.Kom." userId="fca74076-a507-46b3-81ba-40d1f8510c15" providerId="ADAL" clId="{F5280FD0-5D43-464F-8A2B-7BA1742ED039}" dt="2023-06-14T06:30:05.766" v="10" actId="2696"/>
        <pc:sldMkLst>
          <pc:docMk/>
          <pc:sldMk cId="1126867491" sldId="283"/>
        </pc:sldMkLst>
      </pc:sldChg>
    </pc:docChg>
  </pc:docChgLst>
  <pc:docChgLst>
    <pc:chgData name="Dian Nurdiana, S.Kom., M.Kom." userId="fca74076-a507-46b3-81ba-40d1f8510c15" providerId="ADAL" clId="{2AE219CA-8184-4E58-B218-9A8E5978000F}"/>
    <pc:docChg chg="undo custSel addSld modSld">
      <pc:chgData name="Dian Nurdiana, S.Kom., M.Kom." userId="fca74076-a507-46b3-81ba-40d1f8510c15" providerId="ADAL" clId="{2AE219CA-8184-4E58-B218-9A8E5978000F}" dt="2020-12-30T04:33:09.783" v="156" actId="27309"/>
      <pc:docMkLst>
        <pc:docMk/>
      </pc:docMkLst>
      <pc:sldChg chg="modSp">
        <pc:chgData name="Dian Nurdiana, S.Kom., M.Kom." userId="fca74076-a507-46b3-81ba-40d1f8510c15" providerId="ADAL" clId="{2AE219CA-8184-4E58-B218-9A8E5978000F}" dt="2020-12-30T04:25:18.068" v="51"/>
        <pc:sldMkLst>
          <pc:docMk/>
          <pc:sldMk cId="2097649925" sldId="257"/>
        </pc:sldMkLst>
        <pc:spChg chg="mod">
          <ac:chgData name="Dian Nurdiana, S.Kom., M.Kom." userId="fca74076-a507-46b3-81ba-40d1f8510c15" providerId="ADAL" clId="{2AE219CA-8184-4E58-B218-9A8E5978000F}" dt="2020-12-30T04:25:03.725" v="50" actId="20577"/>
          <ac:spMkLst>
            <pc:docMk/>
            <pc:sldMk cId="2097649925" sldId="257"/>
            <ac:spMk id="5" creationId="{8B2E021C-F2B5-470F-BA90-8F3C01E9B787}"/>
          </ac:spMkLst>
        </pc:spChg>
        <pc:spChg chg="mod">
          <ac:chgData name="Dian Nurdiana, S.Kom., M.Kom." userId="fca74076-a507-46b3-81ba-40d1f8510c15" providerId="ADAL" clId="{2AE219CA-8184-4E58-B218-9A8E5978000F}" dt="2020-12-30T04:25:18.068" v="51"/>
          <ac:spMkLst>
            <pc:docMk/>
            <pc:sldMk cId="2097649925" sldId="257"/>
            <ac:spMk id="11" creationId="{2F5769DE-2A5D-4AD6-AA5B-A4CCB6BA4112}"/>
          </ac:spMkLst>
        </pc:spChg>
      </pc:sldChg>
      <pc:sldChg chg="delSp modSp mod">
        <pc:chgData name="Dian Nurdiana, S.Kom., M.Kom." userId="fca74076-a507-46b3-81ba-40d1f8510c15" providerId="ADAL" clId="{2AE219CA-8184-4E58-B218-9A8E5978000F}" dt="2020-12-30T04:26:19.624" v="61"/>
        <pc:sldMkLst>
          <pc:docMk/>
          <pc:sldMk cId="1169449778" sldId="259"/>
        </pc:sldMkLst>
        <pc:spChg chg="mod">
          <ac:chgData name="Dian Nurdiana, S.Kom., M.Kom." userId="fca74076-a507-46b3-81ba-40d1f8510c15" providerId="ADAL" clId="{2AE219CA-8184-4E58-B218-9A8E5978000F}" dt="2020-12-30T04:25:35.507" v="52"/>
          <ac:spMkLst>
            <pc:docMk/>
            <pc:sldMk cId="1169449778" sldId="259"/>
            <ac:spMk id="2" creationId="{5BF065BD-16AF-47E3-BE9B-53DCC95EA7D9}"/>
          </ac:spMkLst>
        </pc:spChg>
        <pc:spChg chg="mod">
          <ac:chgData name="Dian Nurdiana, S.Kom., M.Kom." userId="fca74076-a507-46b3-81ba-40d1f8510c15" providerId="ADAL" clId="{2AE219CA-8184-4E58-B218-9A8E5978000F}" dt="2020-12-30T04:26:19.624" v="61"/>
          <ac:spMkLst>
            <pc:docMk/>
            <pc:sldMk cId="1169449778" sldId="259"/>
            <ac:spMk id="3" creationId="{163DD9E5-1DDC-42B3-A957-9582A1861C3E}"/>
          </ac:spMkLst>
        </pc:spChg>
        <pc:spChg chg="del">
          <ac:chgData name="Dian Nurdiana, S.Kom., M.Kom." userId="fca74076-a507-46b3-81ba-40d1f8510c15" providerId="ADAL" clId="{2AE219CA-8184-4E58-B218-9A8E5978000F}" dt="2020-12-30T04:26:07.597" v="54" actId="478"/>
          <ac:spMkLst>
            <pc:docMk/>
            <pc:sldMk cId="1169449778" sldId="259"/>
            <ac:spMk id="4" creationId="{79E56D6E-FA39-4C4C-995E-4822EA653BA9}"/>
          </ac:spMkLst>
        </pc:spChg>
        <pc:picChg chg="del">
          <ac:chgData name="Dian Nurdiana, S.Kom., M.Kom." userId="fca74076-a507-46b3-81ba-40d1f8510c15" providerId="ADAL" clId="{2AE219CA-8184-4E58-B218-9A8E5978000F}" dt="2020-12-30T04:26:04.937" v="53" actId="478"/>
          <ac:picMkLst>
            <pc:docMk/>
            <pc:sldMk cId="1169449778" sldId="259"/>
            <ac:picMk id="5122" creationId="{5E80CDC8-983A-49A4-9AF3-A8C8027ADF09}"/>
          </ac:picMkLst>
        </pc:picChg>
      </pc:sldChg>
      <pc:sldChg chg="addSp modSp mod">
        <pc:chgData name="Dian Nurdiana, S.Kom., M.Kom." userId="fca74076-a507-46b3-81ba-40d1f8510c15" providerId="ADAL" clId="{2AE219CA-8184-4E58-B218-9A8E5978000F}" dt="2020-12-30T04:33:09.783" v="156" actId="27309"/>
        <pc:sldMkLst>
          <pc:docMk/>
          <pc:sldMk cId="1884983817" sldId="270"/>
        </pc:sldMkLst>
        <pc:graphicFrameChg chg="add modGraphic">
          <ac:chgData name="Dian Nurdiana, S.Kom., M.Kom." userId="fca74076-a507-46b3-81ba-40d1f8510c15" providerId="ADAL" clId="{2AE219CA-8184-4E58-B218-9A8E5978000F}" dt="2020-12-30T04:33:09.783" v="156" actId="27309"/>
          <ac:graphicFrameMkLst>
            <pc:docMk/>
            <pc:sldMk cId="1884983817" sldId="270"/>
            <ac:graphicFrameMk id="5" creationId="{C32D82AF-76C9-4626-8D5F-3D997DDAB148}"/>
          </ac:graphicFrameMkLst>
        </pc:graphicFrameChg>
      </pc:sldChg>
      <pc:sldChg chg="addSp modSp mod">
        <pc:chgData name="Dian Nurdiana, S.Kom., M.Kom." userId="fca74076-a507-46b3-81ba-40d1f8510c15" providerId="ADAL" clId="{2AE219CA-8184-4E58-B218-9A8E5978000F}" dt="2020-12-30T04:29:11.502" v="82" actId="1076"/>
        <pc:sldMkLst>
          <pc:docMk/>
          <pc:sldMk cId="2907557485" sldId="271"/>
        </pc:sldMkLst>
        <pc:spChg chg="mod">
          <ac:chgData name="Dian Nurdiana, S.Kom., M.Kom." userId="fca74076-a507-46b3-81ba-40d1f8510c15" providerId="ADAL" clId="{2AE219CA-8184-4E58-B218-9A8E5978000F}" dt="2020-12-30T04:28:22.933" v="70"/>
          <ac:spMkLst>
            <pc:docMk/>
            <pc:sldMk cId="2907557485" sldId="271"/>
            <ac:spMk id="2" creationId="{5BF065BD-16AF-47E3-BE9B-53DCC95EA7D9}"/>
          </ac:spMkLst>
        </pc:spChg>
        <pc:spChg chg="mod">
          <ac:chgData name="Dian Nurdiana, S.Kom., M.Kom." userId="fca74076-a507-46b3-81ba-40d1f8510c15" providerId="ADAL" clId="{2AE219CA-8184-4E58-B218-9A8E5978000F}" dt="2020-12-30T04:29:02.406" v="79"/>
          <ac:spMkLst>
            <pc:docMk/>
            <pc:sldMk cId="2907557485" sldId="271"/>
            <ac:spMk id="3" creationId="{163DD9E5-1DDC-42B3-A957-9582A1861C3E}"/>
          </ac:spMkLst>
        </pc:spChg>
        <pc:picChg chg="add mod">
          <ac:chgData name="Dian Nurdiana, S.Kom., M.Kom." userId="fca74076-a507-46b3-81ba-40d1f8510c15" providerId="ADAL" clId="{2AE219CA-8184-4E58-B218-9A8E5978000F}" dt="2020-12-30T04:29:11.502" v="82" actId="1076"/>
          <ac:picMkLst>
            <pc:docMk/>
            <pc:sldMk cId="2907557485" sldId="271"/>
            <ac:picMk id="4" creationId="{F4E2A1F8-D832-475F-ACB8-7A4CCE1EBD6C}"/>
          </ac:picMkLst>
        </pc:picChg>
      </pc:sldChg>
      <pc:sldChg chg="modSp mod">
        <pc:chgData name="Dian Nurdiana, S.Kom., M.Kom." userId="fca74076-a507-46b3-81ba-40d1f8510c15" providerId="ADAL" clId="{2AE219CA-8184-4E58-B218-9A8E5978000F}" dt="2020-12-30T04:30:15.385" v="101" actId="5793"/>
        <pc:sldMkLst>
          <pc:docMk/>
          <pc:sldMk cId="707124780" sldId="273"/>
        </pc:sldMkLst>
        <pc:spChg chg="mod">
          <ac:chgData name="Dian Nurdiana, S.Kom., M.Kom." userId="fca74076-a507-46b3-81ba-40d1f8510c15" providerId="ADAL" clId="{2AE219CA-8184-4E58-B218-9A8E5978000F}" dt="2020-12-30T04:29:27.638" v="83"/>
          <ac:spMkLst>
            <pc:docMk/>
            <pc:sldMk cId="707124780" sldId="273"/>
            <ac:spMk id="2" creationId="{5BF065BD-16AF-47E3-BE9B-53DCC95EA7D9}"/>
          </ac:spMkLst>
        </pc:spChg>
        <pc:spChg chg="mod">
          <ac:chgData name="Dian Nurdiana, S.Kom., M.Kom." userId="fca74076-a507-46b3-81ba-40d1f8510c15" providerId="ADAL" clId="{2AE219CA-8184-4E58-B218-9A8E5978000F}" dt="2020-12-30T04:30:15.385" v="101" actId="5793"/>
          <ac:spMkLst>
            <pc:docMk/>
            <pc:sldMk cId="707124780" sldId="273"/>
            <ac:spMk id="3" creationId="{163DD9E5-1DDC-42B3-A957-9582A1861C3E}"/>
          </ac:spMkLst>
        </pc:spChg>
      </pc:sldChg>
      <pc:sldChg chg="modSp mod">
        <pc:chgData name="Dian Nurdiana, S.Kom., M.Kom." userId="fca74076-a507-46b3-81ba-40d1f8510c15" providerId="ADAL" clId="{2AE219CA-8184-4E58-B218-9A8E5978000F}" dt="2020-12-30T04:30:39.877" v="106" actId="27636"/>
        <pc:sldMkLst>
          <pc:docMk/>
          <pc:sldMk cId="1835521271" sldId="274"/>
        </pc:sldMkLst>
        <pc:spChg chg="mod">
          <ac:chgData name="Dian Nurdiana, S.Kom., M.Kom." userId="fca74076-a507-46b3-81ba-40d1f8510c15" providerId="ADAL" clId="{2AE219CA-8184-4E58-B218-9A8E5978000F}" dt="2020-12-30T04:30:27.655" v="102"/>
          <ac:spMkLst>
            <pc:docMk/>
            <pc:sldMk cId="1835521271" sldId="274"/>
            <ac:spMk id="2" creationId="{5BF065BD-16AF-47E3-BE9B-53DCC95EA7D9}"/>
          </ac:spMkLst>
        </pc:spChg>
        <pc:spChg chg="mod">
          <ac:chgData name="Dian Nurdiana, S.Kom., M.Kom." userId="fca74076-a507-46b3-81ba-40d1f8510c15" providerId="ADAL" clId="{2AE219CA-8184-4E58-B218-9A8E5978000F}" dt="2020-12-30T04:30:39.877" v="106" actId="27636"/>
          <ac:spMkLst>
            <pc:docMk/>
            <pc:sldMk cId="1835521271" sldId="274"/>
            <ac:spMk id="3" creationId="{163DD9E5-1DDC-42B3-A957-9582A1861C3E}"/>
          </ac:spMkLst>
        </pc:spChg>
      </pc:sldChg>
      <pc:sldChg chg="addSp modSp mod">
        <pc:chgData name="Dian Nurdiana, S.Kom., M.Kom." userId="fca74076-a507-46b3-81ba-40d1f8510c15" providerId="ADAL" clId="{2AE219CA-8184-4E58-B218-9A8E5978000F}" dt="2020-12-30T04:27:17.250" v="65" actId="1076"/>
        <pc:sldMkLst>
          <pc:docMk/>
          <pc:sldMk cId="2720750934" sldId="277"/>
        </pc:sldMkLst>
        <pc:spChg chg="mod">
          <ac:chgData name="Dian Nurdiana, S.Kom., M.Kom." userId="fca74076-a507-46b3-81ba-40d1f8510c15" providerId="ADAL" clId="{2AE219CA-8184-4E58-B218-9A8E5978000F}" dt="2020-12-30T04:26:53.430" v="62"/>
          <ac:spMkLst>
            <pc:docMk/>
            <pc:sldMk cId="2720750934" sldId="277"/>
            <ac:spMk id="2" creationId="{5BF065BD-16AF-47E3-BE9B-53DCC95EA7D9}"/>
          </ac:spMkLst>
        </pc:spChg>
        <pc:spChg chg="mod">
          <ac:chgData name="Dian Nurdiana, S.Kom., M.Kom." userId="fca74076-a507-46b3-81ba-40d1f8510c15" providerId="ADAL" clId="{2AE219CA-8184-4E58-B218-9A8E5978000F}" dt="2020-12-30T04:27:04.083" v="63"/>
          <ac:spMkLst>
            <pc:docMk/>
            <pc:sldMk cId="2720750934" sldId="277"/>
            <ac:spMk id="3" creationId="{163DD9E5-1DDC-42B3-A957-9582A1861C3E}"/>
          </ac:spMkLst>
        </pc:spChg>
        <pc:picChg chg="add mod">
          <ac:chgData name="Dian Nurdiana, S.Kom., M.Kom." userId="fca74076-a507-46b3-81ba-40d1f8510c15" providerId="ADAL" clId="{2AE219CA-8184-4E58-B218-9A8E5978000F}" dt="2020-12-30T04:27:17.250" v="65" actId="1076"/>
          <ac:picMkLst>
            <pc:docMk/>
            <pc:sldMk cId="2720750934" sldId="277"/>
            <ac:picMk id="4" creationId="{7EBCEB92-2C6D-467C-9B15-33E7B4B4F93B}"/>
          </ac:picMkLst>
        </pc:picChg>
      </pc:sldChg>
      <pc:sldChg chg="delSp modSp add mod">
        <pc:chgData name="Dian Nurdiana, S.Kom., M.Kom." userId="fca74076-a507-46b3-81ba-40d1f8510c15" providerId="ADAL" clId="{2AE219CA-8184-4E58-B218-9A8E5978000F}" dt="2020-12-30T04:28:07.899" v="69" actId="20577"/>
        <pc:sldMkLst>
          <pc:docMk/>
          <pc:sldMk cId="3224428108" sldId="278"/>
        </pc:sldMkLst>
        <pc:spChg chg="mod">
          <ac:chgData name="Dian Nurdiana, S.Kom., M.Kom." userId="fca74076-a507-46b3-81ba-40d1f8510c15" providerId="ADAL" clId="{2AE219CA-8184-4E58-B218-9A8E5978000F}" dt="2020-12-30T04:28:07.899" v="69" actId="20577"/>
          <ac:spMkLst>
            <pc:docMk/>
            <pc:sldMk cId="3224428108" sldId="278"/>
            <ac:spMk id="3" creationId="{163DD9E5-1DDC-42B3-A957-9582A1861C3E}"/>
          </ac:spMkLst>
        </pc:spChg>
        <pc:picChg chg="del">
          <ac:chgData name="Dian Nurdiana, S.Kom., M.Kom." userId="fca74076-a507-46b3-81ba-40d1f8510c15" providerId="ADAL" clId="{2AE219CA-8184-4E58-B218-9A8E5978000F}" dt="2020-12-30T04:28:04.327" v="67" actId="478"/>
          <ac:picMkLst>
            <pc:docMk/>
            <pc:sldMk cId="3224428108" sldId="278"/>
            <ac:picMk id="4" creationId="{7EBCEB92-2C6D-467C-9B15-33E7B4B4F93B}"/>
          </ac:picMkLst>
        </pc:picChg>
      </pc:sldChg>
      <pc:sldChg chg="modSp add mod">
        <pc:chgData name="Dian Nurdiana, S.Kom., M.Kom." userId="fca74076-a507-46b3-81ba-40d1f8510c15" providerId="ADAL" clId="{2AE219CA-8184-4E58-B218-9A8E5978000F}" dt="2020-12-30T04:31:58.241" v="137" actId="113"/>
        <pc:sldMkLst>
          <pc:docMk/>
          <pc:sldMk cId="2679286301" sldId="279"/>
        </pc:sldMkLst>
        <pc:spChg chg="mod">
          <ac:chgData name="Dian Nurdiana, S.Kom., M.Kom." userId="fca74076-a507-46b3-81ba-40d1f8510c15" providerId="ADAL" clId="{2AE219CA-8184-4E58-B218-9A8E5978000F}" dt="2020-12-30T04:30:55.544" v="108"/>
          <ac:spMkLst>
            <pc:docMk/>
            <pc:sldMk cId="2679286301" sldId="279"/>
            <ac:spMk id="2" creationId="{5BF065BD-16AF-47E3-BE9B-53DCC95EA7D9}"/>
          </ac:spMkLst>
        </pc:spChg>
        <pc:spChg chg="mod">
          <ac:chgData name="Dian Nurdiana, S.Kom., M.Kom." userId="fca74076-a507-46b3-81ba-40d1f8510c15" providerId="ADAL" clId="{2AE219CA-8184-4E58-B218-9A8E5978000F}" dt="2020-12-30T04:31:58.241" v="137" actId="113"/>
          <ac:spMkLst>
            <pc:docMk/>
            <pc:sldMk cId="2679286301" sldId="279"/>
            <ac:spMk id="3" creationId="{163DD9E5-1DDC-42B3-A957-9582A1861C3E}"/>
          </ac:spMkLst>
        </pc:spChg>
      </pc:sldChg>
      <pc:sldChg chg="modSp add mod">
        <pc:chgData name="Dian Nurdiana, S.Kom., M.Kom." userId="fca74076-a507-46b3-81ba-40d1f8510c15" providerId="ADAL" clId="{2AE219CA-8184-4E58-B218-9A8E5978000F}" dt="2020-12-30T04:32:42.591" v="150" actId="20577"/>
        <pc:sldMkLst>
          <pc:docMk/>
          <pc:sldMk cId="3234302241" sldId="280"/>
        </pc:sldMkLst>
        <pc:spChg chg="mod">
          <ac:chgData name="Dian Nurdiana, S.Kom., M.Kom." userId="fca74076-a507-46b3-81ba-40d1f8510c15" providerId="ADAL" clId="{2AE219CA-8184-4E58-B218-9A8E5978000F}" dt="2020-12-30T04:32:42.591" v="150" actId="20577"/>
          <ac:spMkLst>
            <pc:docMk/>
            <pc:sldMk cId="3234302241" sldId="280"/>
            <ac:spMk id="2" creationId="{5BF065BD-16AF-47E3-BE9B-53DCC95EA7D9}"/>
          </ac:spMkLst>
        </pc:spChg>
        <pc:spChg chg="mod">
          <ac:chgData name="Dian Nurdiana, S.Kom., M.Kom." userId="fca74076-a507-46b3-81ba-40d1f8510c15" providerId="ADAL" clId="{2AE219CA-8184-4E58-B218-9A8E5978000F}" dt="2020-12-30T04:32:25.180" v="142" actId="6549"/>
          <ac:spMkLst>
            <pc:docMk/>
            <pc:sldMk cId="3234302241" sldId="280"/>
            <ac:spMk id="3" creationId="{163DD9E5-1DDC-42B3-A957-9582A1861C3E}"/>
          </ac:spMkLst>
        </pc:spChg>
      </pc:sldChg>
      <pc:sldChg chg="modSp add mod">
        <pc:chgData name="Dian Nurdiana, S.Kom., M.Kom." userId="fca74076-a507-46b3-81ba-40d1f8510c15" providerId="ADAL" clId="{2AE219CA-8184-4E58-B218-9A8E5978000F}" dt="2020-12-30T04:33:07.074" v="155"/>
        <pc:sldMkLst>
          <pc:docMk/>
          <pc:sldMk cId="1441663428" sldId="281"/>
        </pc:sldMkLst>
        <pc:spChg chg="mod">
          <ac:chgData name="Dian Nurdiana, S.Kom., M.Kom." userId="fca74076-a507-46b3-81ba-40d1f8510c15" providerId="ADAL" clId="{2AE219CA-8184-4E58-B218-9A8E5978000F}" dt="2020-12-30T04:32:34.818" v="144"/>
          <ac:spMkLst>
            <pc:docMk/>
            <pc:sldMk cId="1441663428" sldId="281"/>
            <ac:spMk id="2" creationId="{5BF065BD-16AF-47E3-BE9B-53DCC95EA7D9}"/>
          </ac:spMkLst>
        </pc:spChg>
        <pc:spChg chg="mod">
          <ac:chgData name="Dian Nurdiana, S.Kom., M.Kom." userId="fca74076-a507-46b3-81ba-40d1f8510c15" providerId="ADAL" clId="{2AE219CA-8184-4E58-B218-9A8E5978000F}" dt="2020-12-30T04:33:07.074" v="155"/>
          <ac:spMkLst>
            <pc:docMk/>
            <pc:sldMk cId="1441663428" sldId="281"/>
            <ac:spMk id="3" creationId="{163DD9E5-1DDC-42B3-A957-9582A1861C3E}"/>
          </ac:spMkLst>
        </pc:spChg>
      </pc:sldChg>
    </pc:docChg>
  </pc:docChgLst>
  <pc:docChgLst>
    <pc:chgData name="Dian Nurdiana, S.Kom., M.Kom." userId="fca74076-a507-46b3-81ba-40d1f8510c15" providerId="ADAL" clId="{99BC154E-A974-4594-B278-4632E5B3481C}"/>
    <pc:docChg chg="modSld">
      <pc:chgData name="Dian Nurdiana, S.Kom., M.Kom." userId="fca74076-a507-46b3-81ba-40d1f8510c15" providerId="ADAL" clId="{99BC154E-A974-4594-B278-4632E5B3481C}" dt="2023-06-21T08:25:51.273" v="26" actId="20577"/>
      <pc:docMkLst>
        <pc:docMk/>
      </pc:docMkLst>
      <pc:sldChg chg="modSp">
        <pc:chgData name="Dian Nurdiana, S.Kom., M.Kom." userId="fca74076-a507-46b3-81ba-40d1f8510c15" providerId="ADAL" clId="{99BC154E-A974-4594-B278-4632E5B3481C}" dt="2023-06-21T08:25:51.273" v="26" actId="20577"/>
        <pc:sldMkLst>
          <pc:docMk/>
          <pc:sldMk cId="2097649925" sldId="257"/>
        </pc:sldMkLst>
        <pc:spChg chg="mod">
          <ac:chgData name="Dian Nurdiana, S.Kom., M.Kom." userId="fca74076-a507-46b3-81ba-40d1f8510c15" providerId="ADAL" clId="{99BC154E-A974-4594-B278-4632E5B3481C}" dt="2023-06-21T08:25:41.383" v="0" actId="6549"/>
          <ac:spMkLst>
            <pc:docMk/>
            <pc:sldMk cId="2097649925" sldId="257"/>
            <ac:spMk id="5" creationId="{8B2E021C-F2B5-470F-BA90-8F3C01E9B787}"/>
          </ac:spMkLst>
        </pc:spChg>
        <pc:spChg chg="mod">
          <ac:chgData name="Dian Nurdiana, S.Kom., M.Kom." userId="fca74076-a507-46b3-81ba-40d1f8510c15" providerId="ADAL" clId="{99BC154E-A974-4594-B278-4632E5B3481C}" dt="2023-06-21T08:25:51.273" v="26" actId="20577"/>
          <ac:spMkLst>
            <pc:docMk/>
            <pc:sldMk cId="2097649925" sldId="257"/>
            <ac:spMk id="11" creationId="{2F5769DE-2A5D-4AD6-AA5B-A4CCB6BA4112}"/>
          </ac:spMkLst>
        </pc:spChg>
      </pc:sldChg>
    </pc:docChg>
  </pc:docChgLst>
  <pc:docChgLst>
    <pc:chgData name="Dian Nurdiana, S.Kom., M.Kom." userId="fca74076-a507-46b3-81ba-40d1f8510c15" providerId="ADAL" clId="{F1F79BD1-A831-A84C-9BE3-F1304EBF9542}"/>
    <pc:docChg chg="delSld modSld">
      <pc:chgData name="Dian Nurdiana, S.Kom., M.Kom." userId="fca74076-a507-46b3-81ba-40d1f8510c15" providerId="ADAL" clId="{F1F79BD1-A831-A84C-9BE3-F1304EBF9542}" dt="2023-09-14T03:53:19.584" v="7" actId="20577"/>
      <pc:docMkLst>
        <pc:docMk/>
      </pc:docMkLst>
      <pc:sldChg chg="modSp">
        <pc:chgData name="Dian Nurdiana, S.Kom., M.Kom." userId="fca74076-a507-46b3-81ba-40d1f8510c15" providerId="ADAL" clId="{F1F79BD1-A831-A84C-9BE3-F1304EBF9542}" dt="2023-09-14T03:53:19.584" v="7" actId="20577"/>
        <pc:sldMkLst>
          <pc:docMk/>
          <pc:sldMk cId="2097649925" sldId="257"/>
        </pc:sldMkLst>
        <pc:spChg chg="mod">
          <ac:chgData name="Dian Nurdiana, S.Kom., M.Kom." userId="fca74076-a507-46b3-81ba-40d1f8510c15" providerId="ADAL" clId="{F1F79BD1-A831-A84C-9BE3-F1304EBF9542}" dt="2023-09-14T03:53:19.584" v="7" actId="20577"/>
          <ac:spMkLst>
            <pc:docMk/>
            <pc:sldMk cId="2097649925" sldId="257"/>
            <ac:spMk id="11" creationId="{2F5769DE-2A5D-4AD6-AA5B-A4CCB6BA4112}"/>
          </ac:spMkLst>
        </pc:spChg>
      </pc:sldChg>
      <pc:sldChg chg="del">
        <pc:chgData name="Dian Nurdiana, S.Kom., M.Kom." userId="fca74076-a507-46b3-81ba-40d1f8510c15" providerId="ADAL" clId="{F1F79BD1-A831-A84C-9BE3-F1304EBF9542}" dt="2023-09-14T03:52:04.708" v="0" actId="2696"/>
        <pc:sldMkLst>
          <pc:docMk/>
          <pc:sldMk cId="1169449778" sldId="259"/>
        </pc:sldMkLst>
      </pc:sldChg>
      <pc:sldChg chg="del">
        <pc:chgData name="Dian Nurdiana, S.Kom., M.Kom." userId="fca74076-a507-46b3-81ba-40d1f8510c15" providerId="ADAL" clId="{F1F79BD1-A831-A84C-9BE3-F1304EBF9542}" dt="2023-09-14T03:52:04.723" v="4" actId="2696"/>
        <pc:sldMkLst>
          <pc:docMk/>
          <pc:sldMk cId="266842608" sldId="272"/>
        </pc:sldMkLst>
      </pc:sldChg>
      <pc:sldChg chg="del">
        <pc:chgData name="Dian Nurdiana, S.Kom., M.Kom." userId="fca74076-a507-46b3-81ba-40d1f8510c15" providerId="ADAL" clId="{F1F79BD1-A831-A84C-9BE3-F1304EBF9542}" dt="2023-09-14T03:52:04.709" v="1" actId="2696"/>
        <pc:sldMkLst>
          <pc:docMk/>
          <pc:sldMk cId="1918313789" sldId="273"/>
        </pc:sldMkLst>
      </pc:sldChg>
      <pc:sldChg chg="del">
        <pc:chgData name="Dian Nurdiana, S.Kom., M.Kom." userId="fca74076-a507-46b3-81ba-40d1f8510c15" providerId="ADAL" clId="{F1F79BD1-A831-A84C-9BE3-F1304EBF9542}" dt="2023-09-14T03:52:04.710" v="2" actId="2696"/>
        <pc:sldMkLst>
          <pc:docMk/>
          <pc:sldMk cId="4010146342" sldId="274"/>
        </pc:sldMkLst>
      </pc:sldChg>
      <pc:sldChg chg="del">
        <pc:chgData name="Dian Nurdiana, S.Kom., M.Kom." userId="fca74076-a507-46b3-81ba-40d1f8510c15" providerId="ADAL" clId="{F1F79BD1-A831-A84C-9BE3-F1304EBF9542}" dt="2023-09-14T03:52:04.711" v="3" actId="2696"/>
        <pc:sldMkLst>
          <pc:docMk/>
          <pc:sldMk cId="4192050067" sldId="275"/>
        </pc:sldMkLst>
      </pc:sldChg>
      <pc:sldChg chg="del">
        <pc:chgData name="Dian Nurdiana, S.Kom., M.Kom." userId="fca74076-a507-46b3-81ba-40d1f8510c15" providerId="ADAL" clId="{F1F79BD1-A831-A84C-9BE3-F1304EBF9542}" dt="2023-09-14T03:52:04.736" v="5" actId="2696"/>
        <pc:sldMkLst>
          <pc:docMk/>
          <pc:sldMk cId="22307182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9/14/23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9/14/23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9/14/23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9/14/23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9/14/23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9/14/23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9/14/23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9/14/23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9/14/23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9/14/23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9/14/23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a:t>
            </a:r>
          </a:p>
          <a:p>
            <a:pPr algn="ctr">
              <a:buNone/>
            </a:pPr>
            <a:r>
              <a:rPr lang="id-ID" sz="2400" b="1" dirty="0"/>
              <a:t>MSIM4204 JARINGAN KOMPUTER</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425004" y="3059668"/>
            <a:ext cx="11192296" cy="1323439"/>
          </a:xfrm>
          <a:prstGeom prst="rect">
            <a:avLst/>
          </a:prstGeom>
          <a:noFill/>
        </p:spPr>
        <p:txBody>
          <a:bodyPr wrap="none" rtlCol="0">
            <a:spAutoFit/>
          </a:bodyPr>
          <a:lstStyle/>
          <a:p>
            <a:pPr algn="ctr">
              <a:spcBef>
                <a:spcPct val="0"/>
              </a:spcBef>
              <a:buNone/>
            </a:pPr>
            <a:r>
              <a:rPr lang="id-ID" sz="4000"/>
              <a:t>Aktivitas Belajar 15  </a:t>
            </a:r>
            <a:endParaRPr lang="id-ID" sz="4000" dirty="0"/>
          </a:p>
          <a:p>
            <a:pPr algn="ctr">
              <a:spcBef>
                <a:spcPct val="0"/>
              </a:spcBef>
              <a:buNone/>
            </a:pPr>
            <a:r>
              <a:rPr lang="en-US" sz="4000" dirty="0" err="1"/>
              <a:t>Manajemen</a:t>
            </a:r>
            <a:r>
              <a:rPr lang="en-US" sz="4000" dirty="0"/>
              <a:t> </a:t>
            </a:r>
            <a:r>
              <a:rPr lang="en-US" sz="4000" dirty="0" err="1"/>
              <a:t>Jaringan</a:t>
            </a:r>
            <a:r>
              <a:rPr lang="en-US" sz="4000" dirty="0"/>
              <a:t> dan Wireless LAN – IEEE 802.11</a:t>
            </a: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Wireless LAN – IEEE 802.11 </a:t>
            </a:r>
          </a:p>
        </p:txBody>
      </p:sp>
      <p:sp>
        <p:nvSpPr>
          <p:cNvPr id="6" name="Content Placeholder 5">
            <a:extLst>
              <a:ext uri="{FF2B5EF4-FFF2-40B4-BE49-F238E27FC236}">
                <a16:creationId xmlns:a16="http://schemas.microsoft.com/office/drawing/2014/main" id="{2A8EFB25-721A-6581-7A77-350CCADEE0DF}"/>
              </a:ext>
            </a:extLst>
          </p:cNvPr>
          <p:cNvSpPr>
            <a:spLocks noGrp="1"/>
          </p:cNvSpPr>
          <p:nvPr>
            <p:ph idx="1"/>
          </p:nvPr>
        </p:nvSpPr>
        <p:spPr/>
        <p:txBody>
          <a:bodyPr/>
          <a:lstStyle/>
          <a:p>
            <a:r>
              <a:rPr lang="en-US" dirty="0"/>
              <a:t>Wireless Local Area Network (WLAN) </a:t>
            </a:r>
            <a:r>
              <a:rPr lang="en-US" dirty="0" err="1"/>
              <a:t>adalah</a:t>
            </a:r>
            <a:r>
              <a:rPr lang="en-US" dirty="0"/>
              <a:t> </a:t>
            </a:r>
            <a:r>
              <a:rPr lang="en-US" dirty="0" err="1"/>
              <a:t>jaringan</a:t>
            </a:r>
            <a:r>
              <a:rPr lang="en-US" dirty="0"/>
              <a:t> </a:t>
            </a:r>
            <a:r>
              <a:rPr lang="en-US" dirty="0" err="1"/>
              <a:t>komputer</a:t>
            </a:r>
            <a:r>
              <a:rPr lang="en-US" dirty="0"/>
              <a:t> yang </a:t>
            </a:r>
            <a:r>
              <a:rPr lang="en-US" dirty="0" err="1"/>
              <a:t>menghubungkan</a:t>
            </a:r>
            <a:r>
              <a:rPr lang="en-US" dirty="0"/>
              <a:t> </a:t>
            </a:r>
            <a:r>
              <a:rPr lang="en-US" dirty="0" err="1"/>
              <a:t>dua</a:t>
            </a:r>
            <a:r>
              <a:rPr lang="en-US" dirty="0"/>
              <a:t> </a:t>
            </a:r>
            <a:r>
              <a:rPr lang="en-US" dirty="0" err="1"/>
              <a:t>atau</a:t>
            </a:r>
            <a:r>
              <a:rPr lang="en-US" dirty="0"/>
              <a:t> </a:t>
            </a:r>
            <a:r>
              <a:rPr lang="en-US" dirty="0" err="1"/>
              <a:t>lebih</a:t>
            </a:r>
            <a:r>
              <a:rPr lang="en-US" dirty="0"/>
              <a:t> </a:t>
            </a:r>
            <a:r>
              <a:rPr lang="en-US" dirty="0" err="1"/>
              <a:t>perangkat</a:t>
            </a:r>
            <a:r>
              <a:rPr lang="en-US" dirty="0"/>
              <a:t> </a:t>
            </a:r>
            <a:r>
              <a:rPr lang="en-US" dirty="0" err="1"/>
              <a:t>dengan</a:t>
            </a:r>
            <a:r>
              <a:rPr lang="en-US" dirty="0"/>
              <a:t> </a:t>
            </a:r>
            <a:r>
              <a:rPr lang="en-US" dirty="0" err="1"/>
              <a:t>menggunakan</a:t>
            </a:r>
            <a:r>
              <a:rPr lang="en-US" dirty="0"/>
              <a:t> </a:t>
            </a:r>
            <a:r>
              <a:rPr lang="en-US" dirty="0" err="1"/>
              <a:t>distribusi</a:t>
            </a:r>
            <a:r>
              <a:rPr lang="en-US" dirty="0"/>
              <a:t> </a:t>
            </a:r>
            <a:r>
              <a:rPr lang="en-US" dirty="0" err="1"/>
              <a:t>nirkabel</a:t>
            </a:r>
            <a:r>
              <a:rPr lang="en-US" dirty="0"/>
              <a:t>, di mana </a:t>
            </a:r>
            <a:r>
              <a:rPr lang="en-US" dirty="0" err="1"/>
              <a:t>teknologi</a:t>
            </a:r>
            <a:r>
              <a:rPr lang="en-US" dirty="0"/>
              <a:t> yang </a:t>
            </a:r>
            <a:r>
              <a:rPr lang="en-US" dirty="0" err="1"/>
              <a:t>digunakan</a:t>
            </a:r>
            <a:r>
              <a:rPr lang="en-US" dirty="0"/>
              <a:t> </a:t>
            </a:r>
            <a:r>
              <a:rPr lang="en-US" dirty="0" err="1"/>
              <a:t>adalah</a:t>
            </a:r>
            <a:r>
              <a:rPr lang="en-US" dirty="0"/>
              <a:t> spread-spectrum </a:t>
            </a:r>
            <a:r>
              <a:rPr lang="en-US" dirty="0" err="1"/>
              <a:t>atau</a:t>
            </a:r>
            <a:r>
              <a:rPr lang="en-US" dirty="0"/>
              <a:t> radio OFDM </a:t>
            </a:r>
            <a:r>
              <a:rPr lang="en-US" dirty="0" err="1"/>
              <a:t>dengan</a:t>
            </a:r>
            <a:r>
              <a:rPr lang="en-US" dirty="0"/>
              <a:t> area </a:t>
            </a:r>
            <a:r>
              <a:rPr lang="en-US" dirty="0" err="1"/>
              <a:t>koneksi</a:t>
            </a:r>
            <a:r>
              <a:rPr lang="en-US" dirty="0"/>
              <a:t> </a:t>
            </a:r>
            <a:r>
              <a:rPr lang="en-US" dirty="0" err="1"/>
              <a:t>tertentu</a:t>
            </a:r>
            <a:r>
              <a:rPr lang="en-US" dirty="0"/>
              <a:t>. </a:t>
            </a:r>
            <a:r>
              <a:rPr lang="en-US" dirty="0" err="1"/>
              <a:t>Teknologi</a:t>
            </a:r>
            <a:r>
              <a:rPr lang="en-US" dirty="0"/>
              <a:t> WLAN </a:t>
            </a:r>
            <a:r>
              <a:rPr lang="en-US" dirty="0" err="1"/>
              <a:t>menggunakan</a:t>
            </a:r>
            <a:r>
              <a:rPr lang="en-US" dirty="0"/>
              <a:t> </a:t>
            </a:r>
            <a:r>
              <a:rPr lang="en-US" dirty="0" err="1"/>
              <a:t>standar</a:t>
            </a:r>
            <a:r>
              <a:rPr lang="en-US" dirty="0"/>
              <a:t> IEEE 802.11 </a:t>
            </a:r>
            <a:r>
              <a:rPr lang="en-US" dirty="0" err="1"/>
              <a:t>dengan</a:t>
            </a:r>
            <a:r>
              <a:rPr lang="en-US" dirty="0"/>
              <a:t> </a:t>
            </a:r>
            <a:r>
              <a:rPr lang="en-US" dirty="0" err="1"/>
              <a:t>menggunakan</a:t>
            </a:r>
            <a:r>
              <a:rPr lang="en-US" dirty="0"/>
              <a:t> </a:t>
            </a:r>
            <a:r>
              <a:rPr lang="en-US" dirty="0" err="1"/>
              <a:t>merek</a:t>
            </a:r>
            <a:r>
              <a:rPr lang="en-US" dirty="0"/>
              <a:t> di pasar </a:t>
            </a:r>
            <a:r>
              <a:rPr lang="en-US" dirty="0" err="1"/>
              <a:t>disebut</a:t>
            </a:r>
            <a:r>
              <a:rPr lang="en-US" dirty="0"/>
              <a:t> </a:t>
            </a:r>
            <a:r>
              <a:rPr lang="en-US" dirty="0" err="1"/>
              <a:t>dengan</a:t>
            </a:r>
            <a:r>
              <a:rPr lang="en-US" dirty="0"/>
              <a:t> Wi-Fi.</a:t>
            </a:r>
          </a:p>
          <a:p>
            <a:endParaRPr lang="en-US" dirty="0"/>
          </a:p>
        </p:txBody>
      </p:sp>
    </p:spTree>
    <p:extLst>
      <p:ext uri="{BB962C8B-B14F-4D97-AF65-F5344CB8AC3E}">
        <p14:creationId xmlns:p14="http://schemas.microsoft.com/office/powerpoint/2010/main" val="356864404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Arsitektur WLAN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77500" lnSpcReduction="20000"/>
          </a:bodyPr>
          <a:lstStyle/>
          <a:p>
            <a:r>
              <a:rPr lang="id-ID" dirty="0" err="1"/>
              <a:t>Station</a:t>
            </a:r>
            <a:endParaRPr lang="id-ID" dirty="0"/>
          </a:p>
          <a:p>
            <a:pPr marL="0" indent="0">
              <a:buNone/>
            </a:pPr>
            <a:r>
              <a:rPr lang="id-ID" dirty="0"/>
              <a:t>Semua komponen yang dapat terkoneksi dengan jaringan disebut dengan </a:t>
            </a:r>
            <a:r>
              <a:rPr lang="id-ID" dirty="0" err="1"/>
              <a:t>station</a:t>
            </a:r>
            <a:r>
              <a:rPr lang="id-ID" dirty="0"/>
              <a:t>. Di mana setiap </a:t>
            </a:r>
            <a:r>
              <a:rPr lang="id-ID" dirty="0" err="1"/>
              <a:t>station</a:t>
            </a:r>
            <a:r>
              <a:rPr lang="id-ID" dirty="0"/>
              <a:t> dilengkapi dengan </a:t>
            </a:r>
            <a:r>
              <a:rPr lang="id-ID" dirty="0" err="1"/>
              <a:t>wireless</a:t>
            </a:r>
            <a:r>
              <a:rPr lang="id-ID" dirty="0"/>
              <a:t> </a:t>
            </a:r>
            <a:r>
              <a:rPr lang="id-ID" dirty="0" err="1"/>
              <a:t>network</a:t>
            </a:r>
            <a:r>
              <a:rPr lang="id-ID" dirty="0"/>
              <a:t> </a:t>
            </a:r>
            <a:r>
              <a:rPr lang="id-ID" dirty="0" err="1"/>
              <a:t>interface</a:t>
            </a:r>
            <a:r>
              <a:rPr lang="id-ID" dirty="0"/>
              <a:t> </a:t>
            </a:r>
            <a:r>
              <a:rPr lang="id-ID" dirty="0" err="1"/>
              <a:t>controller</a:t>
            </a:r>
            <a:r>
              <a:rPr lang="id-ID" dirty="0"/>
              <a:t> (WNIC). Di mana </a:t>
            </a:r>
            <a:r>
              <a:rPr lang="id-ID" dirty="0" err="1"/>
              <a:t>station</a:t>
            </a:r>
            <a:r>
              <a:rPr lang="id-ID" dirty="0"/>
              <a:t> dapat dibedakan menjadi 2 macam yaitu: </a:t>
            </a:r>
            <a:r>
              <a:rPr lang="id-ID" dirty="0" err="1"/>
              <a:t>access</a:t>
            </a:r>
            <a:r>
              <a:rPr lang="id-ID" dirty="0"/>
              <a:t> </a:t>
            </a:r>
            <a:r>
              <a:rPr lang="id-ID" dirty="0" err="1"/>
              <a:t>point</a:t>
            </a:r>
            <a:r>
              <a:rPr lang="id-ID" dirty="0"/>
              <a:t> (AP) dan klien. Wireless </a:t>
            </a:r>
            <a:r>
              <a:rPr lang="id-ID" dirty="0" err="1"/>
              <a:t>access</a:t>
            </a:r>
            <a:r>
              <a:rPr lang="id-ID" dirty="0"/>
              <a:t> </a:t>
            </a:r>
            <a:r>
              <a:rPr lang="id-ID" dirty="0" err="1"/>
              <a:t>point</a:t>
            </a:r>
            <a:r>
              <a:rPr lang="id-ID" dirty="0"/>
              <a:t> dapat berbentuk sebagai perangkat </a:t>
            </a:r>
            <a:r>
              <a:rPr lang="id-ID" dirty="0" err="1"/>
              <a:t>wireless</a:t>
            </a:r>
            <a:r>
              <a:rPr lang="id-ID" dirty="0"/>
              <a:t> </a:t>
            </a:r>
            <a:r>
              <a:rPr lang="id-ID" dirty="0" err="1"/>
              <a:t>router</a:t>
            </a:r>
            <a:r>
              <a:rPr lang="id-ID" dirty="0"/>
              <a:t>, di mana difungsikan sebagai </a:t>
            </a:r>
            <a:r>
              <a:rPr lang="id-ID" dirty="0" err="1"/>
              <a:t>base</a:t>
            </a:r>
            <a:r>
              <a:rPr lang="id-ID" dirty="0"/>
              <a:t> </a:t>
            </a:r>
            <a:r>
              <a:rPr lang="id-ID" dirty="0" err="1"/>
              <a:t>station</a:t>
            </a:r>
            <a:r>
              <a:rPr lang="id-ID" dirty="0"/>
              <a:t> yang memancarkan </a:t>
            </a:r>
            <a:r>
              <a:rPr lang="id-ID" dirty="0" err="1"/>
              <a:t>signal</a:t>
            </a:r>
            <a:r>
              <a:rPr lang="id-ID" dirty="0"/>
              <a:t> untuk jaringan nirkabel. Sedangkan klien adalah perangkat bergerak seperti laptop, PDA, </a:t>
            </a:r>
            <a:r>
              <a:rPr lang="id-ID" dirty="0" err="1"/>
              <a:t>smartphones</a:t>
            </a:r>
            <a:r>
              <a:rPr lang="id-ID" dirty="0"/>
              <a:t>, dan bisa juga berupa PC yang dilengkapi dengan WNIC.</a:t>
            </a:r>
          </a:p>
          <a:p>
            <a:r>
              <a:rPr lang="id-ID" dirty="0"/>
              <a:t> </a:t>
            </a:r>
          </a:p>
          <a:p>
            <a:r>
              <a:rPr lang="id-ID" dirty="0"/>
              <a:t>Basic Service Set</a:t>
            </a:r>
          </a:p>
          <a:p>
            <a:pPr marL="0" indent="0">
              <a:buNone/>
            </a:pPr>
            <a:r>
              <a:rPr lang="id-ID" dirty="0"/>
              <a:t>Basic Service Set (BSS) adalah sekumpulan </a:t>
            </a:r>
            <a:r>
              <a:rPr lang="id-ID" dirty="0" err="1"/>
              <a:t>station-station</a:t>
            </a:r>
            <a:r>
              <a:rPr lang="id-ID" dirty="0"/>
              <a:t> yang dapat berkomunikasi satu dengan lainnya pada jaringan nirkabel yang sama. Setiap BSS memiliki identifikasi (ID) yang disebut dengan BSSID. Terdapat dua tipe BSS: Independent BSS (IBSS) dan infrastruktur BSS. IBSS adalah jaringan </a:t>
            </a:r>
            <a:r>
              <a:rPr lang="id-ID" dirty="0" err="1"/>
              <a:t>ad</a:t>
            </a:r>
            <a:r>
              <a:rPr lang="id-ID" dirty="0"/>
              <a:t>-hoc di mana tidak memiliki </a:t>
            </a:r>
            <a:r>
              <a:rPr lang="id-ID" dirty="0" err="1"/>
              <a:t>access</a:t>
            </a:r>
            <a:r>
              <a:rPr lang="id-ID" dirty="0"/>
              <a:t> </a:t>
            </a:r>
            <a:r>
              <a:rPr lang="id-ID" dirty="0" err="1"/>
              <a:t>point</a:t>
            </a:r>
            <a:r>
              <a:rPr lang="id-ID" dirty="0"/>
              <a:t>.</a:t>
            </a:r>
          </a:p>
          <a:p>
            <a:endParaRPr lang="id-ID" dirty="0"/>
          </a:p>
        </p:txBody>
      </p:sp>
    </p:spTree>
    <p:extLst>
      <p:ext uri="{BB962C8B-B14F-4D97-AF65-F5344CB8AC3E}">
        <p14:creationId xmlns:p14="http://schemas.microsoft.com/office/powerpoint/2010/main" val="111891652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Arsitektur WLAN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10000"/>
          </a:bodyPr>
          <a:lstStyle/>
          <a:p>
            <a:r>
              <a:rPr lang="id-ID" dirty="0" err="1"/>
              <a:t>Extended</a:t>
            </a:r>
            <a:r>
              <a:rPr lang="id-ID" dirty="0"/>
              <a:t> Service Set</a:t>
            </a:r>
          </a:p>
          <a:p>
            <a:pPr marL="0" indent="0">
              <a:buNone/>
            </a:pPr>
            <a:r>
              <a:rPr lang="id-ID" dirty="0" err="1"/>
              <a:t>Extended</a:t>
            </a:r>
            <a:r>
              <a:rPr lang="id-ID" dirty="0"/>
              <a:t> Service Set (ESS) adalah sebuah kumpulan BSS yang saling terkoneksi. Access </a:t>
            </a:r>
            <a:r>
              <a:rPr lang="id-ID" dirty="0" err="1"/>
              <a:t>Point</a:t>
            </a:r>
            <a:r>
              <a:rPr lang="id-ID" dirty="0"/>
              <a:t> adalah sebuah sistem distribusi yang menghubungkan ESS. Setiap ESS memiliki sebuah ID yang disebut dengan SSID yang berbentuk 32-byte karakter.</a:t>
            </a:r>
          </a:p>
          <a:p>
            <a:pPr marL="0" indent="0">
              <a:buNone/>
            </a:pPr>
            <a:endParaRPr lang="id-ID" dirty="0"/>
          </a:p>
          <a:p>
            <a:r>
              <a:rPr lang="id-ID" dirty="0" err="1"/>
              <a:t>Distribution</a:t>
            </a:r>
            <a:r>
              <a:rPr lang="id-ID" dirty="0"/>
              <a:t> System</a:t>
            </a:r>
          </a:p>
          <a:p>
            <a:pPr marL="0" indent="0">
              <a:buNone/>
            </a:pPr>
            <a:r>
              <a:rPr lang="id-ID" dirty="0" err="1"/>
              <a:t>Distribution</a:t>
            </a:r>
            <a:r>
              <a:rPr lang="id-ID" dirty="0"/>
              <a:t> System (DS) menghubungkan beberapa </a:t>
            </a:r>
            <a:r>
              <a:rPr lang="id-ID" dirty="0" err="1"/>
              <a:t>access</a:t>
            </a:r>
            <a:r>
              <a:rPr lang="id-ID" dirty="0"/>
              <a:t> </a:t>
            </a:r>
            <a:r>
              <a:rPr lang="id-ID" dirty="0" err="1"/>
              <a:t>point</a:t>
            </a:r>
            <a:r>
              <a:rPr lang="id-ID" dirty="0"/>
              <a:t> dalam sebuah ESS. Di mana konsep DS dapat digunakan untuk meningkatkan wilayah jangkauan. Bentuk DS antara lain Wireless </a:t>
            </a:r>
            <a:r>
              <a:rPr lang="id-ID" dirty="0" err="1"/>
              <a:t>Distribution</a:t>
            </a:r>
            <a:r>
              <a:rPr lang="id-ID" dirty="0"/>
              <a:t> System (WDS) dan protokol </a:t>
            </a:r>
            <a:r>
              <a:rPr lang="id-ID" dirty="0" err="1"/>
              <a:t>Mesh</a:t>
            </a:r>
            <a:r>
              <a:rPr lang="id-ID" dirty="0"/>
              <a:t>.</a:t>
            </a:r>
          </a:p>
          <a:p>
            <a:endParaRPr lang="id-ID" dirty="0"/>
          </a:p>
        </p:txBody>
      </p:sp>
    </p:spTree>
    <p:extLst>
      <p:ext uri="{BB962C8B-B14F-4D97-AF65-F5344CB8AC3E}">
        <p14:creationId xmlns:p14="http://schemas.microsoft.com/office/powerpoint/2010/main" val="34062487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Perangkat WLAN</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20000"/>
          </a:bodyPr>
          <a:lstStyle/>
          <a:p>
            <a:r>
              <a:rPr lang="id-ID" dirty="0"/>
              <a:t>Access </a:t>
            </a:r>
            <a:r>
              <a:rPr lang="id-ID" dirty="0" err="1"/>
              <a:t>Point</a:t>
            </a:r>
            <a:endParaRPr lang="id-ID" dirty="0"/>
          </a:p>
          <a:p>
            <a:r>
              <a:rPr lang="id-ID" dirty="0"/>
              <a:t>Wireless NIC </a:t>
            </a:r>
          </a:p>
          <a:p>
            <a:r>
              <a:rPr lang="id-ID" dirty="0"/>
              <a:t>Antena </a:t>
            </a:r>
          </a:p>
          <a:p>
            <a:r>
              <a:rPr lang="id-ID" dirty="0" err="1"/>
              <a:t>Signal</a:t>
            </a:r>
            <a:r>
              <a:rPr lang="id-ID" dirty="0"/>
              <a:t> </a:t>
            </a:r>
            <a:r>
              <a:rPr lang="id-ID" dirty="0" err="1"/>
              <a:t>Spliter</a:t>
            </a:r>
            <a:r>
              <a:rPr lang="id-ID" dirty="0"/>
              <a:t> </a:t>
            </a:r>
          </a:p>
          <a:p>
            <a:r>
              <a:rPr lang="id-ID" dirty="0"/>
              <a:t>Kabel perpanjangan </a:t>
            </a:r>
          </a:p>
          <a:p>
            <a:r>
              <a:rPr lang="id-ID" dirty="0" err="1"/>
              <a:t>Lightning</a:t>
            </a:r>
            <a:r>
              <a:rPr lang="id-ID" dirty="0"/>
              <a:t> </a:t>
            </a:r>
            <a:r>
              <a:rPr lang="id-ID" dirty="0" err="1"/>
              <a:t>Protector</a:t>
            </a:r>
            <a:r>
              <a:rPr lang="id-ID" dirty="0"/>
              <a:t> </a:t>
            </a:r>
          </a:p>
          <a:p>
            <a:r>
              <a:rPr lang="id-ID" dirty="0" err="1"/>
              <a:t>Weatherproof</a:t>
            </a:r>
            <a:r>
              <a:rPr lang="id-ID" dirty="0"/>
              <a:t> </a:t>
            </a:r>
            <a:r>
              <a:rPr lang="id-ID" dirty="0" err="1"/>
              <a:t>Enclosure</a:t>
            </a:r>
            <a:r>
              <a:rPr lang="id-ID" dirty="0"/>
              <a:t> </a:t>
            </a:r>
          </a:p>
          <a:p>
            <a:r>
              <a:rPr lang="id-ID" dirty="0" err="1"/>
              <a:t>Amplifier</a:t>
            </a:r>
            <a:r>
              <a:rPr lang="id-ID" dirty="0"/>
              <a:t> </a:t>
            </a:r>
          </a:p>
          <a:p>
            <a:r>
              <a:rPr lang="id-ID" dirty="0"/>
              <a:t>CAT5 </a:t>
            </a:r>
            <a:r>
              <a:rPr lang="id-ID" dirty="0" err="1"/>
              <a:t>lightning</a:t>
            </a:r>
            <a:r>
              <a:rPr lang="id-ID" dirty="0"/>
              <a:t> </a:t>
            </a:r>
            <a:r>
              <a:rPr lang="id-ID" dirty="0" err="1"/>
              <a:t>protector</a:t>
            </a:r>
            <a:r>
              <a:rPr lang="id-ID" dirty="0"/>
              <a:t> </a:t>
            </a:r>
          </a:p>
          <a:p>
            <a:r>
              <a:rPr lang="id-ID" dirty="0"/>
              <a:t>Power over </a:t>
            </a:r>
            <a:r>
              <a:rPr lang="id-ID" dirty="0" err="1"/>
              <a:t>Ethernet</a:t>
            </a:r>
            <a:r>
              <a:rPr lang="id-ID" dirty="0"/>
              <a:t> (</a:t>
            </a:r>
            <a:r>
              <a:rPr lang="id-ID" dirty="0" err="1"/>
              <a:t>PoE</a:t>
            </a:r>
            <a:r>
              <a:rPr lang="id-ID" dirty="0"/>
              <a:t>) </a:t>
            </a:r>
          </a:p>
          <a:p>
            <a:endParaRPr lang="id-ID" dirty="0"/>
          </a:p>
        </p:txBody>
      </p:sp>
      <p:pic>
        <p:nvPicPr>
          <p:cNvPr id="4" name="image136.jpeg">
            <a:extLst>
              <a:ext uri="{FF2B5EF4-FFF2-40B4-BE49-F238E27FC236}">
                <a16:creationId xmlns:a16="http://schemas.microsoft.com/office/drawing/2014/main" id="{79DE022D-A70B-B8DA-E8E0-6FBCD6C0E1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3752" y="1374376"/>
            <a:ext cx="1896005" cy="1364130"/>
          </a:xfrm>
          <a:prstGeom prst="rect">
            <a:avLst/>
          </a:prstGeom>
        </p:spPr>
      </p:pic>
      <p:pic>
        <p:nvPicPr>
          <p:cNvPr id="5" name="image137.jpeg">
            <a:extLst>
              <a:ext uri="{FF2B5EF4-FFF2-40B4-BE49-F238E27FC236}">
                <a16:creationId xmlns:a16="http://schemas.microsoft.com/office/drawing/2014/main" id="{E8FD42B7-BB37-2468-3157-762AEF053BF4}"/>
              </a:ext>
            </a:extLst>
          </p:cNvPr>
          <p:cNvPicPr>
            <a:picLocks noChangeAspect="1"/>
          </p:cNvPicPr>
          <p:nvPr/>
        </p:nvPicPr>
        <p:blipFill>
          <a:blip r:embed="rId4" cstate="print"/>
          <a:stretch>
            <a:fillRect/>
          </a:stretch>
        </p:blipFill>
        <p:spPr>
          <a:xfrm>
            <a:off x="7236140" y="3022282"/>
            <a:ext cx="2060260" cy="1887835"/>
          </a:xfrm>
          <a:prstGeom prst="rect">
            <a:avLst/>
          </a:prstGeom>
        </p:spPr>
      </p:pic>
      <p:pic>
        <p:nvPicPr>
          <p:cNvPr id="6" name="image138.jpeg">
            <a:extLst>
              <a:ext uri="{FF2B5EF4-FFF2-40B4-BE49-F238E27FC236}">
                <a16:creationId xmlns:a16="http://schemas.microsoft.com/office/drawing/2014/main" id="{8FDC4717-2A42-EE32-DD52-A9A3286E5650}"/>
              </a:ext>
            </a:extLst>
          </p:cNvPr>
          <p:cNvPicPr>
            <a:picLocks noChangeAspect="1"/>
          </p:cNvPicPr>
          <p:nvPr/>
        </p:nvPicPr>
        <p:blipFill>
          <a:blip r:embed="rId5" cstate="print"/>
          <a:stretch>
            <a:fillRect/>
          </a:stretch>
        </p:blipFill>
        <p:spPr>
          <a:xfrm>
            <a:off x="8428562" y="1154866"/>
            <a:ext cx="1626977" cy="1411762"/>
          </a:xfrm>
          <a:prstGeom prst="rect">
            <a:avLst/>
          </a:prstGeom>
        </p:spPr>
      </p:pic>
      <p:pic>
        <p:nvPicPr>
          <p:cNvPr id="8" name="image140.jpeg">
            <a:extLst>
              <a:ext uri="{FF2B5EF4-FFF2-40B4-BE49-F238E27FC236}">
                <a16:creationId xmlns:a16="http://schemas.microsoft.com/office/drawing/2014/main" id="{047E5A46-359C-756B-E9F2-003CC83BFC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56667" y="2408698"/>
            <a:ext cx="1896005" cy="3115001"/>
          </a:xfrm>
          <a:prstGeom prst="rect">
            <a:avLst/>
          </a:prstGeom>
        </p:spPr>
      </p:pic>
    </p:spTree>
    <p:extLst>
      <p:ext uri="{BB962C8B-B14F-4D97-AF65-F5344CB8AC3E}">
        <p14:creationId xmlns:p14="http://schemas.microsoft.com/office/powerpoint/2010/main" val="3690024599"/>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7"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WLAN </a:t>
            </a:r>
            <a:r>
              <a:rPr lang="id-ID" dirty="0" err="1"/>
              <a:t>security</a:t>
            </a:r>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Access </a:t>
            </a:r>
            <a:r>
              <a:rPr lang="id-ID" dirty="0" err="1"/>
              <a:t>point</a:t>
            </a:r>
            <a:r>
              <a:rPr lang="id-ID" dirty="0"/>
              <a:t> memiliki fitur keamanan, karena berbeda dengan jaringan kabel di mana semua pengguna yang terhubung harus memiliki kontrol akses dari sisi fisik. Berbeda dengan jaringan nirkabel di mana semua yang masuk dalam </a:t>
            </a:r>
            <a:r>
              <a:rPr lang="id-ID" dirty="0" err="1"/>
              <a:t>range</a:t>
            </a:r>
            <a:r>
              <a:rPr lang="id-ID" dirty="0"/>
              <a:t> </a:t>
            </a:r>
            <a:r>
              <a:rPr lang="id-ID" dirty="0" err="1"/>
              <a:t>access</a:t>
            </a:r>
            <a:r>
              <a:rPr lang="id-ID" dirty="0"/>
              <a:t> </a:t>
            </a:r>
            <a:r>
              <a:rPr lang="id-ID" dirty="0" err="1"/>
              <a:t>point</a:t>
            </a:r>
            <a:r>
              <a:rPr lang="id-ID" dirty="0"/>
              <a:t> memerlukan perhatian keamanan tersendiri.</a:t>
            </a:r>
          </a:p>
          <a:p>
            <a:r>
              <a:rPr lang="id-ID" dirty="0"/>
              <a:t>Untuk keamanan diperlukan </a:t>
            </a:r>
            <a:r>
              <a:rPr lang="id-ID" dirty="0" err="1"/>
              <a:t>wireless</a:t>
            </a:r>
            <a:r>
              <a:rPr lang="id-ID" dirty="0"/>
              <a:t> </a:t>
            </a:r>
            <a:r>
              <a:rPr lang="id-ID" dirty="0" err="1"/>
              <a:t>traffic</a:t>
            </a:r>
            <a:r>
              <a:rPr lang="id-ID" dirty="0"/>
              <a:t> </a:t>
            </a:r>
            <a:r>
              <a:rPr lang="id-ID" dirty="0" err="1"/>
              <a:t>encryption</a:t>
            </a:r>
            <a:r>
              <a:rPr lang="id-ID" dirty="0"/>
              <a:t>. Di mana </a:t>
            </a:r>
            <a:r>
              <a:rPr lang="id-ID" dirty="0" err="1"/>
              <a:t>access</a:t>
            </a:r>
            <a:r>
              <a:rPr lang="id-ID" dirty="0"/>
              <a:t> </a:t>
            </a:r>
            <a:r>
              <a:rPr lang="id-ID" dirty="0" err="1"/>
              <a:t>point</a:t>
            </a:r>
            <a:r>
              <a:rPr lang="id-ID" dirty="0"/>
              <a:t> sudah memiliki fitur enkripsi. Generasi pertama enkripsi yang digunakan di </a:t>
            </a:r>
            <a:r>
              <a:rPr lang="id-ID" dirty="0" err="1"/>
              <a:t>access</a:t>
            </a:r>
            <a:r>
              <a:rPr lang="id-ID" dirty="0"/>
              <a:t> </a:t>
            </a:r>
            <a:r>
              <a:rPr lang="id-ID" dirty="0" err="1"/>
              <a:t>point</a:t>
            </a:r>
            <a:r>
              <a:rPr lang="id-ID" dirty="0"/>
              <a:t> adalah WEP, kemudian dilanjutkan dengan enkripsi WPA dan WPA2. Sedangkan untuk sistem </a:t>
            </a:r>
            <a:r>
              <a:rPr lang="id-ID" dirty="0" err="1"/>
              <a:t>autentifikasi</a:t>
            </a:r>
            <a:r>
              <a:rPr lang="id-ID" dirty="0"/>
              <a:t> menggunakan RADIUS.</a:t>
            </a:r>
          </a:p>
          <a:p>
            <a:endParaRPr lang="id-ID" dirty="0"/>
          </a:p>
        </p:txBody>
      </p:sp>
    </p:spTree>
    <p:extLst>
      <p:ext uri="{BB962C8B-B14F-4D97-AF65-F5344CB8AC3E}">
        <p14:creationId xmlns:p14="http://schemas.microsoft.com/office/powerpoint/2010/main" val="176475169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5"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3008</TotalTime>
  <Words>431</Words>
  <Application>Microsoft Macintosh PowerPoint</Application>
  <PresentationFormat>Widescreen</PresentationFormat>
  <Paragraphs>38</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Century Gothic</vt:lpstr>
      <vt:lpstr>Office Theme</vt:lpstr>
      <vt:lpstr>PowerPoint Presentation</vt:lpstr>
      <vt:lpstr>Wireless LAN – IEEE 802.11 </vt:lpstr>
      <vt:lpstr>Arsitektur WLAN </vt:lpstr>
      <vt:lpstr>Arsitektur WLAN </vt:lpstr>
      <vt:lpstr>Perangkat WLAN</vt:lpstr>
      <vt:lpstr>WLAN security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202</cp:revision>
  <dcterms:created xsi:type="dcterms:W3CDTF">2018-01-15T03:36:45Z</dcterms:created>
  <dcterms:modified xsi:type="dcterms:W3CDTF">2023-09-14T03:53:20Z</dcterms:modified>
</cp:coreProperties>
</file>