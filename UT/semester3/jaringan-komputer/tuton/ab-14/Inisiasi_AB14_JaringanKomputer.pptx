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9" r:id="rId3"/>
    <p:sldId id="272" r:id="rId4"/>
    <p:sldId id="273" r:id="rId5"/>
    <p:sldId id="274" r:id="rId6"/>
    <p:sldId id="275" r:id="rId7"/>
    <p:sldId id="276" r:id="rId8"/>
    <p:sldId id="27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B3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57" autoAdjust="0"/>
    <p:restoredTop sz="96327" autoAdjust="0"/>
  </p:normalViewPr>
  <p:slideViewPr>
    <p:cSldViewPr snapToGrid="0">
      <p:cViewPr varScale="1">
        <p:scale>
          <a:sx n="125" d="100"/>
          <a:sy n="125" d="100"/>
        </p:scale>
        <p:origin x="16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an Nurdiana, S.Kom., M.Kom." userId="fca74076-a507-46b3-81ba-40d1f8510c15" providerId="ADAL" clId="{F5280FD0-5D43-464F-8A2B-7BA1742ED039}"/>
    <pc:docChg chg="undo custSel addSld delSld modSld">
      <pc:chgData name="Dian Nurdiana, S.Kom., M.Kom." userId="fca74076-a507-46b3-81ba-40d1f8510c15" providerId="ADAL" clId="{F5280FD0-5D43-464F-8A2B-7BA1742ED039}" dt="2023-06-14T06:41:36.985" v="237" actId="478"/>
      <pc:docMkLst>
        <pc:docMk/>
      </pc:docMkLst>
      <pc:sldChg chg="addSp delSp modSp">
        <pc:chgData name="Dian Nurdiana, S.Kom., M.Kom." userId="fca74076-a507-46b3-81ba-40d1f8510c15" providerId="ADAL" clId="{F5280FD0-5D43-464F-8A2B-7BA1742ED039}" dt="2023-06-14T06:29:08.407" v="4"/>
        <pc:sldMkLst>
          <pc:docMk/>
          <pc:sldMk cId="2097649925" sldId="257"/>
        </pc:sldMkLst>
        <pc:spChg chg="mod">
          <ac:chgData name="Dian Nurdiana, S.Kom., M.Kom." userId="fca74076-a507-46b3-81ba-40d1f8510c15" providerId="ADAL" clId="{F5280FD0-5D43-464F-8A2B-7BA1742ED039}" dt="2023-06-14T06:29:08.407" v="4"/>
          <ac:spMkLst>
            <pc:docMk/>
            <pc:sldMk cId="2097649925" sldId="257"/>
            <ac:spMk id="11" creationId="{2F5769DE-2A5D-4AD6-AA5B-A4CCB6BA4112}"/>
          </ac:spMkLst>
        </pc:spChg>
        <pc:graphicFrameChg chg="add del mod">
          <ac:chgData name="Dian Nurdiana, S.Kom., M.Kom." userId="fca74076-a507-46b3-81ba-40d1f8510c15" providerId="ADAL" clId="{F5280FD0-5D43-464F-8A2B-7BA1742ED039}" dt="2023-06-14T06:29:08.365" v="3"/>
          <ac:graphicFrameMkLst>
            <pc:docMk/>
            <pc:sldMk cId="2097649925" sldId="257"/>
            <ac:graphicFrameMk id="2" creationId="{29A371E9-4B61-1560-697F-0C4492419EED}"/>
          </ac:graphicFrameMkLst>
        </pc:graphicFrameChg>
      </pc:sldChg>
      <pc:sldChg chg="modSp mod">
        <pc:chgData name="Dian Nurdiana, S.Kom., M.Kom." userId="fca74076-a507-46b3-81ba-40d1f8510c15" providerId="ADAL" clId="{F5280FD0-5D43-464F-8A2B-7BA1742ED039}" dt="2023-06-14T06:31:00.912" v="29"/>
        <pc:sldMkLst>
          <pc:docMk/>
          <pc:sldMk cId="1169449778" sldId="259"/>
        </pc:sldMkLst>
        <pc:spChg chg="mod">
          <ac:chgData name="Dian Nurdiana, S.Kom., M.Kom." userId="fca74076-a507-46b3-81ba-40d1f8510c15" providerId="ADAL" clId="{F5280FD0-5D43-464F-8A2B-7BA1742ED039}" dt="2023-06-14T06:30:27.360" v="24"/>
          <ac:spMkLst>
            <pc:docMk/>
            <pc:sldMk cId="1169449778" sldId="259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F5280FD0-5D43-464F-8A2B-7BA1742ED039}" dt="2023-06-14T06:31:00.912" v="29"/>
          <ac:spMkLst>
            <pc:docMk/>
            <pc:sldMk cId="1169449778" sldId="259"/>
            <ac:spMk id="3" creationId="{163DD9E5-1DDC-42B3-A957-9582A1861C3E}"/>
          </ac:spMkLst>
        </pc:spChg>
      </pc:sldChg>
      <pc:sldChg chg="delSp modSp mod">
        <pc:chgData name="Dian Nurdiana, S.Kom., M.Kom." userId="fca74076-a507-46b3-81ba-40d1f8510c15" providerId="ADAL" clId="{F5280FD0-5D43-464F-8A2B-7BA1742ED039}" dt="2023-06-14T06:41:36.985" v="237" actId="478"/>
        <pc:sldMkLst>
          <pc:docMk/>
          <pc:sldMk cId="1884983817" sldId="270"/>
        </pc:sldMkLst>
        <pc:graphicFrameChg chg="del mod">
          <ac:chgData name="Dian Nurdiana, S.Kom., M.Kom." userId="fca74076-a507-46b3-81ba-40d1f8510c15" providerId="ADAL" clId="{F5280FD0-5D43-464F-8A2B-7BA1742ED039}" dt="2023-06-14T06:41:36.985" v="237" actId="478"/>
          <ac:graphicFrameMkLst>
            <pc:docMk/>
            <pc:sldMk cId="1884983817" sldId="270"/>
            <ac:graphicFrameMk id="5" creationId="{C32D82AF-76C9-4626-8D5F-3D997DDAB148}"/>
          </ac:graphicFrameMkLst>
        </pc:graphicFrameChg>
      </pc:sldChg>
      <pc:sldChg chg="addSp delSp modSp add del mod">
        <pc:chgData name="Dian Nurdiana, S.Kom., M.Kom." userId="fca74076-a507-46b3-81ba-40d1f8510c15" providerId="ADAL" clId="{F5280FD0-5D43-464F-8A2B-7BA1742ED039}" dt="2023-06-14T06:32:58.619" v="47" actId="2696"/>
        <pc:sldMkLst>
          <pc:docMk/>
          <pc:sldMk cId="811516758" sldId="271"/>
        </pc:sldMkLst>
        <pc:spChg chg="mod">
          <ac:chgData name="Dian Nurdiana, S.Kom., M.Kom." userId="fca74076-a507-46b3-81ba-40d1f8510c15" providerId="ADAL" clId="{F5280FD0-5D43-464F-8A2B-7BA1742ED039}" dt="2023-06-14T06:31:45.119" v="44" actId="20577"/>
          <ac:spMkLst>
            <pc:docMk/>
            <pc:sldMk cId="811516758" sldId="271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F5280FD0-5D43-464F-8A2B-7BA1742ED039}" dt="2023-06-14T06:31:13.004" v="31" actId="20577"/>
          <ac:spMkLst>
            <pc:docMk/>
            <pc:sldMk cId="811516758" sldId="271"/>
            <ac:spMk id="3" creationId="{163DD9E5-1DDC-42B3-A957-9582A1861C3E}"/>
          </ac:spMkLst>
        </pc:spChg>
        <pc:spChg chg="add del mod">
          <ac:chgData name="Dian Nurdiana, S.Kom., M.Kom." userId="fca74076-a507-46b3-81ba-40d1f8510c15" providerId="ADAL" clId="{F5280FD0-5D43-464F-8A2B-7BA1742ED039}" dt="2023-06-14T06:31:55.890" v="46"/>
          <ac:spMkLst>
            <pc:docMk/>
            <pc:sldMk cId="811516758" sldId="271"/>
            <ac:spMk id="4" creationId="{CD6ADA19-39F4-95DB-CE3C-26E0D9060036}"/>
          </ac:spMkLst>
        </pc:spChg>
      </pc:sldChg>
      <pc:sldChg chg="del">
        <pc:chgData name="Dian Nurdiana, S.Kom., M.Kom." userId="fca74076-a507-46b3-81ba-40d1f8510c15" providerId="ADAL" clId="{F5280FD0-5D43-464F-8A2B-7BA1742ED039}" dt="2023-06-14T06:30:05.762" v="6" actId="2696"/>
        <pc:sldMkLst>
          <pc:docMk/>
          <pc:sldMk cId="4103614426" sldId="271"/>
        </pc:sldMkLst>
      </pc:sldChg>
      <pc:sldChg chg="modSp add mod">
        <pc:chgData name="Dian Nurdiana, S.Kom., M.Kom." userId="fca74076-a507-46b3-81ba-40d1f8510c15" providerId="ADAL" clId="{F5280FD0-5D43-464F-8A2B-7BA1742ED039}" dt="2023-06-14T06:33:33.291" v="54" actId="27636"/>
        <pc:sldMkLst>
          <pc:docMk/>
          <pc:sldMk cId="266842608" sldId="272"/>
        </pc:sldMkLst>
        <pc:spChg chg="mod">
          <ac:chgData name="Dian Nurdiana, S.Kom., M.Kom." userId="fca74076-a507-46b3-81ba-40d1f8510c15" providerId="ADAL" clId="{F5280FD0-5D43-464F-8A2B-7BA1742ED039}" dt="2023-06-14T06:33:07.030" v="49"/>
          <ac:spMkLst>
            <pc:docMk/>
            <pc:sldMk cId="266842608" sldId="272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F5280FD0-5D43-464F-8A2B-7BA1742ED039}" dt="2023-06-14T06:33:33.291" v="54" actId="27636"/>
          <ac:spMkLst>
            <pc:docMk/>
            <pc:sldMk cId="266842608" sldId="272"/>
            <ac:spMk id="3" creationId="{163DD9E5-1DDC-42B3-A957-9582A1861C3E}"/>
          </ac:spMkLst>
        </pc:spChg>
      </pc:sldChg>
      <pc:sldChg chg="del">
        <pc:chgData name="Dian Nurdiana, S.Kom., M.Kom." userId="fca74076-a507-46b3-81ba-40d1f8510c15" providerId="ADAL" clId="{F5280FD0-5D43-464F-8A2B-7BA1742ED039}" dt="2023-06-14T06:30:05.782" v="16" actId="2696"/>
        <pc:sldMkLst>
          <pc:docMk/>
          <pc:sldMk cId="3765351647" sldId="272"/>
        </pc:sldMkLst>
      </pc:sldChg>
      <pc:sldChg chg="modSp add mod">
        <pc:chgData name="Dian Nurdiana, S.Kom., M.Kom." userId="fca74076-a507-46b3-81ba-40d1f8510c15" providerId="ADAL" clId="{F5280FD0-5D43-464F-8A2B-7BA1742ED039}" dt="2023-06-14T06:34:01.762" v="62"/>
        <pc:sldMkLst>
          <pc:docMk/>
          <pc:sldMk cId="1918313789" sldId="273"/>
        </pc:sldMkLst>
        <pc:spChg chg="mod">
          <ac:chgData name="Dian Nurdiana, S.Kom., M.Kom." userId="fca74076-a507-46b3-81ba-40d1f8510c15" providerId="ADAL" clId="{F5280FD0-5D43-464F-8A2B-7BA1742ED039}" dt="2023-06-14T06:33:46.284" v="57" actId="27636"/>
          <ac:spMkLst>
            <pc:docMk/>
            <pc:sldMk cId="1918313789" sldId="273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F5280FD0-5D43-464F-8A2B-7BA1742ED039}" dt="2023-06-14T06:34:01.762" v="62"/>
          <ac:spMkLst>
            <pc:docMk/>
            <pc:sldMk cId="1918313789" sldId="273"/>
            <ac:spMk id="3" creationId="{163DD9E5-1DDC-42B3-A957-9582A1861C3E}"/>
          </ac:spMkLst>
        </pc:spChg>
      </pc:sldChg>
      <pc:sldChg chg="del">
        <pc:chgData name="Dian Nurdiana, S.Kom., M.Kom." userId="fca74076-a507-46b3-81ba-40d1f8510c15" providerId="ADAL" clId="{F5280FD0-5D43-464F-8A2B-7BA1742ED039}" dt="2023-06-14T06:30:05.788" v="17" actId="2696"/>
        <pc:sldMkLst>
          <pc:docMk/>
          <pc:sldMk cId="2843190032" sldId="273"/>
        </pc:sldMkLst>
      </pc:sldChg>
      <pc:sldChg chg="del">
        <pc:chgData name="Dian Nurdiana, S.Kom., M.Kom." userId="fca74076-a507-46b3-81ba-40d1f8510c15" providerId="ADAL" clId="{F5280FD0-5D43-464F-8A2B-7BA1742ED039}" dt="2023-06-14T06:30:05.764" v="8" actId="2696"/>
        <pc:sldMkLst>
          <pc:docMk/>
          <pc:sldMk cId="3649527171" sldId="274"/>
        </pc:sldMkLst>
      </pc:sldChg>
      <pc:sldChg chg="modSp add mod">
        <pc:chgData name="Dian Nurdiana, S.Kom., M.Kom." userId="fca74076-a507-46b3-81ba-40d1f8510c15" providerId="ADAL" clId="{F5280FD0-5D43-464F-8A2B-7BA1742ED039}" dt="2023-06-14T06:34:43.691" v="92" actId="27636"/>
        <pc:sldMkLst>
          <pc:docMk/>
          <pc:sldMk cId="4010146342" sldId="274"/>
        </pc:sldMkLst>
        <pc:spChg chg="mod">
          <ac:chgData name="Dian Nurdiana, S.Kom., M.Kom." userId="fca74076-a507-46b3-81ba-40d1f8510c15" providerId="ADAL" clId="{F5280FD0-5D43-464F-8A2B-7BA1742ED039}" dt="2023-06-14T06:34:14.541" v="64"/>
          <ac:spMkLst>
            <pc:docMk/>
            <pc:sldMk cId="4010146342" sldId="274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F5280FD0-5D43-464F-8A2B-7BA1742ED039}" dt="2023-06-14T06:34:43.691" v="92" actId="27636"/>
          <ac:spMkLst>
            <pc:docMk/>
            <pc:sldMk cId="4010146342" sldId="274"/>
            <ac:spMk id="3" creationId="{163DD9E5-1DDC-42B3-A957-9582A1861C3E}"/>
          </ac:spMkLst>
        </pc:spChg>
      </pc:sldChg>
      <pc:sldChg chg="del">
        <pc:chgData name="Dian Nurdiana, S.Kom., M.Kom." userId="fca74076-a507-46b3-81ba-40d1f8510c15" providerId="ADAL" clId="{F5280FD0-5D43-464F-8A2B-7BA1742ED039}" dt="2023-06-14T06:30:05.768" v="13" actId="2696"/>
        <pc:sldMkLst>
          <pc:docMk/>
          <pc:sldMk cId="2929876759" sldId="275"/>
        </pc:sldMkLst>
      </pc:sldChg>
      <pc:sldChg chg="modSp add mod">
        <pc:chgData name="Dian Nurdiana, S.Kom., M.Kom." userId="fca74076-a507-46b3-81ba-40d1f8510c15" providerId="ADAL" clId="{F5280FD0-5D43-464F-8A2B-7BA1742ED039}" dt="2023-06-14T06:35:12.588" v="107" actId="20577"/>
        <pc:sldMkLst>
          <pc:docMk/>
          <pc:sldMk cId="4192050067" sldId="275"/>
        </pc:sldMkLst>
        <pc:spChg chg="mod">
          <ac:chgData name="Dian Nurdiana, S.Kom., M.Kom." userId="fca74076-a507-46b3-81ba-40d1f8510c15" providerId="ADAL" clId="{F5280FD0-5D43-464F-8A2B-7BA1742ED039}" dt="2023-06-14T06:34:56.325" v="94"/>
          <ac:spMkLst>
            <pc:docMk/>
            <pc:sldMk cId="4192050067" sldId="275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F5280FD0-5D43-464F-8A2B-7BA1742ED039}" dt="2023-06-14T06:35:12.588" v="107" actId="20577"/>
          <ac:spMkLst>
            <pc:docMk/>
            <pc:sldMk cId="4192050067" sldId="275"/>
            <ac:spMk id="3" creationId="{163DD9E5-1DDC-42B3-A957-9582A1861C3E}"/>
          </ac:spMkLst>
        </pc:spChg>
      </pc:sldChg>
      <pc:sldChg chg="modSp add mod">
        <pc:chgData name="Dian Nurdiana, S.Kom., M.Kom." userId="fca74076-a507-46b3-81ba-40d1f8510c15" providerId="ADAL" clId="{F5280FD0-5D43-464F-8A2B-7BA1742ED039}" dt="2023-06-14T06:36:20.687" v="114" actId="20577"/>
        <pc:sldMkLst>
          <pc:docMk/>
          <pc:sldMk cId="223071820" sldId="276"/>
        </pc:sldMkLst>
        <pc:spChg chg="mod">
          <ac:chgData name="Dian Nurdiana, S.Kom., M.Kom." userId="fca74076-a507-46b3-81ba-40d1f8510c15" providerId="ADAL" clId="{F5280FD0-5D43-464F-8A2B-7BA1742ED039}" dt="2023-06-14T06:35:21.270" v="109"/>
          <ac:spMkLst>
            <pc:docMk/>
            <pc:sldMk cId="223071820" sldId="276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F5280FD0-5D43-464F-8A2B-7BA1742ED039}" dt="2023-06-14T06:36:20.687" v="114" actId="20577"/>
          <ac:spMkLst>
            <pc:docMk/>
            <pc:sldMk cId="223071820" sldId="276"/>
            <ac:spMk id="3" creationId="{163DD9E5-1DDC-42B3-A957-9582A1861C3E}"/>
          </ac:spMkLst>
        </pc:spChg>
      </pc:sldChg>
      <pc:sldChg chg="del">
        <pc:chgData name="Dian Nurdiana, S.Kom., M.Kom." userId="fca74076-a507-46b3-81ba-40d1f8510c15" providerId="ADAL" clId="{F5280FD0-5D43-464F-8A2B-7BA1742ED039}" dt="2023-06-14T06:30:05.766" v="11" actId="2696"/>
        <pc:sldMkLst>
          <pc:docMk/>
          <pc:sldMk cId="3230365385" sldId="276"/>
        </pc:sldMkLst>
      </pc:sldChg>
      <pc:sldChg chg="del">
        <pc:chgData name="Dian Nurdiana, S.Kom., M.Kom." userId="fca74076-a507-46b3-81ba-40d1f8510c15" providerId="ADAL" clId="{F5280FD0-5D43-464F-8A2B-7BA1742ED039}" dt="2023-06-14T06:30:05.763" v="7" actId="2696"/>
        <pc:sldMkLst>
          <pc:docMk/>
          <pc:sldMk cId="1508612145" sldId="277"/>
        </pc:sldMkLst>
      </pc:sldChg>
      <pc:sldChg chg="addSp delSp modSp add mod">
        <pc:chgData name="Dian Nurdiana, S.Kom., M.Kom." userId="fca74076-a507-46b3-81ba-40d1f8510c15" providerId="ADAL" clId="{F5280FD0-5D43-464F-8A2B-7BA1742ED039}" dt="2023-06-14T06:37:11.958" v="125" actId="20577"/>
        <pc:sldMkLst>
          <pc:docMk/>
          <pc:sldMk cId="3568644041" sldId="277"/>
        </pc:sldMkLst>
        <pc:spChg chg="mod">
          <ac:chgData name="Dian Nurdiana, S.Kom., M.Kom." userId="fca74076-a507-46b3-81ba-40d1f8510c15" providerId="ADAL" clId="{F5280FD0-5D43-464F-8A2B-7BA1742ED039}" dt="2023-06-14T06:36:59.811" v="122"/>
          <ac:spMkLst>
            <pc:docMk/>
            <pc:sldMk cId="3568644041" sldId="277"/>
            <ac:spMk id="2" creationId="{5BF065BD-16AF-47E3-BE9B-53DCC95EA7D9}"/>
          </ac:spMkLst>
        </pc:spChg>
        <pc:spChg chg="del">
          <ac:chgData name="Dian Nurdiana, S.Kom., M.Kom." userId="fca74076-a507-46b3-81ba-40d1f8510c15" providerId="ADAL" clId="{F5280FD0-5D43-464F-8A2B-7BA1742ED039}" dt="2023-06-14T06:36:38.336" v="115"/>
          <ac:spMkLst>
            <pc:docMk/>
            <pc:sldMk cId="3568644041" sldId="277"/>
            <ac:spMk id="3" creationId="{163DD9E5-1DDC-42B3-A957-9582A1861C3E}"/>
          </ac:spMkLst>
        </pc:spChg>
        <pc:spChg chg="add mod">
          <ac:chgData name="Dian Nurdiana, S.Kom., M.Kom." userId="fca74076-a507-46b3-81ba-40d1f8510c15" providerId="ADAL" clId="{F5280FD0-5D43-464F-8A2B-7BA1742ED039}" dt="2023-06-14T06:37:11.958" v="125" actId="20577"/>
          <ac:spMkLst>
            <pc:docMk/>
            <pc:sldMk cId="3568644041" sldId="277"/>
            <ac:spMk id="6" creationId="{2A8EFB25-721A-6581-7A77-350CCADEE0DF}"/>
          </ac:spMkLst>
        </pc:spChg>
        <pc:graphicFrameChg chg="add del mod">
          <ac:chgData name="Dian Nurdiana, S.Kom., M.Kom." userId="fca74076-a507-46b3-81ba-40d1f8510c15" providerId="ADAL" clId="{F5280FD0-5D43-464F-8A2B-7BA1742ED039}" dt="2023-06-14T06:36:39.947" v="116" actId="21"/>
          <ac:graphicFrameMkLst>
            <pc:docMk/>
            <pc:sldMk cId="3568644041" sldId="277"/>
            <ac:graphicFrameMk id="4" creationId="{2AFAB6EC-6EA5-D5D4-DB5C-43F8C2F8DD7A}"/>
          </ac:graphicFrameMkLst>
        </pc:graphicFrameChg>
        <pc:graphicFrameChg chg="add del mod">
          <ac:chgData name="Dian Nurdiana, S.Kom., M.Kom." userId="fca74076-a507-46b3-81ba-40d1f8510c15" providerId="ADAL" clId="{F5280FD0-5D43-464F-8A2B-7BA1742ED039}" dt="2023-06-14T06:36:44.340" v="118"/>
          <ac:graphicFrameMkLst>
            <pc:docMk/>
            <pc:sldMk cId="3568644041" sldId="277"/>
            <ac:graphicFrameMk id="7" creationId="{5A6643A8-E702-2CEF-600C-4A66842EB559}"/>
          </ac:graphicFrameMkLst>
        </pc:graphicFrameChg>
        <pc:graphicFrameChg chg="add del mod">
          <ac:chgData name="Dian Nurdiana, S.Kom., M.Kom." userId="fca74076-a507-46b3-81ba-40d1f8510c15" providerId="ADAL" clId="{F5280FD0-5D43-464F-8A2B-7BA1742ED039}" dt="2023-06-14T06:36:49.646" v="120"/>
          <ac:graphicFrameMkLst>
            <pc:docMk/>
            <pc:sldMk cId="3568644041" sldId="277"/>
            <ac:graphicFrameMk id="8" creationId="{6FB169D6-62C1-F1F3-B2FC-26C9FAC0FB97}"/>
          </ac:graphicFrameMkLst>
        </pc:graphicFrameChg>
      </pc:sldChg>
      <pc:sldChg chg="modSp add mod">
        <pc:chgData name="Dian Nurdiana, S.Kom., M.Kom." userId="fca74076-a507-46b3-81ba-40d1f8510c15" providerId="ADAL" clId="{F5280FD0-5D43-464F-8A2B-7BA1742ED039}" dt="2023-06-14T06:37:52.636" v="145" actId="5793"/>
        <pc:sldMkLst>
          <pc:docMk/>
          <pc:sldMk cId="1118916524" sldId="278"/>
        </pc:sldMkLst>
        <pc:spChg chg="mod">
          <ac:chgData name="Dian Nurdiana, S.Kom., M.Kom." userId="fca74076-a507-46b3-81ba-40d1f8510c15" providerId="ADAL" clId="{F5280FD0-5D43-464F-8A2B-7BA1742ED039}" dt="2023-06-14T06:37:33.554" v="132"/>
          <ac:spMkLst>
            <pc:docMk/>
            <pc:sldMk cId="1118916524" sldId="278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F5280FD0-5D43-464F-8A2B-7BA1742ED039}" dt="2023-06-14T06:37:52.636" v="145" actId="5793"/>
          <ac:spMkLst>
            <pc:docMk/>
            <pc:sldMk cId="1118916524" sldId="278"/>
            <ac:spMk id="3" creationId="{163DD9E5-1DDC-42B3-A957-9582A1861C3E}"/>
          </ac:spMkLst>
        </pc:spChg>
      </pc:sldChg>
      <pc:sldChg chg="del">
        <pc:chgData name="Dian Nurdiana, S.Kom., M.Kom." userId="fca74076-a507-46b3-81ba-40d1f8510c15" providerId="ADAL" clId="{F5280FD0-5D43-464F-8A2B-7BA1742ED039}" dt="2023-06-14T06:30:05.770" v="15" actId="2696"/>
        <pc:sldMkLst>
          <pc:docMk/>
          <pc:sldMk cId="1141514019" sldId="278"/>
        </pc:sldMkLst>
      </pc:sldChg>
      <pc:sldChg chg="modSp add mod">
        <pc:chgData name="Dian Nurdiana, S.Kom., M.Kom." userId="fca74076-a507-46b3-81ba-40d1f8510c15" providerId="ADAL" clId="{F5280FD0-5D43-464F-8A2B-7BA1742ED039}" dt="2023-06-14T06:38:19.605" v="163" actId="5793"/>
        <pc:sldMkLst>
          <pc:docMk/>
          <pc:sldMk cId="340624876" sldId="279"/>
        </pc:sldMkLst>
        <pc:spChg chg="mod">
          <ac:chgData name="Dian Nurdiana, S.Kom., M.Kom." userId="fca74076-a507-46b3-81ba-40d1f8510c15" providerId="ADAL" clId="{F5280FD0-5D43-464F-8A2B-7BA1742ED039}" dt="2023-06-14T06:38:00.351" v="146"/>
          <ac:spMkLst>
            <pc:docMk/>
            <pc:sldMk cId="340624876" sldId="279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F5280FD0-5D43-464F-8A2B-7BA1742ED039}" dt="2023-06-14T06:38:19.605" v="163" actId="5793"/>
          <ac:spMkLst>
            <pc:docMk/>
            <pc:sldMk cId="340624876" sldId="279"/>
            <ac:spMk id="3" creationId="{163DD9E5-1DDC-42B3-A957-9582A1861C3E}"/>
          </ac:spMkLst>
        </pc:spChg>
      </pc:sldChg>
      <pc:sldChg chg="del">
        <pc:chgData name="Dian Nurdiana, S.Kom., M.Kom." userId="fca74076-a507-46b3-81ba-40d1f8510c15" providerId="ADAL" clId="{F5280FD0-5D43-464F-8A2B-7BA1742ED039}" dt="2023-06-14T06:30:05.769" v="14" actId="2696"/>
        <pc:sldMkLst>
          <pc:docMk/>
          <pc:sldMk cId="2187600366" sldId="279"/>
        </pc:sldMkLst>
      </pc:sldChg>
      <pc:sldChg chg="del">
        <pc:chgData name="Dian Nurdiana, S.Kom., M.Kom." userId="fca74076-a507-46b3-81ba-40d1f8510c15" providerId="ADAL" clId="{F5280FD0-5D43-464F-8A2B-7BA1742ED039}" dt="2023-06-14T06:30:05.767" v="12" actId="2696"/>
        <pc:sldMkLst>
          <pc:docMk/>
          <pc:sldMk cId="531709865" sldId="280"/>
        </pc:sldMkLst>
      </pc:sldChg>
      <pc:sldChg chg="addSp modSp add mod">
        <pc:chgData name="Dian Nurdiana, S.Kom., M.Kom." userId="fca74076-a507-46b3-81ba-40d1f8510c15" providerId="ADAL" clId="{F5280FD0-5D43-464F-8A2B-7BA1742ED039}" dt="2023-06-14T06:40:52.954" v="226" actId="1076"/>
        <pc:sldMkLst>
          <pc:docMk/>
          <pc:sldMk cId="3690024599" sldId="280"/>
        </pc:sldMkLst>
        <pc:spChg chg="mod">
          <ac:chgData name="Dian Nurdiana, S.Kom., M.Kom." userId="fca74076-a507-46b3-81ba-40d1f8510c15" providerId="ADAL" clId="{F5280FD0-5D43-464F-8A2B-7BA1742ED039}" dt="2023-06-14T06:38:37.227" v="172" actId="27636"/>
          <ac:spMkLst>
            <pc:docMk/>
            <pc:sldMk cId="3690024599" sldId="280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F5280FD0-5D43-464F-8A2B-7BA1742ED039}" dt="2023-06-14T06:40:04.775" v="206"/>
          <ac:spMkLst>
            <pc:docMk/>
            <pc:sldMk cId="3690024599" sldId="280"/>
            <ac:spMk id="3" creationId="{163DD9E5-1DDC-42B3-A957-9582A1861C3E}"/>
          </ac:spMkLst>
        </pc:spChg>
        <pc:picChg chg="add mod">
          <ac:chgData name="Dian Nurdiana, S.Kom., M.Kom." userId="fca74076-a507-46b3-81ba-40d1f8510c15" providerId="ADAL" clId="{F5280FD0-5D43-464F-8A2B-7BA1742ED039}" dt="2023-06-14T06:40:35.914" v="219" actId="14100"/>
          <ac:picMkLst>
            <pc:docMk/>
            <pc:sldMk cId="3690024599" sldId="280"/>
            <ac:picMk id="4" creationId="{79DE022D-A70B-B8DA-E8E0-6FBCD6C0E1CD}"/>
          </ac:picMkLst>
        </pc:picChg>
        <pc:picChg chg="add mod">
          <ac:chgData name="Dian Nurdiana, S.Kom., M.Kom." userId="fca74076-a507-46b3-81ba-40d1f8510c15" providerId="ADAL" clId="{F5280FD0-5D43-464F-8A2B-7BA1742ED039}" dt="2023-06-14T06:40:37.957" v="221" actId="14100"/>
          <ac:picMkLst>
            <pc:docMk/>
            <pc:sldMk cId="3690024599" sldId="280"/>
            <ac:picMk id="5" creationId="{E8FD42B7-BB37-2468-3157-762AEF053BF4}"/>
          </ac:picMkLst>
        </pc:picChg>
        <pc:picChg chg="add mod">
          <ac:chgData name="Dian Nurdiana, S.Kom., M.Kom." userId="fca74076-a507-46b3-81ba-40d1f8510c15" providerId="ADAL" clId="{F5280FD0-5D43-464F-8A2B-7BA1742ED039}" dt="2023-06-14T06:40:51.360" v="225" actId="1076"/>
          <ac:picMkLst>
            <pc:docMk/>
            <pc:sldMk cId="3690024599" sldId="280"/>
            <ac:picMk id="6" creationId="{8FDC4717-2A42-EE32-DD52-A9A3286E5650}"/>
          </ac:picMkLst>
        </pc:picChg>
        <pc:picChg chg="add mod">
          <ac:chgData name="Dian Nurdiana, S.Kom., M.Kom." userId="fca74076-a507-46b3-81ba-40d1f8510c15" providerId="ADAL" clId="{F5280FD0-5D43-464F-8A2B-7BA1742ED039}" dt="2023-06-14T06:40:27.029" v="214"/>
          <ac:picMkLst>
            <pc:docMk/>
            <pc:sldMk cId="3690024599" sldId="280"/>
            <ac:picMk id="7" creationId="{898D78B5-9347-9285-8B5A-5CF621CCFBFB}"/>
          </ac:picMkLst>
        </pc:picChg>
        <pc:picChg chg="add mod">
          <ac:chgData name="Dian Nurdiana, S.Kom., M.Kom." userId="fca74076-a507-46b3-81ba-40d1f8510c15" providerId="ADAL" clId="{F5280FD0-5D43-464F-8A2B-7BA1742ED039}" dt="2023-06-14T06:40:52.954" v="226" actId="1076"/>
          <ac:picMkLst>
            <pc:docMk/>
            <pc:sldMk cId="3690024599" sldId="280"/>
            <ac:picMk id="8" creationId="{047E5A46-359C-756B-E9F2-003CC83BFC57}"/>
          </ac:picMkLst>
        </pc:picChg>
      </pc:sldChg>
      <pc:sldChg chg="del">
        <pc:chgData name="Dian Nurdiana, S.Kom., M.Kom." userId="fca74076-a507-46b3-81ba-40d1f8510c15" providerId="ADAL" clId="{F5280FD0-5D43-464F-8A2B-7BA1742ED039}" dt="2023-06-14T06:30:05.765" v="9" actId="2696"/>
        <pc:sldMkLst>
          <pc:docMk/>
          <pc:sldMk cId="1052138251" sldId="281"/>
        </pc:sldMkLst>
      </pc:sldChg>
      <pc:sldChg chg="modSp add mod">
        <pc:chgData name="Dian Nurdiana, S.Kom., M.Kom." userId="fca74076-a507-46b3-81ba-40d1f8510c15" providerId="ADAL" clId="{F5280FD0-5D43-464F-8A2B-7BA1742ED039}" dt="2023-06-14T06:41:18.637" v="233" actId="20577"/>
        <pc:sldMkLst>
          <pc:docMk/>
          <pc:sldMk cId="1764751695" sldId="281"/>
        </pc:sldMkLst>
        <pc:spChg chg="mod">
          <ac:chgData name="Dian Nurdiana, S.Kom., M.Kom." userId="fca74076-a507-46b3-81ba-40d1f8510c15" providerId="ADAL" clId="{F5280FD0-5D43-464F-8A2B-7BA1742ED039}" dt="2023-06-14T06:41:07.354" v="230"/>
          <ac:spMkLst>
            <pc:docMk/>
            <pc:sldMk cId="1764751695" sldId="281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F5280FD0-5D43-464F-8A2B-7BA1742ED039}" dt="2023-06-14T06:41:18.637" v="233" actId="20577"/>
          <ac:spMkLst>
            <pc:docMk/>
            <pc:sldMk cId="1764751695" sldId="281"/>
            <ac:spMk id="3" creationId="{163DD9E5-1DDC-42B3-A957-9582A1861C3E}"/>
          </ac:spMkLst>
        </pc:spChg>
      </pc:sldChg>
      <pc:sldChg chg="add del">
        <pc:chgData name="Dian Nurdiana, S.Kom., M.Kom." userId="fca74076-a507-46b3-81ba-40d1f8510c15" providerId="ADAL" clId="{F5280FD0-5D43-464F-8A2B-7BA1742ED039}" dt="2023-06-14T06:41:25.216" v="235" actId="2696"/>
        <pc:sldMkLst>
          <pc:docMk/>
          <pc:sldMk cId="3002308008" sldId="282"/>
        </pc:sldMkLst>
      </pc:sldChg>
      <pc:sldChg chg="del">
        <pc:chgData name="Dian Nurdiana, S.Kom., M.Kom." userId="fca74076-a507-46b3-81ba-40d1f8510c15" providerId="ADAL" clId="{F5280FD0-5D43-464F-8A2B-7BA1742ED039}" dt="2023-06-14T06:30:05.792" v="18" actId="2696"/>
        <pc:sldMkLst>
          <pc:docMk/>
          <pc:sldMk cId="3366816736" sldId="282"/>
        </pc:sldMkLst>
      </pc:sldChg>
      <pc:sldChg chg="add del">
        <pc:chgData name="Dian Nurdiana, S.Kom., M.Kom." userId="fca74076-a507-46b3-81ba-40d1f8510c15" providerId="ADAL" clId="{F5280FD0-5D43-464F-8A2B-7BA1742ED039}" dt="2023-06-14T06:41:25.215" v="234" actId="2696"/>
        <pc:sldMkLst>
          <pc:docMk/>
          <pc:sldMk cId="1024469450" sldId="283"/>
        </pc:sldMkLst>
      </pc:sldChg>
      <pc:sldChg chg="del">
        <pc:chgData name="Dian Nurdiana, S.Kom., M.Kom." userId="fca74076-a507-46b3-81ba-40d1f8510c15" providerId="ADAL" clId="{F5280FD0-5D43-464F-8A2B-7BA1742ED039}" dt="2023-06-14T06:30:05.766" v="10" actId="2696"/>
        <pc:sldMkLst>
          <pc:docMk/>
          <pc:sldMk cId="1126867491" sldId="283"/>
        </pc:sldMkLst>
      </pc:sldChg>
    </pc:docChg>
  </pc:docChgLst>
  <pc:docChgLst>
    <pc:chgData name="Dian Nurdiana, S.Kom., M.Kom." userId="fca74076-a507-46b3-81ba-40d1f8510c15" providerId="ADAL" clId="{050295D5-01AA-C445-B17D-1DBDCEFA1DD9}"/>
    <pc:docChg chg="delSld">
      <pc:chgData name="Dian Nurdiana, S.Kom., M.Kom." userId="fca74076-a507-46b3-81ba-40d1f8510c15" providerId="ADAL" clId="{050295D5-01AA-C445-B17D-1DBDCEFA1DD9}" dt="2023-09-14T03:51:48.822" v="4" actId="2696"/>
      <pc:docMkLst>
        <pc:docMk/>
      </pc:docMkLst>
      <pc:sldChg chg="del">
        <pc:chgData name="Dian Nurdiana, S.Kom., M.Kom." userId="fca74076-a507-46b3-81ba-40d1f8510c15" providerId="ADAL" clId="{050295D5-01AA-C445-B17D-1DBDCEFA1DD9}" dt="2023-09-14T03:51:48.772" v="0" actId="2696"/>
        <pc:sldMkLst>
          <pc:docMk/>
          <pc:sldMk cId="3568644041" sldId="277"/>
        </pc:sldMkLst>
      </pc:sldChg>
      <pc:sldChg chg="del">
        <pc:chgData name="Dian Nurdiana, S.Kom., M.Kom." userId="fca74076-a507-46b3-81ba-40d1f8510c15" providerId="ADAL" clId="{050295D5-01AA-C445-B17D-1DBDCEFA1DD9}" dt="2023-09-14T03:51:48.784" v="1" actId="2696"/>
        <pc:sldMkLst>
          <pc:docMk/>
          <pc:sldMk cId="1118916524" sldId="278"/>
        </pc:sldMkLst>
      </pc:sldChg>
      <pc:sldChg chg="del">
        <pc:chgData name="Dian Nurdiana, S.Kom., M.Kom." userId="fca74076-a507-46b3-81ba-40d1f8510c15" providerId="ADAL" clId="{050295D5-01AA-C445-B17D-1DBDCEFA1DD9}" dt="2023-09-14T03:51:48.805" v="2" actId="2696"/>
        <pc:sldMkLst>
          <pc:docMk/>
          <pc:sldMk cId="340624876" sldId="279"/>
        </pc:sldMkLst>
      </pc:sldChg>
      <pc:sldChg chg="del">
        <pc:chgData name="Dian Nurdiana, S.Kom., M.Kom." userId="fca74076-a507-46b3-81ba-40d1f8510c15" providerId="ADAL" clId="{050295D5-01AA-C445-B17D-1DBDCEFA1DD9}" dt="2023-09-14T03:51:48.818" v="3" actId="2696"/>
        <pc:sldMkLst>
          <pc:docMk/>
          <pc:sldMk cId="3690024599" sldId="280"/>
        </pc:sldMkLst>
      </pc:sldChg>
      <pc:sldChg chg="del">
        <pc:chgData name="Dian Nurdiana, S.Kom., M.Kom." userId="fca74076-a507-46b3-81ba-40d1f8510c15" providerId="ADAL" clId="{050295D5-01AA-C445-B17D-1DBDCEFA1DD9}" dt="2023-09-14T03:51:48.822" v="4" actId="2696"/>
        <pc:sldMkLst>
          <pc:docMk/>
          <pc:sldMk cId="1764751695" sldId="281"/>
        </pc:sldMkLst>
      </pc:sldChg>
    </pc:docChg>
  </pc:docChgLst>
  <pc:docChgLst>
    <pc:chgData name="Dian Nurdiana, S.Kom., M.Kom." userId="fca74076-a507-46b3-81ba-40d1f8510c15" providerId="ADAL" clId="{2AE219CA-8184-4E58-B218-9A8E5978000F}"/>
    <pc:docChg chg="undo custSel addSld modSld">
      <pc:chgData name="Dian Nurdiana, S.Kom., M.Kom." userId="fca74076-a507-46b3-81ba-40d1f8510c15" providerId="ADAL" clId="{2AE219CA-8184-4E58-B218-9A8E5978000F}" dt="2020-12-30T04:33:09.783" v="156" actId="27309"/>
      <pc:docMkLst>
        <pc:docMk/>
      </pc:docMkLst>
      <pc:sldChg chg="modSp">
        <pc:chgData name="Dian Nurdiana, S.Kom., M.Kom." userId="fca74076-a507-46b3-81ba-40d1f8510c15" providerId="ADAL" clId="{2AE219CA-8184-4E58-B218-9A8E5978000F}" dt="2020-12-30T04:25:18.068" v="51"/>
        <pc:sldMkLst>
          <pc:docMk/>
          <pc:sldMk cId="2097649925" sldId="257"/>
        </pc:sldMkLst>
        <pc:spChg chg="mod">
          <ac:chgData name="Dian Nurdiana, S.Kom., M.Kom." userId="fca74076-a507-46b3-81ba-40d1f8510c15" providerId="ADAL" clId="{2AE219CA-8184-4E58-B218-9A8E5978000F}" dt="2020-12-30T04:25:03.725" v="50" actId="20577"/>
          <ac:spMkLst>
            <pc:docMk/>
            <pc:sldMk cId="2097649925" sldId="257"/>
            <ac:spMk id="5" creationId="{8B2E021C-F2B5-470F-BA90-8F3C01E9B787}"/>
          </ac:spMkLst>
        </pc:spChg>
        <pc:spChg chg="mod">
          <ac:chgData name="Dian Nurdiana, S.Kom., M.Kom." userId="fca74076-a507-46b3-81ba-40d1f8510c15" providerId="ADAL" clId="{2AE219CA-8184-4E58-B218-9A8E5978000F}" dt="2020-12-30T04:25:18.068" v="51"/>
          <ac:spMkLst>
            <pc:docMk/>
            <pc:sldMk cId="2097649925" sldId="257"/>
            <ac:spMk id="11" creationId="{2F5769DE-2A5D-4AD6-AA5B-A4CCB6BA4112}"/>
          </ac:spMkLst>
        </pc:spChg>
      </pc:sldChg>
      <pc:sldChg chg="delSp modSp mod">
        <pc:chgData name="Dian Nurdiana, S.Kom., M.Kom." userId="fca74076-a507-46b3-81ba-40d1f8510c15" providerId="ADAL" clId="{2AE219CA-8184-4E58-B218-9A8E5978000F}" dt="2020-12-30T04:26:19.624" v="61"/>
        <pc:sldMkLst>
          <pc:docMk/>
          <pc:sldMk cId="1169449778" sldId="259"/>
        </pc:sldMkLst>
        <pc:spChg chg="mod">
          <ac:chgData name="Dian Nurdiana, S.Kom., M.Kom." userId="fca74076-a507-46b3-81ba-40d1f8510c15" providerId="ADAL" clId="{2AE219CA-8184-4E58-B218-9A8E5978000F}" dt="2020-12-30T04:25:35.507" v="52"/>
          <ac:spMkLst>
            <pc:docMk/>
            <pc:sldMk cId="1169449778" sldId="259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2AE219CA-8184-4E58-B218-9A8E5978000F}" dt="2020-12-30T04:26:19.624" v="61"/>
          <ac:spMkLst>
            <pc:docMk/>
            <pc:sldMk cId="1169449778" sldId="259"/>
            <ac:spMk id="3" creationId="{163DD9E5-1DDC-42B3-A957-9582A1861C3E}"/>
          </ac:spMkLst>
        </pc:spChg>
        <pc:spChg chg="del">
          <ac:chgData name="Dian Nurdiana, S.Kom., M.Kom." userId="fca74076-a507-46b3-81ba-40d1f8510c15" providerId="ADAL" clId="{2AE219CA-8184-4E58-B218-9A8E5978000F}" dt="2020-12-30T04:26:07.597" v="54" actId="478"/>
          <ac:spMkLst>
            <pc:docMk/>
            <pc:sldMk cId="1169449778" sldId="259"/>
            <ac:spMk id="4" creationId="{79E56D6E-FA39-4C4C-995E-4822EA653BA9}"/>
          </ac:spMkLst>
        </pc:spChg>
        <pc:picChg chg="del">
          <ac:chgData name="Dian Nurdiana, S.Kom., M.Kom." userId="fca74076-a507-46b3-81ba-40d1f8510c15" providerId="ADAL" clId="{2AE219CA-8184-4E58-B218-9A8E5978000F}" dt="2020-12-30T04:26:04.937" v="53" actId="478"/>
          <ac:picMkLst>
            <pc:docMk/>
            <pc:sldMk cId="1169449778" sldId="259"/>
            <ac:picMk id="5122" creationId="{5E80CDC8-983A-49A4-9AF3-A8C8027ADF09}"/>
          </ac:picMkLst>
        </pc:picChg>
      </pc:sldChg>
      <pc:sldChg chg="addSp modSp mod">
        <pc:chgData name="Dian Nurdiana, S.Kom., M.Kom." userId="fca74076-a507-46b3-81ba-40d1f8510c15" providerId="ADAL" clId="{2AE219CA-8184-4E58-B218-9A8E5978000F}" dt="2020-12-30T04:33:09.783" v="156" actId="27309"/>
        <pc:sldMkLst>
          <pc:docMk/>
          <pc:sldMk cId="1884983817" sldId="270"/>
        </pc:sldMkLst>
        <pc:graphicFrameChg chg="add modGraphic">
          <ac:chgData name="Dian Nurdiana, S.Kom., M.Kom." userId="fca74076-a507-46b3-81ba-40d1f8510c15" providerId="ADAL" clId="{2AE219CA-8184-4E58-B218-9A8E5978000F}" dt="2020-12-30T04:33:09.783" v="156" actId="27309"/>
          <ac:graphicFrameMkLst>
            <pc:docMk/>
            <pc:sldMk cId="1884983817" sldId="270"/>
            <ac:graphicFrameMk id="5" creationId="{C32D82AF-76C9-4626-8D5F-3D997DDAB148}"/>
          </ac:graphicFrameMkLst>
        </pc:graphicFrameChg>
      </pc:sldChg>
      <pc:sldChg chg="addSp modSp mod">
        <pc:chgData name="Dian Nurdiana, S.Kom., M.Kom." userId="fca74076-a507-46b3-81ba-40d1f8510c15" providerId="ADAL" clId="{2AE219CA-8184-4E58-B218-9A8E5978000F}" dt="2020-12-30T04:29:11.502" v="82" actId="1076"/>
        <pc:sldMkLst>
          <pc:docMk/>
          <pc:sldMk cId="2907557485" sldId="271"/>
        </pc:sldMkLst>
        <pc:spChg chg="mod">
          <ac:chgData name="Dian Nurdiana, S.Kom., M.Kom." userId="fca74076-a507-46b3-81ba-40d1f8510c15" providerId="ADAL" clId="{2AE219CA-8184-4E58-B218-9A8E5978000F}" dt="2020-12-30T04:28:22.933" v="70"/>
          <ac:spMkLst>
            <pc:docMk/>
            <pc:sldMk cId="2907557485" sldId="271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2AE219CA-8184-4E58-B218-9A8E5978000F}" dt="2020-12-30T04:29:02.406" v="79"/>
          <ac:spMkLst>
            <pc:docMk/>
            <pc:sldMk cId="2907557485" sldId="271"/>
            <ac:spMk id="3" creationId="{163DD9E5-1DDC-42B3-A957-9582A1861C3E}"/>
          </ac:spMkLst>
        </pc:spChg>
        <pc:picChg chg="add mod">
          <ac:chgData name="Dian Nurdiana, S.Kom., M.Kom." userId="fca74076-a507-46b3-81ba-40d1f8510c15" providerId="ADAL" clId="{2AE219CA-8184-4E58-B218-9A8E5978000F}" dt="2020-12-30T04:29:11.502" v="82" actId="1076"/>
          <ac:picMkLst>
            <pc:docMk/>
            <pc:sldMk cId="2907557485" sldId="271"/>
            <ac:picMk id="4" creationId="{F4E2A1F8-D832-475F-ACB8-7A4CCE1EBD6C}"/>
          </ac:picMkLst>
        </pc:picChg>
      </pc:sldChg>
      <pc:sldChg chg="modSp mod">
        <pc:chgData name="Dian Nurdiana, S.Kom., M.Kom." userId="fca74076-a507-46b3-81ba-40d1f8510c15" providerId="ADAL" clId="{2AE219CA-8184-4E58-B218-9A8E5978000F}" dt="2020-12-30T04:30:15.385" v="101" actId="5793"/>
        <pc:sldMkLst>
          <pc:docMk/>
          <pc:sldMk cId="707124780" sldId="273"/>
        </pc:sldMkLst>
        <pc:spChg chg="mod">
          <ac:chgData name="Dian Nurdiana, S.Kom., M.Kom." userId="fca74076-a507-46b3-81ba-40d1f8510c15" providerId="ADAL" clId="{2AE219CA-8184-4E58-B218-9A8E5978000F}" dt="2020-12-30T04:29:27.638" v="83"/>
          <ac:spMkLst>
            <pc:docMk/>
            <pc:sldMk cId="707124780" sldId="273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2AE219CA-8184-4E58-B218-9A8E5978000F}" dt="2020-12-30T04:30:15.385" v="101" actId="5793"/>
          <ac:spMkLst>
            <pc:docMk/>
            <pc:sldMk cId="707124780" sldId="273"/>
            <ac:spMk id="3" creationId="{163DD9E5-1DDC-42B3-A957-9582A1861C3E}"/>
          </ac:spMkLst>
        </pc:spChg>
      </pc:sldChg>
      <pc:sldChg chg="modSp mod">
        <pc:chgData name="Dian Nurdiana, S.Kom., M.Kom." userId="fca74076-a507-46b3-81ba-40d1f8510c15" providerId="ADAL" clId="{2AE219CA-8184-4E58-B218-9A8E5978000F}" dt="2020-12-30T04:30:39.877" v="106" actId="27636"/>
        <pc:sldMkLst>
          <pc:docMk/>
          <pc:sldMk cId="1835521271" sldId="274"/>
        </pc:sldMkLst>
        <pc:spChg chg="mod">
          <ac:chgData name="Dian Nurdiana, S.Kom., M.Kom." userId="fca74076-a507-46b3-81ba-40d1f8510c15" providerId="ADAL" clId="{2AE219CA-8184-4E58-B218-9A8E5978000F}" dt="2020-12-30T04:30:27.655" v="102"/>
          <ac:spMkLst>
            <pc:docMk/>
            <pc:sldMk cId="1835521271" sldId="274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2AE219CA-8184-4E58-B218-9A8E5978000F}" dt="2020-12-30T04:30:39.877" v="106" actId="27636"/>
          <ac:spMkLst>
            <pc:docMk/>
            <pc:sldMk cId="1835521271" sldId="274"/>
            <ac:spMk id="3" creationId="{163DD9E5-1DDC-42B3-A957-9582A1861C3E}"/>
          </ac:spMkLst>
        </pc:spChg>
      </pc:sldChg>
      <pc:sldChg chg="addSp modSp mod">
        <pc:chgData name="Dian Nurdiana, S.Kom., M.Kom." userId="fca74076-a507-46b3-81ba-40d1f8510c15" providerId="ADAL" clId="{2AE219CA-8184-4E58-B218-9A8E5978000F}" dt="2020-12-30T04:27:17.250" v="65" actId="1076"/>
        <pc:sldMkLst>
          <pc:docMk/>
          <pc:sldMk cId="2720750934" sldId="277"/>
        </pc:sldMkLst>
        <pc:spChg chg="mod">
          <ac:chgData name="Dian Nurdiana, S.Kom., M.Kom." userId="fca74076-a507-46b3-81ba-40d1f8510c15" providerId="ADAL" clId="{2AE219CA-8184-4E58-B218-9A8E5978000F}" dt="2020-12-30T04:26:53.430" v="62"/>
          <ac:spMkLst>
            <pc:docMk/>
            <pc:sldMk cId="2720750934" sldId="277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2AE219CA-8184-4E58-B218-9A8E5978000F}" dt="2020-12-30T04:27:04.083" v="63"/>
          <ac:spMkLst>
            <pc:docMk/>
            <pc:sldMk cId="2720750934" sldId="277"/>
            <ac:spMk id="3" creationId="{163DD9E5-1DDC-42B3-A957-9582A1861C3E}"/>
          </ac:spMkLst>
        </pc:spChg>
        <pc:picChg chg="add mod">
          <ac:chgData name="Dian Nurdiana, S.Kom., M.Kom." userId="fca74076-a507-46b3-81ba-40d1f8510c15" providerId="ADAL" clId="{2AE219CA-8184-4E58-B218-9A8E5978000F}" dt="2020-12-30T04:27:17.250" v="65" actId="1076"/>
          <ac:picMkLst>
            <pc:docMk/>
            <pc:sldMk cId="2720750934" sldId="277"/>
            <ac:picMk id="4" creationId="{7EBCEB92-2C6D-467C-9B15-33E7B4B4F93B}"/>
          </ac:picMkLst>
        </pc:picChg>
      </pc:sldChg>
      <pc:sldChg chg="delSp modSp add mod">
        <pc:chgData name="Dian Nurdiana, S.Kom., M.Kom." userId="fca74076-a507-46b3-81ba-40d1f8510c15" providerId="ADAL" clId="{2AE219CA-8184-4E58-B218-9A8E5978000F}" dt="2020-12-30T04:28:07.899" v="69" actId="20577"/>
        <pc:sldMkLst>
          <pc:docMk/>
          <pc:sldMk cId="3224428108" sldId="278"/>
        </pc:sldMkLst>
        <pc:spChg chg="mod">
          <ac:chgData name="Dian Nurdiana, S.Kom., M.Kom." userId="fca74076-a507-46b3-81ba-40d1f8510c15" providerId="ADAL" clId="{2AE219CA-8184-4E58-B218-9A8E5978000F}" dt="2020-12-30T04:28:07.899" v="69" actId="20577"/>
          <ac:spMkLst>
            <pc:docMk/>
            <pc:sldMk cId="3224428108" sldId="278"/>
            <ac:spMk id="3" creationId="{163DD9E5-1DDC-42B3-A957-9582A1861C3E}"/>
          </ac:spMkLst>
        </pc:spChg>
        <pc:picChg chg="del">
          <ac:chgData name="Dian Nurdiana, S.Kom., M.Kom." userId="fca74076-a507-46b3-81ba-40d1f8510c15" providerId="ADAL" clId="{2AE219CA-8184-4E58-B218-9A8E5978000F}" dt="2020-12-30T04:28:04.327" v="67" actId="478"/>
          <ac:picMkLst>
            <pc:docMk/>
            <pc:sldMk cId="3224428108" sldId="278"/>
            <ac:picMk id="4" creationId="{7EBCEB92-2C6D-467C-9B15-33E7B4B4F93B}"/>
          </ac:picMkLst>
        </pc:picChg>
      </pc:sldChg>
      <pc:sldChg chg="modSp add mod">
        <pc:chgData name="Dian Nurdiana, S.Kom., M.Kom." userId="fca74076-a507-46b3-81ba-40d1f8510c15" providerId="ADAL" clId="{2AE219CA-8184-4E58-B218-9A8E5978000F}" dt="2020-12-30T04:31:58.241" v="137" actId="113"/>
        <pc:sldMkLst>
          <pc:docMk/>
          <pc:sldMk cId="2679286301" sldId="279"/>
        </pc:sldMkLst>
        <pc:spChg chg="mod">
          <ac:chgData name="Dian Nurdiana, S.Kom., M.Kom." userId="fca74076-a507-46b3-81ba-40d1f8510c15" providerId="ADAL" clId="{2AE219CA-8184-4E58-B218-9A8E5978000F}" dt="2020-12-30T04:30:55.544" v="108"/>
          <ac:spMkLst>
            <pc:docMk/>
            <pc:sldMk cId="2679286301" sldId="279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2AE219CA-8184-4E58-B218-9A8E5978000F}" dt="2020-12-30T04:31:58.241" v="137" actId="113"/>
          <ac:spMkLst>
            <pc:docMk/>
            <pc:sldMk cId="2679286301" sldId="279"/>
            <ac:spMk id="3" creationId="{163DD9E5-1DDC-42B3-A957-9582A1861C3E}"/>
          </ac:spMkLst>
        </pc:spChg>
      </pc:sldChg>
      <pc:sldChg chg="modSp add mod">
        <pc:chgData name="Dian Nurdiana, S.Kom., M.Kom." userId="fca74076-a507-46b3-81ba-40d1f8510c15" providerId="ADAL" clId="{2AE219CA-8184-4E58-B218-9A8E5978000F}" dt="2020-12-30T04:32:42.591" v="150" actId="20577"/>
        <pc:sldMkLst>
          <pc:docMk/>
          <pc:sldMk cId="3234302241" sldId="280"/>
        </pc:sldMkLst>
        <pc:spChg chg="mod">
          <ac:chgData name="Dian Nurdiana, S.Kom., M.Kom." userId="fca74076-a507-46b3-81ba-40d1f8510c15" providerId="ADAL" clId="{2AE219CA-8184-4E58-B218-9A8E5978000F}" dt="2020-12-30T04:32:42.591" v="150" actId="20577"/>
          <ac:spMkLst>
            <pc:docMk/>
            <pc:sldMk cId="3234302241" sldId="280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2AE219CA-8184-4E58-B218-9A8E5978000F}" dt="2020-12-30T04:32:25.180" v="142" actId="6549"/>
          <ac:spMkLst>
            <pc:docMk/>
            <pc:sldMk cId="3234302241" sldId="280"/>
            <ac:spMk id="3" creationId="{163DD9E5-1DDC-42B3-A957-9582A1861C3E}"/>
          </ac:spMkLst>
        </pc:spChg>
      </pc:sldChg>
      <pc:sldChg chg="modSp add mod">
        <pc:chgData name="Dian Nurdiana, S.Kom., M.Kom." userId="fca74076-a507-46b3-81ba-40d1f8510c15" providerId="ADAL" clId="{2AE219CA-8184-4E58-B218-9A8E5978000F}" dt="2020-12-30T04:33:07.074" v="155"/>
        <pc:sldMkLst>
          <pc:docMk/>
          <pc:sldMk cId="1441663428" sldId="281"/>
        </pc:sldMkLst>
        <pc:spChg chg="mod">
          <ac:chgData name="Dian Nurdiana, S.Kom., M.Kom." userId="fca74076-a507-46b3-81ba-40d1f8510c15" providerId="ADAL" clId="{2AE219CA-8184-4E58-B218-9A8E5978000F}" dt="2020-12-30T04:32:34.818" v="144"/>
          <ac:spMkLst>
            <pc:docMk/>
            <pc:sldMk cId="1441663428" sldId="281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2AE219CA-8184-4E58-B218-9A8E5978000F}" dt="2020-12-30T04:33:07.074" v="155"/>
          <ac:spMkLst>
            <pc:docMk/>
            <pc:sldMk cId="1441663428" sldId="281"/>
            <ac:spMk id="3" creationId="{163DD9E5-1DDC-42B3-A957-9582A1861C3E}"/>
          </ac:spMkLst>
        </pc:spChg>
      </pc:sldChg>
    </pc:docChg>
  </pc:docChgLst>
  <pc:docChgLst>
    <pc:chgData name="Dian Nurdiana, S.Kom., M.Kom." userId="fca74076-a507-46b3-81ba-40d1f8510c15" providerId="ADAL" clId="{99BC154E-A974-4594-B278-4632E5B3481C}"/>
    <pc:docChg chg="modSld">
      <pc:chgData name="Dian Nurdiana, S.Kom., M.Kom." userId="fca74076-a507-46b3-81ba-40d1f8510c15" providerId="ADAL" clId="{99BC154E-A974-4594-B278-4632E5B3481C}" dt="2023-06-21T08:25:51.273" v="26" actId="20577"/>
      <pc:docMkLst>
        <pc:docMk/>
      </pc:docMkLst>
      <pc:sldChg chg="modSp">
        <pc:chgData name="Dian Nurdiana, S.Kom., M.Kom." userId="fca74076-a507-46b3-81ba-40d1f8510c15" providerId="ADAL" clId="{99BC154E-A974-4594-B278-4632E5B3481C}" dt="2023-06-21T08:25:51.273" v="26" actId="20577"/>
        <pc:sldMkLst>
          <pc:docMk/>
          <pc:sldMk cId="2097649925" sldId="257"/>
        </pc:sldMkLst>
        <pc:spChg chg="mod">
          <ac:chgData name="Dian Nurdiana, S.Kom., M.Kom." userId="fca74076-a507-46b3-81ba-40d1f8510c15" providerId="ADAL" clId="{99BC154E-A974-4594-B278-4632E5B3481C}" dt="2023-06-21T08:25:41.383" v="0" actId="6549"/>
          <ac:spMkLst>
            <pc:docMk/>
            <pc:sldMk cId="2097649925" sldId="257"/>
            <ac:spMk id="5" creationId="{8B2E021C-F2B5-470F-BA90-8F3C01E9B787}"/>
          </ac:spMkLst>
        </pc:spChg>
        <pc:spChg chg="mod">
          <ac:chgData name="Dian Nurdiana, S.Kom., M.Kom." userId="fca74076-a507-46b3-81ba-40d1f8510c15" providerId="ADAL" clId="{99BC154E-A974-4594-B278-4632E5B3481C}" dt="2023-06-21T08:25:51.273" v="26" actId="20577"/>
          <ac:spMkLst>
            <pc:docMk/>
            <pc:sldMk cId="2097649925" sldId="257"/>
            <ac:spMk id="11" creationId="{2F5769DE-2A5D-4AD6-AA5B-A4CCB6BA411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FF502-55E4-40A7-B8B9-019A639A219E}" type="datetimeFigureOut">
              <a:rPr lang="en-US" smtClean="0"/>
              <a:t>9/14/23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3DE070-8B48-4B25-99A3-108D88F9B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68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63DD617-6359-4ADA-974D-7CC774EA6C12}" type="slidenum">
              <a:rPr lang="en-US" altLang="en-US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099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9/14/23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82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9/14/23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9/14/23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32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9/14/23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52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9/14/23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43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9/14/23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91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9/14/23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0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9/14/23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90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9/14/23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94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9/14/23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1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9/14/23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565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8004F-299B-411C-9CA5-288D55D0283C}" type="datetimeFigureOut">
              <a:rPr lang="en-US" smtClean="0"/>
              <a:t>9/14/23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580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3" name="whoosh.wav"/>
          </p:stSnd>
        </p:sndAc>
      </p:transition>
    </mc:Choice>
    <mc:Fallback xmlns="">
      <p:transition spd="slow">
        <p:blinds dir="vert"/>
        <p:sndAc>
          <p:stSnd>
            <p:snd r:embed="rId15" name="whoosh.wav"/>
          </p:stSnd>
        </p:sndAc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9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>
            <a:extLst>
              <a:ext uri="{FF2B5EF4-FFF2-40B4-BE49-F238E27FC236}">
                <a16:creationId xmlns:a16="http://schemas.microsoft.com/office/drawing/2014/main" id="{8B2E021C-F2B5-470F-BA90-8F3C01E9B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4894" y="1656396"/>
            <a:ext cx="8572500" cy="896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id-ID" sz="2400" b="1" dirty="0"/>
              <a:t>MATERI</a:t>
            </a:r>
          </a:p>
          <a:p>
            <a:pPr algn="ctr">
              <a:buNone/>
            </a:pPr>
            <a:r>
              <a:rPr lang="id-ID" sz="2400" b="1" dirty="0"/>
              <a:t>MSIM4204 JARINGAN KOMPUTER</a:t>
            </a:r>
            <a:endParaRPr lang="id-ID" sz="2400" dirty="0">
              <a:effectLst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C7D4CDBD-5EC8-4365-A58B-3C437FF80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7194" y="4909317"/>
            <a:ext cx="4047904" cy="1096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Sistem</a:t>
            </a:r>
            <a:r>
              <a:rPr lang="en-US" altLang="en-US" sz="2176" b="1" dirty="0">
                <a:latin typeface="Century Gothic" panose="020B0502020202020204" pitchFamily="34" charset="0"/>
              </a:rPr>
              <a:t> </a:t>
            </a:r>
            <a:r>
              <a:rPr lang="en-US" altLang="en-US" sz="2176" b="1" dirty="0" err="1">
                <a:latin typeface="Century Gothic" panose="020B0502020202020204" pitchFamily="34" charset="0"/>
              </a:rPr>
              <a:t>Informasi</a:t>
            </a:r>
            <a:endParaRPr lang="en-US" altLang="en-US" sz="2176" b="1" dirty="0">
              <a:latin typeface="Century Gothic" panose="020B0502020202020204" pitchFamily="34" charset="0"/>
            </a:endParaRPr>
          </a:p>
          <a:p>
            <a:pPr algn="ctr" eaLnBrk="1" hangingPunct="1"/>
            <a:r>
              <a:rPr lang="id-ID" altLang="en-US" sz="2176" b="1" dirty="0">
                <a:latin typeface="Century Gothic" panose="020B0502020202020204" pitchFamily="34" charset="0"/>
              </a:rPr>
              <a:t>Fakultas Sains dan Teknologi</a:t>
            </a:r>
            <a:endParaRPr lang="en-US" altLang="en-US" sz="2176" b="1" dirty="0">
              <a:latin typeface="Century Gothic" panose="020B0502020202020204" pitchFamily="34" charset="0"/>
            </a:endParaRPr>
          </a:p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Universitas</a:t>
            </a:r>
            <a:r>
              <a:rPr lang="en-US" altLang="en-US" sz="2176" b="1" dirty="0">
                <a:latin typeface="Century Gothic" panose="020B0502020202020204" pitchFamily="34" charset="0"/>
              </a:rPr>
              <a:t> Terbuka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F8A999-A9AC-4969-983B-AEFAE83D05FC}"/>
              </a:ext>
            </a:extLst>
          </p:cNvPr>
          <p:cNvSpPr/>
          <p:nvPr/>
        </p:nvSpPr>
        <p:spPr>
          <a:xfrm>
            <a:off x="2836507" y="443369"/>
            <a:ext cx="9318171" cy="7509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5769DE-2A5D-4AD6-AA5B-A4CCB6BA4112}"/>
              </a:ext>
            </a:extLst>
          </p:cNvPr>
          <p:cNvSpPr txBox="1"/>
          <p:nvPr/>
        </p:nvSpPr>
        <p:spPr>
          <a:xfrm>
            <a:off x="425004" y="3059668"/>
            <a:ext cx="1119229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ct val="0"/>
              </a:spcBef>
              <a:buNone/>
            </a:pPr>
            <a:r>
              <a:rPr lang="id-ID" sz="4000"/>
              <a:t>Aktivitas Belajar 14  </a:t>
            </a:r>
            <a:endParaRPr lang="id-ID" sz="4000" dirty="0"/>
          </a:p>
          <a:p>
            <a:pPr algn="ctr">
              <a:spcBef>
                <a:spcPct val="0"/>
              </a:spcBef>
              <a:buNone/>
            </a:pPr>
            <a:r>
              <a:rPr lang="en-US" sz="4000" dirty="0" err="1"/>
              <a:t>Manajemen</a:t>
            </a:r>
            <a:r>
              <a:rPr lang="en-US" sz="4000" dirty="0"/>
              <a:t> </a:t>
            </a:r>
            <a:r>
              <a:rPr lang="en-US" sz="4000" dirty="0" err="1"/>
              <a:t>Jaringan</a:t>
            </a:r>
            <a:r>
              <a:rPr lang="en-US" sz="4000" dirty="0"/>
              <a:t> dan Wireless LAN – IEEE 802.11</a:t>
            </a:r>
          </a:p>
        </p:txBody>
      </p:sp>
    </p:spTree>
    <p:extLst>
      <p:ext uri="{BB962C8B-B14F-4D97-AF65-F5344CB8AC3E}">
        <p14:creationId xmlns:p14="http://schemas.microsoft.com/office/powerpoint/2010/main" val="209764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 xmlns="">
      <p:transition spd="slow">
        <p:blinds dir="vert"/>
        <p:sndAc>
          <p:stSnd>
            <p:snd r:embed="rId9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Simple network Management Protocol (SNMP)</a:t>
            </a:r>
            <a:r>
              <a:rPr lang="en-ID" dirty="0">
                <a:effectLst/>
              </a:rPr>
              <a:t> 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Simple Network Management Protocol (SNMP) </a:t>
            </a:r>
            <a:r>
              <a:rPr lang="en-US" dirty="0" err="1"/>
              <a:t>merupakan</a:t>
            </a:r>
            <a:r>
              <a:rPr lang="en-US" dirty="0"/>
              <a:t> salah </a:t>
            </a:r>
            <a:r>
              <a:rPr lang="en-US" dirty="0" err="1"/>
              <a:t>protokol</a:t>
            </a:r>
            <a:r>
              <a:rPr lang="en-US" dirty="0"/>
              <a:t> </a:t>
            </a:r>
            <a:r>
              <a:rPr lang="en-US" dirty="0" err="1"/>
              <a:t>resmi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Internet Protocol suite yang </a:t>
            </a:r>
            <a:r>
              <a:rPr lang="en-US" dirty="0" err="1"/>
              <a:t>dibuat</a:t>
            </a:r>
            <a:r>
              <a:rPr lang="en-US" dirty="0"/>
              <a:t> oleh Internet Engineering Task Force (IETF). SNMP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layer 7 </a:t>
            </a:r>
            <a:r>
              <a:rPr lang="en-US" dirty="0" err="1"/>
              <a:t>aplikasi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r>
              <a:rPr lang="en-US" dirty="0"/>
              <a:t> oleh network management system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memonitor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memberikan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yang </a:t>
            </a:r>
            <a:r>
              <a:rPr lang="en-US" dirty="0" err="1"/>
              <a:t>dibutuhkan</a:t>
            </a:r>
            <a:r>
              <a:rPr lang="en-US" dirty="0"/>
              <a:t> </a:t>
            </a:r>
            <a:r>
              <a:rPr lang="en-US" dirty="0" err="1"/>
              <a:t>bagi</a:t>
            </a:r>
            <a:r>
              <a:rPr lang="en-US" dirty="0"/>
              <a:t> </a:t>
            </a:r>
            <a:r>
              <a:rPr lang="en-US" dirty="0" err="1"/>
              <a:t>pengelolanya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69449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 err="1"/>
              <a:t>Management</a:t>
            </a:r>
            <a:r>
              <a:rPr lang="id-ID" dirty="0"/>
              <a:t> </a:t>
            </a:r>
            <a:r>
              <a:rPr lang="id-ID" dirty="0" err="1"/>
              <a:t>Information</a:t>
            </a:r>
            <a:r>
              <a:rPr lang="id-ID" dirty="0"/>
              <a:t> Base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id-ID" dirty="0" err="1"/>
              <a:t>Management</a:t>
            </a:r>
            <a:r>
              <a:rPr lang="id-ID" dirty="0"/>
              <a:t> </a:t>
            </a:r>
            <a:r>
              <a:rPr lang="id-ID" dirty="0" err="1"/>
              <a:t>Information</a:t>
            </a:r>
            <a:r>
              <a:rPr lang="id-ID" dirty="0"/>
              <a:t> Base (MIB) merupakan </a:t>
            </a:r>
            <a:r>
              <a:rPr lang="id-ID" dirty="0" err="1"/>
              <a:t>database</a:t>
            </a:r>
            <a:r>
              <a:rPr lang="id-ID" dirty="0"/>
              <a:t> yang digunakan untuk manajemen perangkat pada jaringan. </a:t>
            </a:r>
            <a:r>
              <a:rPr lang="id-ID" dirty="0" err="1"/>
              <a:t>Database</a:t>
            </a:r>
            <a:r>
              <a:rPr lang="id-ID" dirty="0"/>
              <a:t> tersebut berisikan objek </a:t>
            </a:r>
            <a:r>
              <a:rPr lang="id-ID" dirty="0" err="1"/>
              <a:t>entiti</a:t>
            </a:r>
            <a:r>
              <a:rPr lang="id-ID" dirty="0"/>
              <a:t> dari perangkat jaringan (seperti </a:t>
            </a:r>
            <a:r>
              <a:rPr lang="id-ID" dirty="0" err="1"/>
              <a:t>router</a:t>
            </a:r>
            <a:r>
              <a:rPr lang="id-ID" dirty="0"/>
              <a:t> atau </a:t>
            </a:r>
            <a:r>
              <a:rPr lang="id-ID" dirty="0" err="1"/>
              <a:t>switch</a:t>
            </a:r>
            <a:r>
              <a:rPr lang="id-ID" dirty="0"/>
              <a:t>). Objek pada MIB didefinisikan menggunakan </a:t>
            </a:r>
            <a:r>
              <a:rPr lang="id-ID" dirty="0" err="1"/>
              <a:t>Abstract</a:t>
            </a:r>
            <a:r>
              <a:rPr lang="id-ID" dirty="0"/>
              <a:t> </a:t>
            </a:r>
            <a:r>
              <a:rPr lang="id-ID" dirty="0" err="1"/>
              <a:t>Syntax</a:t>
            </a:r>
            <a:r>
              <a:rPr lang="id-ID" dirty="0"/>
              <a:t> </a:t>
            </a:r>
            <a:r>
              <a:rPr lang="id-ID" dirty="0" err="1"/>
              <a:t>Notation</a:t>
            </a:r>
            <a:r>
              <a:rPr lang="id-ID" dirty="0"/>
              <a:t> One (ASN 1), dan diberi nama </a:t>
            </a:r>
            <a:r>
              <a:rPr lang="id-ID" dirty="0" err="1"/>
              <a:t>Structure</a:t>
            </a:r>
            <a:r>
              <a:rPr lang="id-ID" dirty="0"/>
              <a:t> </a:t>
            </a:r>
            <a:r>
              <a:rPr lang="id-ID" dirty="0" err="1"/>
              <a:t>of</a:t>
            </a:r>
            <a:r>
              <a:rPr lang="id-ID" dirty="0"/>
              <a:t> </a:t>
            </a:r>
            <a:r>
              <a:rPr lang="id-ID" dirty="0" err="1"/>
              <a:t>Management</a:t>
            </a:r>
            <a:r>
              <a:rPr lang="id-ID" dirty="0"/>
              <a:t> </a:t>
            </a:r>
            <a:r>
              <a:rPr lang="id-ID" dirty="0" err="1"/>
              <a:t>Information</a:t>
            </a:r>
            <a:r>
              <a:rPr lang="id-ID" dirty="0"/>
              <a:t> </a:t>
            </a:r>
            <a:r>
              <a:rPr lang="id-ID" dirty="0" err="1"/>
              <a:t>Version</a:t>
            </a:r>
            <a:r>
              <a:rPr lang="id-ID" dirty="0"/>
              <a:t> 2 (SMIv2). </a:t>
            </a:r>
            <a:r>
              <a:rPr lang="id-ID" dirty="0" err="1"/>
              <a:t>Software</a:t>
            </a:r>
            <a:r>
              <a:rPr lang="id-ID" dirty="0"/>
              <a:t> yang digunakan untuk </a:t>
            </a:r>
            <a:r>
              <a:rPr lang="id-ID" dirty="0" err="1"/>
              <a:t>parsing</a:t>
            </a:r>
            <a:r>
              <a:rPr lang="id-ID" dirty="0"/>
              <a:t> disebut MIB </a:t>
            </a:r>
            <a:r>
              <a:rPr lang="id-ID" dirty="0" err="1"/>
              <a:t>compiler</a:t>
            </a:r>
            <a:r>
              <a:rPr lang="id-ID" dirty="0"/>
              <a:t>.</a:t>
            </a:r>
          </a:p>
          <a:p>
            <a:r>
              <a:rPr lang="id-ID" dirty="0"/>
              <a:t>RFC yang membahas </a:t>
            </a:r>
            <a:r>
              <a:rPr lang="id-ID" dirty="0" err="1"/>
              <a:t>Management</a:t>
            </a:r>
            <a:r>
              <a:rPr lang="id-ID" dirty="0"/>
              <a:t> </a:t>
            </a:r>
            <a:r>
              <a:rPr lang="id-ID" dirty="0" err="1"/>
              <a:t>Information</a:t>
            </a:r>
            <a:r>
              <a:rPr lang="id-ID" dirty="0"/>
              <a:t> Base antara lain: RFC1155 – </a:t>
            </a:r>
            <a:r>
              <a:rPr lang="id-ID" dirty="0" err="1"/>
              <a:t>Structure</a:t>
            </a:r>
            <a:r>
              <a:rPr lang="id-ID" dirty="0"/>
              <a:t> </a:t>
            </a:r>
            <a:r>
              <a:rPr lang="id-ID" dirty="0" err="1"/>
              <a:t>and</a:t>
            </a:r>
            <a:r>
              <a:rPr lang="id-ID" dirty="0"/>
              <a:t> </a:t>
            </a:r>
            <a:r>
              <a:rPr lang="id-ID" dirty="0" err="1"/>
              <a:t>identification</a:t>
            </a:r>
            <a:r>
              <a:rPr lang="id-ID" dirty="0"/>
              <a:t> </a:t>
            </a:r>
            <a:r>
              <a:rPr lang="id-ID" dirty="0" err="1"/>
              <a:t>of</a:t>
            </a:r>
            <a:r>
              <a:rPr lang="id-ID" dirty="0"/>
              <a:t> </a:t>
            </a:r>
            <a:r>
              <a:rPr lang="id-ID" dirty="0" err="1"/>
              <a:t>Management</a:t>
            </a:r>
            <a:r>
              <a:rPr lang="id-ID" dirty="0"/>
              <a:t> </a:t>
            </a:r>
            <a:r>
              <a:rPr lang="id-ID" dirty="0" err="1"/>
              <a:t>Information</a:t>
            </a:r>
            <a:r>
              <a:rPr lang="id-ID" dirty="0"/>
              <a:t> </a:t>
            </a:r>
            <a:r>
              <a:rPr lang="id-ID" dirty="0" err="1"/>
              <a:t>for</a:t>
            </a:r>
            <a:r>
              <a:rPr lang="id-ID" dirty="0"/>
              <a:t> TCP/IP </a:t>
            </a:r>
            <a:r>
              <a:rPr lang="id-ID" dirty="0" err="1"/>
              <a:t>base</a:t>
            </a:r>
            <a:r>
              <a:rPr lang="id-ID" dirty="0"/>
              <a:t> </a:t>
            </a:r>
            <a:r>
              <a:rPr lang="id-ID" dirty="0" err="1"/>
              <a:t>internets</a:t>
            </a:r>
            <a:r>
              <a:rPr lang="id-ID" dirty="0"/>
              <a:t>, RFC1213 – </a:t>
            </a:r>
            <a:r>
              <a:rPr lang="id-ID" dirty="0" err="1"/>
              <a:t>Management</a:t>
            </a:r>
            <a:r>
              <a:rPr lang="id-ID" dirty="0"/>
              <a:t> </a:t>
            </a:r>
            <a:r>
              <a:rPr lang="id-ID" dirty="0" err="1"/>
              <a:t>Information</a:t>
            </a:r>
            <a:r>
              <a:rPr lang="id-ID" dirty="0"/>
              <a:t> Base </a:t>
            </a:r>
            <a:r>
              <a:rPr lang="id-ID" dirty="0" err="1"/>
              <a:t>for</a:t>
            </a:r>
            <a:r>
              <a:rPr lang="id-ID" dirty="0"/>
              <a:t> Network </a:t>
            </a:r>
            <a:r>
              <a:rPr lang="id-ID" dirty="0" err="1"/>
              <a:t>Management</a:t>
            </a:r>
            <a:r>
              <a:rPr lang="id-ID" dirty="0"/>
              <a:t> </a:t>
            </a:r>
            <a:r>
              <a:rPr lang="id-ID" dirty="0" err="1"/>
              <a:t>of</a:t>
            </a:r>
            <a:r>
              <a:rPr lang="id-ID" dirty="0"/>
              <a:t> TCP/IP- </a:t>
            </a:r>
            <a:r>
              <a:rPr lang="id-ID" dirty="0" err="1"/>
              <a:t>based</a:t>
            </a:r>
            <a:r>
              <a:rPr lang="id-ID" dirty="0"/>
              <a:t> </a:t>
            </a:r>
            <a:r>
              <a:rPr lang="id-ID" dirty="0" err="1"/>
              <a:t>internets</a:t>
            </a:r>
            <a:r>
              <a:rPr lang="id-ID" dirty="0"/>
              <a:t>, dan RFC 1157 – </a:t>
            </a:r>
            <a:r>
              <a:rPr lang="id-ID" dirty="0" err="1"/>
              <a:t>A</a:t>
            </a:r>
            <a:r>
              <a:rPr lang="id-ID" dirty="0"/>
              <a:t> </a:t>
            </a:r>
            <a:r>
              <a:rPr lang="id-ID" dirty="0" err="1"/>
              <a:t>Simple</a:t>
            </a:r>
            <a:r>
              <a:rPr lang="id-ID" dirty="0"/>
              <a:t> Network </a:t>
            </a:r>
            <a:r>
              <a:rPr lang="id-ID" dirty="0" err="1"/>
              <a:t>Management</a:t>
            </a:r>
            <a:r>
              <a:rPr lang="id-ID" dirty="0"/>
              <a:t> </a:t>
            </a:r>
            <a:r>
              <a:rPr lang="id-ID" dirty="0" err="1"/>
              <a:t>Protocol</a:t>
            </a:r>
            <a:r>
              <a:rPr lang="id-ID" dirty="0"/>
              <a:t>.</a:t>
            </a:r>
          </a:p>
          <a:p>
            <a:r>
              <a:rPr lang="id-ID" dirty="0"/>
              <a:t>SNMP, komunikasi yang terjadi antara </a:t>
            </a:r>
            <a:r>
              <a:rPr lang="id-ID" dirty="0" err="1"/>
              <a:t>management</a:t>
            </a:r>
            <a:r>
              <a:rPr lang="id-ID" dirty="0"/>
              <a:t> </a:t>
            </a:r>
            <a:r>
              <a:rPr lang="id-ID" dirty="0" err="1"/>
              <a:t>station</a:t>
            </a:r>
            <a:r>
              <a:rPr lang="id-ID" dirty="0"/>
              <a:t> (contoh: </a:t>
            </a:r>
            <a:r>
              <a:rPr lang="id-ID" dirty="0" err="1"/>
              <a:t>console</a:t>
            </a:r>
            <a:r>
              <a:rPr lang="id-ID" dirty="0"/>
              <a:t>) dengan </a:t>
            </a:r>
            <a:r>
              <a:rPr lang="id-ID" dirty="0" err="1"/>
              <a:t>management</a:t>
            </a:r>
            <a:r>
              <a:rPr lang="id-ID" dirty="0"/>
              <a:t> </a:t>
            </a:r>
            <a:r>
              <a:rPr lang="id-ID" dirty="0" err="1"/>
              <a:t>object</a:t>
            </a:r>
            <a:r>
              <a:rPr lang="id-ID" dirty="0"/>
              <a:t> (seperti </a:t>
            </a:r>
            <a:r>
              <a:rPr lang="id-ID" dirty="0" err="1"/>
              <a:t>router</a:t>
            </a:r>
            <a:r>
              <a:rPr lang="id-ID" dirty="0"/>
              <a:t>, </a:t>
            </a:r>
            <a:r>
              <a:rPr lang="id-ID" dirty="0" err="1"/>
              <a:t>gateway</a:t>
            </a:r>
            <a:r>
              <a:rPr lang="id-ID" dirty="0"/>
              <a:t> dan </a:t>
            </a:r>
            <a:r>
              <a:rPr lang="id-ID" dirty="0" err="1"/>
              <a:t>switch</a:t>
            </a:r>
            <a:r>
              <a:rPr lang="id-ID" dirty="0"/>
              <a:t>), menggunakan MIB. </a:t>
            </a:r>
            <a:r>
              <a:rPr lang="id-ID" dirty="0" err="1"/>
              <a:t>Component</a:t>
            </a:r>
            <a:r>
              <a:rPr lang="id-ID" dirty="0"/>
              <a:t> yang bekerja untuk mengambil data disebut SNMP </a:t>
            </a:r>
            <a:r>
              <a:rPr lang="id-ID" dirty="0" err="1"/>
              <a:t>agent</a:t>
            </a:r>
            <a:r>
              <a:rPr lang="id-ID" dirty="0"/>
              <a:t>, merupakan </a:t>
            </a:r>
            <a:r>
              <a:rPr lang="id-ID" dirty="0" err="1"/>
              <a:t>software</a:t>
            </a:r>
            <a:r>
              <a:rPr lang="id-ID" dirty="0"/>
              <a:t> yang dapat berkomunikasi dengan SNMP </a:t>
            </a:r>
            <a:r>
              <a:rPr lang="id-ID" dirty="0" err="1"/>
              <a:t>Manager</a:t>
            </a:r>
            <a:r>
              <a:rPr lang="id-ID" dirty="0"/>
              <a:t>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66842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 fontScale="90000"/>
          </a:bodyPr>
          <a:lstStyle/>
          <a:p>
            <a:r>
              <a:rPr lang="id-ID" dirty="0"/>
              <a:t>Arsitektur SNMP </a:t>
            </a:r>
            <a:r>
              <a:rPr lang="id-ID" dirty="0" err="1"/>
              <a:t>Framework</a:t>
            </a:r>
            <a:r>
              <a:rPr lang="id-ID" dirty="0"/>
              <a:t> dari SNMP terdiri dari: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i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Master Agent</a:t>
            </a:r>
            <a:r>
              <a:rPr lang="en-ID" dirty="0">
                <a:effectLst/>
              </a:rPr>
              <a:t> </a:t>
            </a:r>
          </a:p>
          <a:p>
            <a:r>
              <a:rPr lang="en-US" sz="1800" i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Subagent</a:t>
            </a:r>
            <a:r>
              <a:rPr lang="en-ID" dirty="0">
                <a:effectLst/>
              </a:rPr>
              <a:t> </a:t>
            </a:r>
            <a:endParaRPr lang="en-ID" dirty="0"/>
          </a:p>
          <a:p>
            <a:r>
              <a:rPr lang="en-US" sz="1800" i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Management Station</a:t>
            </a:r>
            <a:r>
              <a:rPr lang="en-ID" dirty="0">
                <a:effectLst/>
              </a:rPr>
              <a:t> 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918313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/>
              <a:t>Protokol SNMP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id-ID" dirty="0"/>
              <a:t>PDU dari SNMP (versi 1) antara lain:</a:t>
            </a:r>
          </a:p>
          <a:p>
            <a:pPr lvl="1"/>
            <a:r>
              <a:rPr lang="id-ID" dirty="0"/>
              <a:t>GET REQUEST: digunakan untuk mendapatkan informasi manajemen</a:t>
            </a:r>
          </a:p>
          <a:p>
            <a:pPr lvl="1"/>
            <a:r>
              <a:rPr lang="id-ID" dirty="0"/>
              <a:t>GETNEXT REQUEST: digunakan secara interaktif untuk mendapatkan </a:t>
            </a:r>
            <a:r>
              <a:rPr lang="id-ID" dirty="0" err="1"/>
              <a:t>sekuen</a:t>
            </a:r>
            <a:r>
              <a:rPr lang="id-ID" dirty="0"/>
              <a:t> dari informasi manajemen</a:t>
            </a:r>
          </a:p>
          <a:p>
            <a:pPr lvl="1"/>
            <a:r>
              <a:rPr lang="id-ID" dirty="0"/>
              <a:t>GET RESPONSE</a:t>
            </a:r>
          </a:p>
          <a:p>
            <a:pPr lvl="1"/>
            <a:r>
              <a:rPr lang="id-ID" dirty="0"/>
              <a:t>SET: digunakan untuk melakukan perubahan terhadap </a:t>
            </a:r>
            <a:r>
              <a:rPr lang="id-ID" dirty="0" err="1"/>
              <a:t>subsistem</a:t>
            </a:r>
            <a:endParaRPr lang="id-ID" dirty="0"/>
          </a:p>
          <a:p>
            <a:pPr lvl="1"/>
            <a:r>
              <a:rPr lang="id-ID" dirty="0"/>
              <a:t>TRAP: digunakan untuk melakukan pelaporan terhadap </a:t>
            </a:r>
            <a:r>
              <a:rPr lang="id-ID" dirty="0" err="1"/>
              <a:t>subsistem</a:t>
            </a:r>
            <a:r>
              <a:rPr lang="id-ID" dirty="0"/>
              <a:t> manajemen</a:t>
            </a:r>
          </a:p>
          <a:p>
            <a:r>
              <a:rPr lang="id-ID" dirty="0"/>
              <a:t> </a:t>
            </a:r>
          </a:p>
          <a:p>
            <a:r>
              <a:rPr lang="id-ID" dirty="0"/>
              <a:t>Untuk versi berikutnya ditambahkan PDU:</a:t>
            </a:r>
          </a:p>
          <a:p>
            <a:pPr lvl="1"/>
            <a:r>
              <a:rPr lang="id-ID" dirty="0"/>
              <a:t>GETBULK REQUEST: iterasi yang lebih cepat untuk mendapatkan informasi</a:t>
            </a:r>
          </a:p>
          <a:p>
            <a:pPr lvl="1"/>
            <a:r>
              <a:rPr lang="id-ID" dirty="0"/>
              <a:t>INFORM: </a:t>
            </a:r>
            <a:r>
              <a:rPr lang="id-ID" dirty="0" err="1"/>
              <a:t>acknowledge</a:t>
            </a:r>
            <a:r>
              <a:rPr lang="id-ID" dirty="0"/>
              <a:t> terhadap TRAP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010146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/>
              <a:t>Perkembangan dan penggunaan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i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Version 1</a:t>
            </a:r>
            <a:r>
              <a:rPr lang="en-ID" dirty="0">
                <a:effectLst/>
              </a:rPr>
              <a:t> </a:t>
            </a:r>
          </a:p>
          <a:p>
            <a:r>
              <a:rPr lang="en-US" sz="1800" i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Version 2</a:t>
            </a:r>
          </a:p>
          <a:p>
            <a:r>
              <a:rPr lang="en-US" sz="1800" i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Version 3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192050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/>
              <a:t>Mengimplementasikan SNMP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d-ID" dirty="0" err="1"/>
              <a:t>Router</a:t>
            </a:r>
            <a:r>
              <a:rPr lang="id-ID" dirty="0"/>
              <a:t> </a:t>
            </a:r>
            <a:r>
              <a:rPr lang="id-ID" dirty="0" err="1"/>
              <a:t>Graphing</a:t>
            </a:r>
            <a:r>
              <a:rPr lang="id-ID" dirty="0"/>
              <a:t> </a:t>
            </a:r>
            <a:r>
              <a:rPr lang="id-ID" dirty="0" err="1"/>
              <a:t>Software</a:t>
            </a:r>
            <a:endParaRPr lang="id-ID" dirty="0"/>
          </a:p>
          <a:p>
            <a:r>
              <a:rPr lang="id-ID" dirty="0"/>
              <a:t>Banyak informasi yang bisa ditampilkan, misal </a:t>
            </a:r>
            <a:r>
              <a:rPr lang="id-ID" dirty="0" err="1"/>
              <a:t>performance</a:t>
            </a:r>
            <a:r>
              <a:rPr lang="id-ID" dirty="0"/>
              <a:t>, </a:t>
            </a:r>
            <a:r>
              <a:rPr lang="id-ID" dirty="0" err="1"/>
              <a:t>load</a:t>
            </a:r>
            <a:r>
              <a:rPr lang="id-ID" dirty="0"/>
              <a:t> dan </a:t>
            </a:r>
            <a:r>
              <a:rPr lang="id-ID" dirty="0" err="1"/>
              <a:t>error</a:t>
            </a:r>
            <a:r>
              <a:rPr lang="id-ID" dirty="0"/>
              <a:t> </a:t>
            </a:r>
            <a:r>
              <a:rPr lang="id-ID" dirty="0" err="1"/>
              <a:t>rate</a:t>
            </a:r>
            <a:r>
              <a:rPr lang="id-ID" dirty="0"/>
              <a:t> dari suatu jaringan seperti </a:t>
            </a:r>
            <a:r>
              <a:rPr lang="id-ID" dirty="0" err="1"/>
              <a:t>router</a:t>
            </a:r>
            <a:r>
              <a:rPr lang="id-ID" dirty="0"/>
              <a:t> atau </a:t>
            </a:r>
            <a:r>
              <a:rPr lang="id-ID" dirty="0" err="1"/>
              <a:t>switch</a:t>
            </a:r>
            <a:r>
              <a:rPr lang="id-ID" dirty="0"/>
              <a:t>. Kemudian dengan fungsi khusus, informasi yang didapat diolah menjadi dalam bentuk grafik.</a:t>
            </a:r>
          </a:p>
          <a:p>
            <a:r>
              <a:rPr lang="id-ID" dirty="0"/>
              <a:t>Contoh: aplikasi Multi </a:t>
            </a:r>
            <a:r>
              <a:rPr lang="id-ID" dirty="0" err="1"/>
              <a:t>Router</a:t>
            </a:r>
            <a:r>
              <a:rPr lang="id-ID" dirty="0"/>
              <a:t> </a:t>
            </a:r>
            <a:r>
              <a:rPr lang="id-ID" dirty="0" err="1"/>
              <a:t>Traffic</a:t>
            </a:r>
            <a:r>
              <a:rPr lang="id-ID" dirty="0"/>
              <a:t> </a:t>
            </a:r>
            <a:r>
              <a:rPr lang="id-ID" dirty="0" err="1"/>
              <a:t>Grapher</a:t>
            </a:r>
            <a:r>
              <a:rPr lang="id-ID" dirty="0"/>
              <a:t> dan </a:t>
            </a:r>
            <a:r>
              <a:rPr lang="id-ID" dirty="0" err="1"/>
              <a:t>Cacti</a:t>
            </a:r>
            <a:r>
              <a:rPr lang="id-ID" dirty="0"/>
              <a:t>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23071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/>
          <a:lstStyle/>
          <a:p>
            <a:r>
              <a:rPr lang="id-ID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id-ID" sz="6000" dirty="0"/>
              <a:t> Terima kasih</a:t>
            </a:r>
          </a:p>
        </p:txBody>
      </p:sp>
    </p:spTree>
    <p:extLst>
      <p:ext uri="{BB962C8B-B14F-4D97-AF65-F5344CB8AC3E}">
        <p14:creationId xmlns:p14="http://schemas.microsoft.com/office/powerpoint/2010/main" val="188498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5" name="whoosh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3007</TotalTime>
  <Words>393</Words>
  <Application>Microsoft Macintosh PowerPoint</Application>
  <PresentationFormat>Widescreen</PresentationFormat>
  <Paragraphs>39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Century Gothic</vt:lpstr>
      <vt:lpstr>Office Theme</vt:lpstr>
      <vt:lpstr>PowerPoint Presentation</vt:lpstr>
      <vt:lpstr>Simple network Management Protocol (SNMP) </vt:lpstr>
      <vt:lpstr>Management Information Base </vt:lpstr>
      <vt:lpstr>Arsitektur SNMP Framework dari SNMP terdiri dari: </vt:lpstr>
      <vt:lpstr>Protokol SNMP </vt:lpstr>
      <vt:lpstr>Perkembangan dan penggunaan </vt:lpstr>
      <vt:lpstr>Mengimplementasikan SNMP 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user</dc:creator>
  <cp:lastModifiedBy>Dian Nurdiana, S.Kom., M.Kom.</cp:lastModifiedBy>
  <cp:revision>202</cp:revision>
  <dcterms:created xsi:type="dcterms:W3CDTF">2018-01-15T03:36:45Z</dcterms:created>
  <dcterms:modified xsi:type="dcterms:W3CDTF">2023-09-14T03:51:49Z</dcterms:modified>
</cp:coreProperties>
</file>