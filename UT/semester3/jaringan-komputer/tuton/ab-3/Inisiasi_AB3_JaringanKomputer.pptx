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71" r:id="rId4"/>
    <p:sldId id="272" r:id="rId5"/>
    <p:sldId id="273" r:id="rId6"/>
    <p:sldId id="274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24D52D-DC2D-4D5F-B529-275ABB534EBF}" v="2" dt="2023-06-21T07:36:28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30" autoAdjust="0"/>
  </p:normalViewPr>
  <p:slideViewPr>
    <p:cSldViewPr snapToGrid="0">
      <p:cViewPr varScale="1">
        <p:scale>
          <a:sx n="112" d="100"/>
          <a:sy n="112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 Nurdiana, S.Kom., M.Kom." userId="fca74076-a507-46b3-81ba-40d1f8510c15" providerId="ADAL" clId="{2AE219CA-8184-4E58-B218-9A8E5978000F}"/>
    <pc:docChg chg="undo custSel addSld modSld">
      <pc:chgData name="Dian Nurdiana, S.Kom., M.Kom." userId="fca74076-a507-46b3-81ba-40d1f8510c15" providerId="ADAL" clId="{2AE219CA-8184-4E58-B218-9A8E5978000F}" dt="2020-12-30T04:33:09.783" v="156" actId="27309"/>
      <pc:docMkLst>
        <pc:docMk/>
      </pc:docMkLst>
      <pc:sldChg chg="modSp">
        <pc:chgData name="Dian Nurdiana, S.Kom., M.Kom." userId="fca74076-a507-46b3-81ba-40d1f8510c15" providerId="ADAL" clId="{2AE219CA-8184-4E58-B218-9A8E5978000F}" dt="2020-12-30T04:25:18.068" v="51"/>
        <pc:sldMkLst>
          <pc:docMk/>
          <pc:sldMk cId="2097649925" sldId="257"/>
        </pc:sldMkLst>
        <pc:spChg chg="mod">
          <ac:chgData name="Dian Nurdiana, S.Kom., M.Kom." userId="fca74076-a507-46b3-81ba-40d1f8510c15" providerId="ADAL" clId="{2AE219CA-8184-4E58-B218-9A8E5978000F}" dt="2020-12-30T04:25:03.725" v="50" actId="20577"/>
          <ac:spMkLst>
            <pc:docMk/>
            <pc:sldMk cId="2097649925" sldId="257"/>
            <ac:spMk id="5" creationId="{8B2E021C-F2B5-470F-BA90-8F3C01E9B787}"/>
          </ac:spMkLst>
        </pc:spChg>
        <pc:spChg chg="mod">
          <ac:chgData name="Dian Nurdiana, S.Kom., M.Kom." userId="fca74076-a507-46b3-81ba-40d1f8510c15" providerId="ADAL" clId="{2AE219CA-8184-4E58-B218-9A8E5978000F}" dt="2020-12-30T04:25:18.068" v="51"/>
          <ac:spMkLst>
            <pc:docMk/>
            <pc:sldMk cId="2097649925" sldId="257"/>
            <ac:spMk id="11" creationId="{2F5769DE-2A5D-4AD6-AA5B-A4CCB6BA4112}"/>
          </ac:spMkLst>
        </pc:spChg>
      </pc:sldChg>
      <pc:sldChg chg="delSp modSp mod">
        <pc:chgData name="Dian Nurdiana, S.Kom., M.Kom." userId="fca74076-a507-46b3-81ba-40d1f8510c15" providerId="ADAL" clId="{2AE219CA-8184-4E58-B218-9A8E5978000F}" dt="2020-12-30T04:26:19.624" v="61"/>
        <pc:sldMkLst>
          <pc:docMk/>
          <pc:sldMk cId="1169449778" sldId="259"/>
        </pc:sldMkLst>
        <pc:spChg chg="mod">
          <ac:chgData name="Dian Nurdiana, S.Kom., M.Kom." userId="fca74076-a507-46b3-81ba-40d1f8510c15" providerId="ADAL" clId="{2AE219CA-8184-4E58-B218-9A8E5978000F}" dt="2020-12-30T04:25:35.507" v="52"/>
          <ac:spMkLst>
            <pc:docMk/>
            <pc:sldMk cId="1169449778" sldId="25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6:19.624" v="61"/>
          <ac:spMkLst>
            <pc:docMk/>
            <pc:sldMk cId="1169449778" sldId="259"/>
            <ac:spMk id="3" creationId="{163DD9E5-1DDC-42B3-A957-9582A1861C3E}"/>
          </ac:spMkLst>
        </pc:spChg>
        <pc:spChg chg="del">
          <ac:chgData name="Dian Nurdiana, S.Kom., M.Kom." userId="fca74076-a507-46b3-81ba-40d1f8510c15" providerId="ADAL" clId="{2AE219CA-8184-4E58-B218-9A8E5978000F}" dt="2020-12-30T04:26:07.597" v="54" actId="478"/>
          <ac:spMkLst>
            <pc:docMk/>
            <pc:sldMk cId="1169449778" sldId="259"/>
            <ac:spMk id="4" creationId="{79E56D6E-FA39-4C4C-995E-4822EA653BA9}"/>
          </ac:spMkLst>
        </pc:spChg>
        <pc:picChg chg="del">
          <ac:chgData name="Dian Nurdiana, S.Kom., M.Kom." userId="fca74076-a507-46b3-81ba-40d1f8510c15" providerId="ADAL" clId="{2AE219CA-8184-4E58-B218-9A8E5978000F}" dt="2020-12-30T04:26:04.937" v="53" actId="478"/>
          <ac:picMkLst>
            <pc:docMk/>
            <pc:sldMk cId="1169449778" sldId="259"/>
            <ac:picMk id="5122" creationId="{5E80CDC8-983A-49A4-9AF3-A8C8027ADF09}"/>
          </ac:picMkLst>
        </pc:picChg>
      </pc:sldChg>
      <pc:sldChg chg="addSp modSp mod">
        <pc:chgData name="Dian Nurdiana, S.Kom., M.Kom." userId="fca74076-a507-46b3-81ba-40d1f8510c15" providerId="ADAL" clId="{2AE219CA-8184-4E58-B218-9A8E5978000F}" dt="2020-12-30T04:33:09.783" v="156" actId="27309"/>
        <pc:sldMkLst>
          <pc:docMk/>
          <pc:sldMk cId="1884983817" sldId="270"/>
        </pc:sldMkLst>
        <pc:graphicFrameChg chg="add modGraphic">
          <ac:chgData name="Dian Nurdiana, S.Kom., M.Kom." userId="fca74076-a507-46b3-81ba-40d1f8510c15" providerId="ADAL" clId="{2AE219CA-8184-4E58-B218-9A8E5978000F}" dt="2020-12-30T04:33:09.783" v="156" actId="27309"/>
          <ac:graphicFrameMkLst>
            <pc:docMk/>
            <pc:sldMk cId="1884983817" sldId="270"/>
            <ac:graphicFrameMk id="5" creationId="{C32D82AF-76C9-4626-8D5F-3D997DDAB148}"/>
          </ac:graphicFrameMkLst>
        </pc:graphicFrameChg>
      </pc:sldChg>
      <pc:sldChg chg="addSp modSp mod">
        <pc:chgData name="Dian Nurdiana, S.Kom., M.Kom." userId="fca74076-a507-46b3-81ba-40d1f8510c15" providerId="ADAL" clId="{2AE219CA-8184-4E58-B218-9A8E5978000F}" dt="2020-12-30T04:29:11.502" v="82" actId="1076"/>
        <pc:sldMkLst>
          <pc:docMk/>
          <pc:sldMk cId="2907557485" sldId="271"/>
        </pc:sldMkLst>
        <pc:spChg chg="mod">
          <ac:chgData name="Dian Nurdiana, S.Kom., M.Kom." userId="fca74076-a507-46b3-81ba-40d1f8510c15" providerId="ADAL" clId="{2AE219CA-8184-4E58-B218-9A8E5978000F}" dt="2020-12-30T04:28:22.933" v="70"/>
          <ac:spMkLst>
            <pc:docMk/>
            <pc:sldMk cId="2907557485" sldId="27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9:02.406" v="79"/>
          <ac:spMkLst>
            <pc:docMk/>
            <pc:sldMk cId="2907557485" sldId="271"/>
            <ac:spMk id="3" creationId="{163DD9E5-1DDC-42B3-A957-9582A1861C3E}"/>
          </ac:spMkLst>
        </pc:spChg>
        <pc:picChg chg="add mod">
          <ac:chgData name="Dian Nurdiana, S.Kom., M.Kom." userId="fca74076-a507-46b3-81ba-40d1f8510c15" providerId="ADAL" clId="{2AE219CA-8184-4E58-B218-9A8E5978000F}" dt="2020-12-30T04:29:11.502" v="82" actId="1076"/>
          <ac:picMkLst>
            <pc:docMk/>
            <pc:sldMk cId="2907557485" sldId="271"/>
            <ac:picMk id="4" creationId="{F4E2A1F8-D832-475F-ACB8-7A4CCE1EBD6C}"/>
          </ac:picMkLst>
        </pc:picChg>
      </pc:sldChg>
      <pc:sldChg chg="modSp mod">
        <pc:chgData name="Dian Nurdiana, S.Kom., M.Kom." userId="fca74076-a507-46b3-81ba-40d1f8510c15" providerId="ADAL" clId="{2AE219CA-8184-4E58-B218-9A8E5978000F}" dt="2020-12-30T04:30:15.385" v="101" actId="5793"/>
        <pc:sldMkLst>
          <pc:docMk/>
          <pc:sldMk cId="707124780" sldId="273"/>
        </pc:sldMkLst>
        <pc:spChg chg="mod">
          <ac:chgData name="Dian Nurdiana, S.Kom., M.Kom." userId="fca74076-a507-46b3-81ba-40d1f8510c15" providerId="ADAL" clId="{2AE219CA-8184-4E58-B218-9A8E5978000F}" dt="2020-12-30T04:29:27.638" v="83"/>
          <ac:spMkLst>
            <pc:docMk/>
            <pc:sldMk cId="707124780" sldId="273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0:15.385" v="101" actId="5793"/>
          <ac:spMkLst>
            <pc:docMk/>
            <pc:sldMk cId="707124780" sldId="273"/>
            <ac:spMk id="3" creationId="{163DD9E5-1DDC-42B3-A957-9582A1861C3E}"/>
          </ac:spMkLst>
        </pc:spChg>
      </pc:sldChg>
      <pc:sldChg chg="modSp mod">
        <pc:chgData name="Dian Nurdiana, S.Kom., M.Kom." userId="fca74076-a507-46b3-81ba-40d1f8510c15" providerId="ADAL" clId="{2AE219CA-8184-4E58-B218-9A8E5978000F}" dt="2020-12-30T04:30:39.877" v="106" actId="27636"/>
        <pc:sldMkLst>
          <pc:docMk/>
          <pc:sldMk cId="1835521271" sldId="274"/>
        </pc:sldMkLst>
        <pc:spChg chg="mod">
          <ac:chgData name="Dian Nurdiana, S.Kom., M.Kom." userId="fca74076-a507-46b3-81ba-40d1f8510c15" providerId="ADAL" clId="{2AE219CA-8184-4E58-B218-9A8E5978000F}" dt="2020-12-30T04:30:27.655" v="102"/>
          <ac:spMkLst>
            <pc:docMk/>
            <pc:sldMk cId="1835521271" sldId="274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0:39.877" v="106" actId="27636"/>
          <ac:spMkLst>
            <pc:docMk/>
            <pc:sldMk cId="1835521271" sldId="274"/>
            <ac:spMk id="3" creationId="{163DD9E5-1DDC-42B3-A957-9582A1861C3E}"/>
          </ac:spMkLst>
        </pc:spChg>
      </pc:sldChg>
      <pc:sldChg chg="addSp modSp mod">
        <pc:chgData name="Dian Nurdiana, S.Kom., M.Kom." userId="fca74076-a507-46b3-81ba-40d1f8510c15" providerId="ADAL" clId="{2AE219CA-8184-4E58-B218-9A8E5978000F}" dt="2020-12-30T04:27:17.250" v="65" actId="1076"/>
        <pc:sldMkLst>
          <pc:docMk/>
          <pc:sldMk cId="2720750934" sldId="277"/>
        </pc:sldMkLst>
        <pc:spChg chg="mod">
          <ac:chgData name="Dian Nurdiana, S.Kom., M.Kom." userId="fca74076-a507-46b3-81ba-40d1f8510c15" providerId="ADAL" clId="{2AE219CA-8184-4E58-B218-9A8E5978000F}" dt="2020-12-30T04:26:53.430" v="62"/>
          <ac:spMkLst>
            <pc:docMk/>
            <pc:sldMk cId="2720750934" sldId="277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7:04.083" v="63"/>
          <ac:spMkLst>
            <pc:docMk/>
            <pc:sldMk cId="2720750934" sldId="277"/>
            <ac:spMk id="3" creationId="{163DD9E5-1DDC-42B3-A957-9582A1861C3E}"/>
          </ac:spMkLst>
        </pc:spChg>
        <pc:picChg chg="add mod">
          <ac:chgData name="Dian Nurdiana, S.Kom., M.Kom." userId="fca74076-a507-46b3-81ba-40d1f8510c15" providerId="ADAL" clId="{2AE219CA-8184-4E58-B218-9A8E5978000F}" dt="2020-12-30T04:27:17.250" v="65" actId="1076"/>
          <ac:picMkLst>
            <pc:docMk/>
            <pc:sldMk cId="2720750934" sldId="277"/>
            <ac:picMk id="4" creationId="{7EBCEB92-2C6D-467C-9B15-33E7B4B4F93B}"/>
          </ac:picMkLst>
        </pc:picChg>
      </pc:sldChg>
      <pc:sldChg chg="delSp modSp add mod">
        <pc:chgData name="Dian Nurdiana, S.Kom., M.Kom." userId="fca74076-a507-46b3-81ba-40d1f8510c15" providerId="ADAL" clId="{2AE219CA-8184-4E58-B218-9A8E5978000F}" dt="2020-12-30T04:28:07.899" v="69" actId="20577"/>
        <pc:sldMkLst>
          <pc:docMk/>
          <pc:sldMk cId="3224428108" sldId="278"/>
        </pc:sldMkLst>
        <pc:spChg chg="mod">
          <ac:chgData name="Dian Nurdiana, S.Kom., M.Kom." userId="fca74076-a507-46b3-81ba-40d1f8510c15" providerId="ADAL" clId="{2AE219CA-8184-4E58-B218-9A8E5978000F}" dt="2020-12-30T04:28:07.899" v="69" actId="20577"/>
          <ac:spMkLst>
            <pc:docMk/>
            <pc:sldMk cId="3224428108" sldId="278"/>
            <ac:spMk id="3" creationId="{163DD9E5-1DDC-42B3-A957-9582A1861C3E}"/>
          </ac:spMkLst>
        </pc:spChg>
        <pc:picChg chg="del">
          <ac:chgData name="Dian Nurdiana, S.Kom., M.Kom." userId="fca74076-a507-46b3-81ba-40d1f8510c15" providerId="ADAL" clId="{2AE219CA-8184-4E58-B218-9A8E5978000F}" dt="2020-12-30T04:28:04.327" v="67" actId="478"/>
          <ac:picMkLst>
            <pc:docMk/>
            <pc:sldMk cId="3224428108" sldId="278"/>
            <ac:picMk id="4" creationId="{7EBCEB92-2C6D-467C-9B15-33E7B4B4F93B}"/>
          </ac:picMkLst>
        </pc:picChg>
      </pc:sldChg>
      <pc:sldChg chg="modSp add mod">
        <pc:chgData name="Dian Nurdiana, S.Kom., M.Kom." userId="fca74076-a507-46b3-81ba-40d1f8510c15" providerId="ADAL" clId="{2AE219CA-8184-4E58-B218-9A8E5978000F}" dt="2020-12-30T04:31:58.241" v="137" actId="113"/>
        <pc:sldMkLst>
          <pc:docMk/>
          <pc:sldMk cId="2679286301" sldId="279"/>
        </pc:sldMkLst>
        <pc:spChg chg="mod">
          <ac:chgData name="Dian Nurdiana, S.Kom., M.Kom." userId="fca74076-a507-46b3-81ba-40d1f8510c15" providerId="ADAL" clId="{2AE219CA-8184-4E58-B218-9A8E5978000F}" dt="2020-12-30T04:30:55.544" v="108"/>
          <ac:spMkLst>
            <pc:docMk/>
            <pc:sldMk cId="2679286301" sldId="27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1:58.241" v="137" actId="113"/>
          <ac:spMkLst>
            <pc:docMk/>
            <pc:sldMk cId="2679286301" sldId="279"/>
            <ac:spMk id="3" creationId="{163DD9E5-1DDC-42B3-A957-9582A1861C3E}"/>
          </ac:spMkLst>
        </pc:spChg>
      </pc:sldChg>
      <pc:sldChg chg="modSp add mod">
        <pc:chgData name="Dian Nurdiana, S.Kom., M.Kom." userId="fca74076-a507-46b3-81ba-40d1f8510c15" providerId="ADAL" clId="{2AE219CA-8184-4E58-B218-9A8E5978000F}" dt="2020-12-30T04:32:42.591" v="150" actId="20577"/>
        <pc:sldMkLst>
          <pc:docMk/>
          <pc:sldMk cId="3234302241" sldId="280"/>
        </pc:sldMkLst>
        <pc:spChg chg="mod">
          <ac:chgData name="Dian Nurdiana, S.Kom., M.Kom." userId="fca74076-a507-46b3-81ba-40d1f8510c15" providerId="ADAL" clId="{2AE219CA-8184-4E58-B218-9A8E5978000F}" dt="2020-12-30T04:32:42.591" v="150" actId="20577"/>
          <ac:spMkLst>
            <pc:docMk/>
            <pc:sldMk cId="3234302241" sldId="280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2:25.180" v="142" actId="6549"/>
          <ac:spMkLst>
            <pc:docMk/>
            <pc:sldMk cId="3234302241" sldId="280"/>
            <ac:spMk id="3" creationId="{163DD9E5-1DDC-42B3-A957-9582A1861C3E}"/>
          </ac:spMkLst>
        </pc:spChg>
      </pc:sldChg>
      <pc:sldChg chg="modSp add mod">
        <pc:chgData name="Dian Nurdiana, S.Kom., M.Kom." userId="fca74076-a507-46b3-81ba-40d1f8510c15" providerId="ADAL" clId="{2AE219CA-8184-4E58-B218-9A8E5978000F}" dt="2020-12-30T04:33:07.074" v="155"/>
        <pc:sldMkLst>
          <pc:docMk/>
          <pc:sldMk cId="1441663428" sldId="281"/>
        </pc:sldMkLst>
        <pc:spChg chg="mod">
          <ac:chgData name="Dian Nurdiana, S.Kom., M.Kom." userId="fca74076-a507-46b3-81ba-40d1f8510c15" providerId="ADAL" clId="{2AE219CA-8184-4E58-B218-9A8E5978000F}" dt="2020-12-30T04:32:34.818" v="144"/>
          <ac:spMkLst>
            <pc:docMk/>
            <pc:sldMk cId="1441663428" sldId="28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3:07.074" v="155"/>
          <ac:spMkLst>
            <pc:docMk/>
            <pc:sldMk cId="1441663428" sldId="281"/>
            <ac:spMk id="3" creationId="{163DD9E5-1DDC-42B3-A957-9582A1861C3E}"/>
          </ac:spMkLst>
        </pc:spChg>
      </pc:sldChg>
    </pc:docChg>
  </pc:docChgLst>
  <pc:docChgLst>
    <pc:chgData name="Dian Nurdiana, S.Kom., M.Kom." userId="fca74076-a507-46b3-81ba-40d1f8510c15" providerId="ADAL" clId="{E524D52D-DC2D-4D5F-B529-275ABB534EBF}"/>
    <pc:docChg chg="modSld">
      <pc:chgData name="Dian Nurdiana, S.Kom., M.Kom." userId="fca74076-a507-46b3-81ba-40d1f8510c15" providerId="ADAL" clId="{E524D52D-DC2D-4D5F-B529-275ABB534EBF}" dt="2023-06-21T07:36:28.376" v="1" actId="6549"/>
      <pc:docMkLst>
        <pc:docMk/>
      </pc:docMkLst>
      <pc:sldChg chg="modSp">
        <pc:chgData name="Dian Nurdiana, S.Kom., M.Kom." userId="fca74076-a507-46b3-81ba-40d1f8510c15" providerId="ADAL" clId="{E524D52D-DC2D-4D5F-B529-275ABB534EBF}" dt="2023-06-21T07:36:28.376" v="1" actId="6549"/>
        <pc:sldMkLst>
          <pc:docMk/>
          <pc:sldMk cId="2097649925" sldId="257"/>
        </pc:sldMkLst>
        <pc:spChg chg="mod">
          <ac:chgData name="Dian Nurdiana, S.Kom., M.Kom." userId="fca74076-a507-46b3-81ba-40d1f8510c15" providerId="ADAL" clId="{E524D52D-DC2D-4D5F-B529-275ABB534EBF}" dt="2023-06-21T07:36:28.376" v="1" actId="6549"/>
          <ac:spMkLst>
            <pc:docMk/>
            <pc:sldMk cId="2097649925" sldId="257"/>
            <ac:spMk id="5" creationId="{8B2E021C-F2B5-470F-BA90-8F3C01E9B787}"/>
          </ac:spMkLst>
        </pc:spChg>
        <pc:spChg chg="mod">
          <ac:chgData name="Dian Nurdiana, S.Kom., M.Kom." userId="fca74076-a507-46b3-81ba-40d1f8510c15" providerId="ADAL" clId="{E524D52D-DC2D-4D5F-B529-275ABB534EBF}" dt="2023-06-21T07:36:07.834" v="0"/>
          <ac:spMkLst>
            <pc:docMk/>
            <pc:sldMk cId="2097649925" sldId="257"/>
            <ac:spMk id="11" creationId="{2F5769DE-2A5D-4AD6-AA5B-A4CCB6BA411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89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id-ID" sz="2400" b="1"/>
              <a:t>MATERI</a:t>
            </a:r>
            <a:endParaRPr lang="id-ID" sz="2400" b="1" dirty="0"/>
          </a:p>
          <a:p>
            <a:pPr algn="ctr">
              <a:buNone/>
            </a:pPr>
            <a:r>
              <a:rPr lang="id-ID" sz="2400" b="1" dirty="0"/>
              <a:t>MSIM4204 JARINGAN KOMPUTER</a:t>
            </a:r>
            <a:endParaRPr lang="id-ID" sz="2400" dirty="0">
              <a:effectLst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94" y="4909317"/>
            <a:ext cx="4047904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id-ID" altLang="en-US" sz="2176" b="1" dirty="0">
                <a:latin typeface="Century Gothic" panose="020B0502020202020204" pitchFamily="34" charset="0"/>
              </a:rPr>
              <a:t>Fakultas Sains dan Teknologi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769DE-2A5D-4AD6-AA5B-A4CCB6BA4112}"/>
              </a:ext>
            </a:extLst>
          </p:cNvPr>
          <p:cNvSpPr txBox="1"/>
          <p:nvPr/>
        </p:nvSpPr>
        <p:spPr>
          <a:xfrm>
            <a:off x="3975014" y="3059668"/>
            <a:ext cx="4092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id-ID" sz="4000" dirty="0"/>
              <a:t>Aktivitas Belajar 3 </a:t>
            </a:r>
          </a:p>
          <a:p>
            <a:pPr algn="ctr">
              <a:spcBef>
                <a:spcPct val="0"/>
              </a:spcBef>
              <a:buNone/>
            </a:pPr>
            <a:r>
              <a:rPr lang="id-ID" sz="4000" dirty="0"/>
              <a:t>Perangkat Jaringan</a:t>
            </a:r>
            <a:endParaRPr lang="id-ID" altLang="en-US" sz="5400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 err="1"/>
              <a:t>Local</a:t>
            </a:r>
            <a:r>
              <a:rPr lang="id-ID" dirty="0"/>
              <a:t> Area Network (LAN)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LAN adalah jaringan komputer yang </a:t>
            </a:r>
            <a:r>
              <a:rPr lang="id-ID" dirty="0" err="1"/>
              <a:t>mencover</a:t>
            </a:r>
            <a:r>
              <a:rPr lang="id-ID" dirty="0"/>
              <a:t> area lokal, seperti rumah, kantor atau </a:t>
            </a:r>
            <a:r>
              <a:rPr lang="id-ID" dirty="0" err="1"/>
              <a:t>group</a:t>
            </a:r>
            <a:r>
              <a:rPr lang="id-ID" dirty="0"/>
              <a:t> dari bangunan. LAN sekarang lebih banyak menggunakan teknologi berdasar IEEE 802.3 </a:t>
            </a:r>
            <a:r>
              <a:rPr lang="id-ID" dirty="0" err="1"/>
              <a:t>Ethernet</a:t>
            </a:r>
            <a:r>
              <a:rPr lang="id-ID" dirty="0"/>
              <a:t> </a:t>
            </a:r>
            <a:r>
              <a:rPr lang="id-ID" dirty="0" err="1"/>
              <a:t>switch</a:t>
            </a:r>
            <a:r>
              <a:rPr lang="id-ID" dirty="0"/>
              <a:t>, atau dengan </a:t>
            </a:r>
            <a:r>
              <a:rPr lang="id-ID" dirty="0" err="1"/>
              <a:t>Wi-Fi</a:t>
            </a:r>
            <a:r>
              <a:rPr lang="id-ID" dirty="0"/>
              <a:t>. Kebanyakan berjalan pada kecepatan 10, 100, atau 1000 Mbps.</a:t>
            </a:r>
          </a:p>
          <a:p>
            <a:r>
              <a:rPr lang="id-ID" dirty="0"/>
              <a:t>Perbedaan yang </a:t>
            </a:r>
            <a:r>
              <a:rPr lang="id-ID" dirty="0" err="1"/>
              <a:t>menyolok</a:t>
            </a:r>
            <a:r>
              <a:rPr lang="id-ID" dirty="0"/>
              <a:t> antara </a:t>
            </a:r>
            <a:r>
              <a:rPr lang="id-ID" dirty="0" err="1"/>
              <a:t>Local</a:t>
            </a:r>
            <a:r>
              <a:rPr lang="id-ID" dirty="0"/>
              <a:t> Area Network (LAN) dengan Wide Area Network (WAN) adalah menggunakan data lebih banyak, hanya untuk daerah yang kecil, dan tidak memerlukan sewa jaringan.</a:t>
            </a:r>
          </a:p>
        </p:txBody>
      </p:sp>
    </p:spTree>
    <p:extLst>
      <p:ext uri="{BB962C8B-B14F-4D97-AF65-F5344CB8AC3E}">
        <p14:creationId xmlns:p14="http://schemas.microsoft.com/office/powerpoint/2010/main" val="116944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Teknologi yang digunakan pada LAN: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a.	Ethernet dan IEEE 802.x Local Area Network</a:t>
            </a:r>
            <a:endParaRPr lang="id-ID" i="1" dirty="0"/>
          </a:p>
          <a:p>
            <a:r>
              <a:rPr lang="en-US" i="1" dirty="0"/>
              <a:t>b.	Token Ring</a:t>
            </a:r>
            <a:endParaRPr lang="id-ID" i="1" dirty="0"/>
          </a:p>
          <a:p>
            <a:r>
              <a:rPr lang="en-US" i="1" dirty="0"/>
              <a:t>c.	Fiber Distribution Data Interface</a:t>
            </a:r>
            <a:endParaRPr lang="id-ID" i="1" dirty="0"/>
          </a:p>
          <a:p>
            <a:endParaRPr lang="id-ID" i="1" dirty="0"/>
          </a:p>
        </p:txBody>
      </p:sp>
    </p:spTree>
    <p:extLst>
      <p:ext uri="{BB962C8B-B14F-4D97-AF65-F5344CB8AC3E}">
        <p14:creationId xmlns:p14="http://schemas.microsoft.com/office/powerpoint/2010/main" val="299888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Wide Area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/>
              <a:t>Contoh perangkat WAN:</a:t>
            </a:r>
          </a:p>
          <a:p>
            <a:r>
              <a:rPr lang="en-US" i="1" dirty="0"/>
              <a:t>a.	Serial Line IP</a:t>
            </a:r>
            <a:endParaRPr lang="id-ID" i="1" dirty="0"/>
          </a:p>
          <a:p>
            <a:r>
              <a:rPr lang="en-US" i="1" dirty="0"/>
              <a:t>b.	Point-to-Point Protocol</a:t>
            </a:r>
            <a:endParaRPr lang="id-ID" i="1" dirty="0"/>
          </a:p>
          <a:p>
            <a:r>
              <a:rPr lang="en-US" i="1" dirty="0"/>
              <a:t>c.	Integrated Services Digital Network</a:t>
            </a:r>
            <a:endParaRPr lang="id-ID" i="1" dirty="0"/>
          </a:p>
          <a:p>
            <a:r>
              <a:rPr lang="en-US" i="1" dirty="0"/>
              <a:t>d.	X.25</a:t>
            </a:r>
            <a:endParaRPr lang="id-ID" i="1" dirty="0"/>
          </a:p>
          <a:p>
            <a:r>
              <a:rPr lang="en-US" i="1" dirty="0"/>
              <a:t>e.	Frame Relay</a:t>
            </a:r>
            <a:endParaRPr lang="id-ID" i="1" dirty="0"/>
          </a:p>
          <a:p>
            <a:r>
              <a:rPr lang="en-US" i="1" dirty="0"/>
              <a:t>f.	PPP over SONET dan SDH Circuit</a:t>
            </a:r>
            <a:endParaRPr lang="id-ID" i="1" dirty="0"/>
          </a:p>
          <a:p>
            <a:r>
              <a:rPr lang="en-US" i="1" dirty="0"/>
              <a:t>g.	Asynchronous Transfer Mode</a:t>
            </a:r>
            <a:endParaRPr lang="id-ID" i="1" dirty="0"/>
          </a:p>
          <a:p>
            <a:endParaRPr lang="id-ID" i="1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8879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MEDIA TRANSMISI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/>
              <a:t>Media Terarah (</a:t>
            </a:r>
            <a:r>
              <a:rPr lang="id-ID" dirty="0" err="1"/>
              <a:t>Guided</a:t>
            </a:r>
            <a:r>
              <a:rPr lang="id-ID" dirty="0"/>
              <a:t> </a:t>
            </a:r>
            <a:r>
              <a:rPr lang="id-ID" dirty="0" err="1"/>
              <a:t>Transmission</a:t>
            </a:r>
            <a:r>
              <a:rPr lang="id-ID" dirty="0"/>
              <a:t> Data)</a:t>
            </a:r>
            <a:r>
              <a:rPr lang="en-US" i="1" dirty="0"/>
              <a:t>a.	Serial Line IP</a:t>
            </a:r>
            <a:endParaRPr lang="id-ID" i="1" dirty="0"/>
          </a:p>
          <a:p>
            <a:r>
              <a:rPr lang="en-US" i="1" dirty="0"/>
              <a:t>a.	Coaxial</a:t>
            </a:r>
            <a:endParaRPr lang="id-ID" i="1" dirty="0"/>
          </a:p>
          <a:p>
            <a:r>
              <a:rPr lang="en-US" i="1" dirty="0"/>
              <a:t>b.	Twisted Pair</a:t>
            </a:r>
            <a:endParaRPr lang="id-ID" i="1" dirty="0"/>
          </a:p>
          <a:p>
            <a:r>
              <a:rPr lang="en-US" i="1" dirty="0"/>
              <a:t>c.	Fiber Optic</a:t>
            </a:r>
            <a:endParaRPr lang="id-ID" i="1" dirty="0"/>
          </a:p>
          <a:p>
            <a:endParaRPr lang="id-ID" i="1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7144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MEDIA TRANSMISI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Media Tidak Terarah (Un-Guided Transmission Data)</a:t>
            </a:r>
            <a:endParaRPr lang="id-ID" dirty="0"/>
          </a:p>
          <a:p>
            <a:r>
              <a:rPr lang="en-US" i="1" dirty="0"/>
              <a:t>a.	</a:t>
            </a:r>
            <a:r>
              <a:rPr lang="en-US" i="1" dirty="0" err="1"/>
              <a:t>Transmisi</a:t>
            </a:r>
            <a:r>
              <a:rPr lang="en-US" i="1" dirty="0"/>
              <a:t> Radio</a:t>
            </a:r>
            <a:endParaRPr lang="id-ID" i="1" dirty="0"/>
          </a:p>
          <a:p>
            <a:r>
              <a:rPr lang="en-US" i="1" dirty="0"/>
              <a:t>b.	Komunikasi </a:t>
            </a:r>
            <a:r>
              <a:rPr lang="en-US" i="1" dirty="0" err="1"/>
              <a:t>Satelit</a:t>
            </a:r>
            <a:endParaRPr lang="id-ID" i="1" dirty="0"/>
          </a:p>
          <a:p>
            <a:endParaRPr lang="id-ID" i="1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2532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/>
          <a:lstStyle/>
          <a:p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6000" dirty="0"/>
              <a:t> Terima kasih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C32D82AF-76C9-4626-8D5F-3D997DDAB1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79145591"/>
                  </p:ext>
                </p:extLst>
              </p:nvPr>
            </p:nvGraphicFramePr>
            <p:xfrm>
              <a:off x="-1749287" y="5113711"/>
              <a:ext cx="3048000" cy="1714500"/>
            </p:xfrm>
            <a:graphic>
              <a:graphicData uri="http://schemas.microsoft.com/office/powerpoint/2016/slidezoom">
                <pslz:sldZm>
                  <pslz:sldZmObj sldId="270" cId="1884983817">
                    <pslz:zmPr id="{DBC27D69-1CEC-4B4A-BFEF-143AC6635ADC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C32D82AF-76C9-4626-8D5F-3D997DDAB1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49287" y="511371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49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2961</TotalTime>
  <Words>239</Words>
  <Application>Microsoft Office PowerPoint</Application>
  <PresentationFormat>Widescreen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Britannic Bold</vt:lpstr>
      <vt:lpstr>Calibri</vt:lpstr>
      <vt:lpstr>Calibri Light</vt:lpstr>
      <vt:lpstr>Century Gothic</vt:lpstr>
      <vt:lpstr>Office Theme</vt:lpstr>
      <vt:lpstr>PowerPoint Presentation</vt:lpstr>
      <vt:lpstr>Local Area Network (LAN)</vt:lpstr>
      <vt:lpstr>Teknologi yang digunakan pada LAN:</vt:lpstr>
      <vt:lpstr>Wide Area Network</vt:lpstr>
      <vt:lpstr>MEDIA TRANSMISI</vt:lpstr>
      <vt:lpstr>MEDIA TRANSMISI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Nurdiana, S.Kom., M.Kom.</cp:lastModifiedBy>
  <cp:revision>182</cp:revision>
  <dcterms:created xsi:type="dcterms:W3CDTF">2018-01-15T03:36:45Z</dcterms:created>
  <dcterms:modified xsi:type="dcterms:W3CDTF">2023-06-21T07:36:29Z</dcterms:modified>
</cp:coreProperties>
</file>