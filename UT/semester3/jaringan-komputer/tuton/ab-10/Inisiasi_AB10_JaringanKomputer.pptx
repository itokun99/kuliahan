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452484-EFE2-42CD-8BA6-75DA7C5326F7}" v="28" dt="2023-06-21T08:14:33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30" autoAdjust="0"/>
  </p:normalViewPr>
  <p:slideViewPr>
    <p:cSldViewPr snapToGrid="0">
      <p:cViewPr varScale="1">
        <p:scale>
          <a:sx n="112" d="100"/>
          <a:sy n="112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 Nurdiana, S.Kom., M.Kom." userId="fca74076-a507-46b3-81ba-40d1f8510c15" providerId="ADAL" clId="{D0452484-EFE2-42CD-8BA6-75DA7C5326F7}"/>
    <pc:docChg chg="modSld">
      <pc:chgData name="Dian Nurdiana, S.Kom., M.Kom." userId="fca74076-a507-46b3-81ba-40d1f8510c15" providerId="ADAL" clId="{D0452484-EFE2-42CD-8BA6-75DA7C5326F7}" dt="2023-06-21T08:14:33.192" v="27" actId="6549"/>
      <pc:docMkLst>
        <pc:docMk/>
      </pc:docMkLst>
      <pc:sldChg chg="modSp">
        <pc:chgData name="Dian Nurdiana, S.Kom., M.Kom." userId="fca74076-a507-46b3-81ba-40d1f8510c15" providerId="ADAL" clId="{D0452484-EFE2-42CD-8BA6-75DA7C5326F7}" dt="2023-06-21T08:14:33.192" v="27" actId="6549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D0452484-EFE2-42CD-8BA6-75DA7C5326F7}" dt="2023-06-21T08:14:33.192" v="27" actId="6549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D0452484-EFE2-42CD-8BA6-75DA7C5326F7}" dt="2023-06-21T08:14:30.770" v="26" actId="20577"/>
          <ac:spMkLst>
            <pc:docMk/>
            <pc:sldMk cId="2097649925" sldId="257"/>
            <ac:spMk id="11" creationId="{2F5769DE-2A5D-4AD6-AA5B-A4CCB6BA4112}"/>
          </ac:spMkLst>
        </pc:spChg>
      </pc:sldChg>
    </pc:docChg>
  </pc:docChgLst>
  <pc:docChgLst>
    <pc:chgData name="Dian Nurdiana, S.Kom., M.Kom." userId="fca74076-a507-46b3-81ba-40d1f8510c15" providerId="ADAL" clId="{2AE219CA-8184-4E58-B218-9A8E5978000F}"/>
    <pc:docChg chg="undo custSel addSld modSld">
      <pc:chgData name="Dian Nurdiana, S.Kom., M.Kom." userId="fca74076-a507-46b3-81ba-40d1f8510c15" providerId="ADAL" clId="{2AE219CA-8184-4E58-B218-9A8E5978000F}" dt="2020-12-30T04:33:09.783" v="156" actId="27309"/>
      <pc:docMkLst>
        <pc:docMk/>
      </pc:docMkLst>
      <pc:sldChg chg="modSp">
        <pc:chgData name="Dian Nurdiana, S.Kom., M.Kom." userId="fca74076-a507-46b3-81ba-40d1f8510c15" providerId="ADAL" clId="{2AE219CA-8184-4E58-B218-9A8E5978000F}" dt="2020-12-30T04:25:18.068" v="51"/>
        <pc:sldMkLst>
          <pc:docMk/>
          <pc:sldMk cId="2097649925" sldId="257"/>
        </pc:sldMkLst>
        <pc:spChg chg="mod">
          <ac:chgData name="Dian Nurdiana, S.Kom., M.Kom." userId="fca74076-a507-46b3-81ba-40d1f8510c15" providerId="ADAL" clId="{2AE219CA-8184-4E58-B218-9A8E5978000F}" dt="2020-12-30T04:25:03.725" v="50" actId="20577"/>
          <ac:spMkLst>
            <pc:docMk/>
            <pc:sldMk cId="2097649925" sldId="257"/>
            <ac:spMk id="5" creationId="{8B2E021C-F2B5-470F-BA90-8F3C01E9B787}"/>
          </ac:spMkLst>
        </pc:spChg>
        <pc:spChg chg="mod">
          <ac:chgData name="Dian Nurdiana, S.Kom., M.Kom." userId="fca74076-a507-46b3-81ba-40d1f8510c15" providerId="ADAL" clId="{2AE219CA-8184-4E58-B218-9A8E5978000F}" dt="2020-12-30T04:25:18.068" v="51"/>
          <ac:spMkLst>
            <pc:docMk/>
            <pc:sldMk cId="2097649925" sldId="257"/>
            <ac:spMk id="11" creationId="{2F5769DE-2A5D-4AD6-AA5B-A4CCB6BA4112}"/>
          </ac:spMkLst>
        </pc:spChg>
      </pc:sldChg>
      <pc:sldChg chg="delSp modSp mod">
        <pc:chgData name="Dian Nurdiana, S.Kom., M.Kom." userId="fca74076-a507-46b3-81ba-40d1f8510c15" providerId="ADAL" clId="{2AE219CA-8184-4E58-B218-9A8E5978000F}" dt="2020-12-30T04:26:19.624" v="61"/>
        <pc:sldMkLst>
          <pc:docMk/>
          <pc:sldMk cId="1169449778" sldId="259"/>
        </pc:sldMkLst>
        <pc:spChg chg="mod">
          <ac:chgData name="Dian Nurdiana, S.Kom., M.Kom." userId="fca74076-a507-46b3-81ba-40d1f8510c15" providerId="ADAL" clId="{2AE219CA-8184-4E58-B218-9A8E5978000F}" dt="2020-12-30T04:25:35.507" v="52"/>
          <ac:spMkLst>
            <pc:docMk/>
            <pc:sldMk cId="1169449778" sldId="25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6:19.624" v="61"/>
          <ac:spMkLst>
            <pc:docMk/>
            <pc:sldMk cId="1169449778" sldId="259"/>
            <ac:spMk id="3" creationId="{163DD9E5-1DDC-42B3-A957-9582A1861C3E}"/>
          </ac:spMkLst>
        </pc:spChg>
        <pc:spChg chg="del">
          <ac:chgData name="Dian Nurdiana, S.Kom., M.Kom." userId="fca74076-a507-46b3-81ba-40d1f8510c15" providerId="ADAL" clId="{2AE219CA-8184-4E58-B218-9A8E5978000F}" dt="2020-12-30T04:26:07.597" v="54" actId="478"/>
          <ac:spMkLst>
            <pc:docMk/>
            <pc:sldMk cId="1169449778" sldId="259"/>
            <ac:spMk id="4" creationId="{79E56D6E-FA39-4C4C-995E-4822EA653BA9}"/>
          </ac:spMkLst>
        </pc:spChg>
        <pc:picChg chg="del">
          <ac:chgData name="Dian Nurdiana, S.Kom., M.Kom." userId="fca74076-a507-46b3-81ba-40d1f8510c15" providerId="ADAL" clId="{2AE219CA-8184-4E58-B218-9A8E5978000F}" dt="2020-12-30T04:26:04.937" v="53" actId="478"/>
          <ac:picMkLst>
            <pc:docMk/>
            <pc:sldMk cId="1169449778" sldId="259"/>
            <ac:picMk id="5122" creationId="{5E80CDC8-983A-49A4-9AF3-A8C8027ADF09}"/>
          </ac:picMkLst>
        </pc:picChg>
      </pc:sldChg>
      <pc:sldChg chg="addSp modSp mod">
        <pc:chgData name="Dian Nurdiana, S.Kom., M.Kom." userId="fca74076-a507-46b3-81ba-40d1f8510c15" providerId="ADAL" clId="{2AE219CA-8184-4E58-B218-9A8E5978000F}" dt="2020-12-30T04:33:09.783" v="156" actId="27309"/>
        <pc:sldMkLst>
          <pc:docMk/>
          <pc:sldMk cId="1884983817" sldId="270"/>
        </pc:sldMkLst>
        <pc:graphicFrameChg chg="add modGraphic">
          <ac:chgData name="Dian Nurdiana, S.Kom., M.Kom." userId="fca74076-a507-46b3-81ba-40d1f8510c15" providerId="ADAL" clId="{2AE219CA-8184-4E58-B218-9A8E5978000F}" dt="2020-12-30T04:33:09.783" v="156" actId="27309"/>
          <ac:graphicFrameMkLst>
            <pc:docMk/>
            <pc:sldMk cId="1884983817" sldId="270"/>
            <ac:graphicFrameMk id="5" creationId="{C32D82AF-76C9-4626-8D5F-3D997DDAB148}"/>
          </ac:graphicFrameMkLst>
        </pc:graphicFrameChg>
      </pc:sldChg>
      <pc:sldChg chg="addSp modSp mod">
        <pc:chgData name="Dian Nurdiana, S.Kom., M.Kom." userId="fca74076-a507-46b3-81ba-40d1f8510c15" providerId="ADAL" clId="{2AE219CA-8184-4E58-B218-9A8E5978000F}" dt="2020-12-30T04:29:11.502" v="82" actId="1076"/>
        <pc:sldMkLst>
          <pc:docMk/>
          <pc:sldMk cId="2907557485" sldId="271"/>
        </pc:sldMkLst>
        <pc:spChg chg="mod">
          <ac:chgData name="Dian Nurdiana, S.Kom., M.Kom." userId="fca74076-a507-46b3-81ba-40d1f8510c15" providerId="ADAL" clId="{2AE219CA-8184-4E58-B218-9A8E5978000F}" dt="2020-12-30T04:28:22.933" v="70"/>
          <ac:spMkLst>
            <pc:docMk/>
            <pc:sldMk cId="2907557485" sldId="27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9:02.406" v="79"/>
          <ac:spMkLst>
            <pc:docMk/>
            <pc:sldMk cId="2907557485" sldId="271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9:11.502" v="82" actId="1076"/>
          <ac:picMkLst>
            <pc:docMk/>
            <pc:sldMk cId="2907557485" sldId="271"/>
            <ac:picMk id="4" creationId="{F4E2A1F8-D832-475F-ACB8-7A4CCE1EBD6C}"/>
          </ac:picMkLst>
        </pc:picChg>
      </pc:sldChg>
      <pc:sldChg chg="modSp mod">
        <pc:chgData name="Dian Nurdiana, S.Kom., M.Kom." userId="fca74076-a507-46b3-81ba-40d1f8510c15" providerId="ADAL" clId="{2AE219CA-8184-4E58-B218-9A8E5978000F}" dt="2020-12-30T04:30:15.385" v="101" actId="5793"/>
        <pc:sldMkLst>
          <pc:docMk/>
          <pc:sldMk cId="707124780" sldId="273"/>
        </pc:sldMkLst>
        <pc:spChg chg="mod">
          <ac:chgData name="Dian Nurdiana, S.Kom., M.Kom." userId="fca74076-a507-46b3-81ba-40d1f8510c15" providerId="ADAL" clId="{2AE219CA-8184-4E58-B218-9A8E5978000F}" dt="2020-12-30T04:29:27.638" v="83"/>
          <ac:spMkLst>
            <pc:docMk/>
            <pc:sldMk cId="707124780" sldId="273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15.385" v="101" actId="5793"/>
          <ac:spMkLst>
            <pc:docMk/>
            <pc:sldMk cId="707124780" sldId="273"/>
            <ac:spMk id="3" creationId="{163DD9E5-1DDC-42B3-A957-9582A1861C3E}"/>
          </ac:spMkLst>
        </pc:spChg>
      </pc:sldChg>
      <pc:sldChg chg="modSp mod">
        <pc:chgData name="Dian Nurdiana, S.Kom., M.Kom." userId="fca74076-a507-46b3-81ba-40d1f8510c15" providerId="ADAL" clId="{2AE219CA-8184-4E58-B218-9A8E5978000F}" dt="2020-12-30T04:30:39.877" v="106" actId="27636"/>
        <pc:sldMkLst>
          <pc:docMk/>
          <pc:sldMk cId="1835521271" sldId="274"/>
        </pc:sldMkLst>
        <pc:spChg chg="mod">
          <ac:chgData name="Dian Nurdiana, S.Kom., M.Kom." userId="fca74076-a507-46b3-81ba-40d1f8510c15" providerId="ADAL" clId="{2AE219CA-8184-4E58-B218-9A8E5978000F}" dt="2020-12-30T04:30:27.655" v="102"/>
          <ac:spMkLst>
            <pc:docMk/>
            <pc:sldMk cId="1835521271" sldId="274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0:39.877" v="106" actId="27636"/>
          <ac:spMkLst>
            <pc:docMk/>
            <pc:sldMk cId="1835521271" sldId="274"/>
            <ac:spMk id="3" creationId="{163DD9E5-1DDC-42B3-A957-9582A1861C3E}"/>
          </ac:spMkLst>
        </pc:spChg>
      </pc:sldChg>
      <pc:sldChg chg="addSp modSp mod">
        <pc:chgData name="Dian Nurdiana, S.Kom., M.Kom." userId="fca74076-a507-46b3-81ba-40d1f8510c15" providerId="ADAL" clId="{2AE219CA-8184-4E58-B218-9A8E5978000F}" dt="2020-12-30T04:27:17.250" v="65" actId="1076"/>
        <pc:sldMkLst>
          <pc:docMk/>
          <pc:sldMk cId="2720750934" sldId="277"/>
        </pc:sldMkLst>
        <pc:spChg chg="mod">
          <ac:chgData name="Dian Nurdiana, S.Kom., M.Kom." userId="fca74076-a507-46b3-81ba-40d1f8510c15" providerId="ADAL" clId="{2AE219CA-8184-4E58-B218-9A8E5978000F}" dt="2020-12-30T04:26:53.430" v="62"/>
          <ac:spMkLst>
            <pc:docMk/>
            <pc:sldMk cId="2720750934" sldId="277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27:04.083" v="63"/>
          <ac:spMkLst>
            <pc:docMk/>
            <pc:sldMk cId="2720750934" sldId="277"/>
            <ac:spMk id="3" creationId="{163DD9E5-1DDC-42B3-A957-9582A1861C3E}"/>
          </ac:spMkLst>
        </pc:spChg>
        <pc:picChg chg="add mod">
          <ac:chgData name="Dian Nurdiana, S.Kom., M.Kom." userId="fca74076-a507-46b3-81ba-40d1f8510c15" providerId="ADAL" clId="{2AE219CA-8184-4E58-B218-9A8E5978000F}" dt="2020-12-30T04:27:17.250" v="65" actId="1076"/>
          <ac:picMkLst>
            <pc:docMk/>
            <pc:sldMk cId="2720750934" sldId="277"/>
            <ac:picMk id="4" creationId="{7EBCEB92-2C6D-467C-9B15-33E7B4B4F93B}"/>
          </ac:picMkLst>
        </pc:picChg>
      </pc:sldChg>
      <pc:sldChg chg="delSp modSp add mod">
        <pc:chgData name="Dian Nurdiana, S.Kom., M.Kom." userId="fca74076-a507-46b3-81ba-40d1f8510c15" providerId="ADAL" clId="{2AE219CA-8184-4E58-B218-9A8E5978000F}" dt="2020-12-30T04:28:07.899" v="69" actId="20577"/>
        <pc:sldMkLst>
          <pc:docMk/>
          <pc:sldMk cId="3224428108" sldId="278"/>
        </pc:sldMkLst>
        <pc:spChg chg="mod">
          <ac:chgData name="Dian Nurdiana, S.Kom., M.Kom." userId="fca74076-a507-46b3-81ba-40d1f8510c15" providerId="ADAL" clId="{2AE219CA-8184-4E58-B218-9A8E5978000F}" dt="2020-12-30T04:28:07.899" v="69" actId="20577"/>
          <ac:spMkLst>
            <pc:docMk/>
            <pc:sldMk cId="3224428108" sldId="278"/>
            <ac:spMk id="3" creationId="{163DD9E5-1DDC-42B3-A957-9582A1861C3E}"/>
          </ac:spMkLst>
        </pc:spChg>
        <pc:picChg chg="del">
          <ac:chgData name="Dian Nurdiana, S.Kom., M.Kom." userId="fca74076-a507-46b3-81ba-40d1f8510c15" providerId="ADAL" clId="{2AE219CA-8184-4E58-B218-9A8E5978000F}" dt="2020-12-30T04:28:04.327" v="67" actId="478"/>
          <ac:picMkLst>
            <pc:docMk/>
            <pc:sldMk cId="3224428108" sldId="278"/>
            <ac:picMk id="4" creationId="{7EBCEB92-2C6D-467C-9B15-33E7B4B4F93B}"/>
          </ac:picMkLst>
        </pc:picChg>
      </pc:sldChg>
      <pc:sldChg chg="modSp add mod">
        <pc:chgData name="Dian Nurdiana, S.Kom., M.Kom." userId="fca74076-a507-46b3-81ba-40d1f8510c15" providerId="ADAL" clId="{2AE219CA-8184-4E58-B218-9A8E5978000F}" dt="2020-12-30T04:31:58.241" v="137" actId="113"/>
        <pc:sldMkLst>
          <pc:docMk/>
          <pc:sldMk cId="2679286301" sldId="279"/>
        </pc:sldMkLst>
        <pc:spChg chg="mod">
          <ac:chgData name="Dian Nurdiana, S.Kom., M.Kom." userId="fca74076-a507-46b3-81ba-40d1f8510c15" providerId="ADAL" clId="{2AE219CA-8184-4E58-B218-9A8E5978000F}" dt="2020-12-30T04:30:55.544" v="108"/>
          <ac:spMkLst>
            <pc:docMk/>
            <pc:sldMk cId="2679286301" sldId="279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1:58.241" v="137" actId="113"/>
          <ac:spMkLst>
            <pc:docMk/>
            <pc:sldMk cId="2679286301" sldId="279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2:42.591" v="150" actId="20577"/>
        <pc:sldMkLst>
          <pc:docMk/>
          <pc:sldMk cId="3234302241" sldId="280"/>
        </pc:sldMkLst>
        <pc:spChg chg="mod">
          <ac:chgData name="Dian Nurdiana, S.Kom., M.Kom." userId="fca74076-a507-46b3-81ba-40d1f8510c15" providerId="ADAL" clId="{2AE219CA-8184-4E58-B218-9A8E5978000F}" dt="2020-12-30T04:32:42.591" v="150" actId="20577"/>
          <ac:spMkLst>
            <pc:docMk/>
            <pc:sldMk cId="3234302241" sldId="280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2:25.180" v="142" actId="6549"/>
          <ac:spMkLst>
            <pc:docMk/>
            <pc:sldMk cId="3234302241" sldId="280"/>
            <ac:spMk id="3" creationId="{163DD9E5-1DDC-42B3-A957-9582A1861C3E}"/>
          </ac:spMkLst>
        </pc:spChg>
      </pc:sldChg>
      <pc:sldChg chg="modSp add mod">
        <pc:chgData name="Dian Nurdiana, S.Kom., M.Kom." userId="fca74076-a507-46b3-81ba-40d1f8510c15" providerId="ADAL" clId="{2AE219CA-8184-4E58-B218-9A8E5978000F}" dt="2020-12-30T04:33:07.074" v="155"/>
        <pc:sldMkLst>
          <pc:docMk/>
          <pc:sldMk cId="1441663428" sldId="281"/>
        </pc:sldMkLst>
        <pc:spChg chg="mod">
          <ac:chgData name="Dian Nurdiana, S.Kom., M.Kom." userId="fca74076-a507-46b3-81ba-40d1f8510c15" providerId="ADAL" clId="{2AE219CA-8184-4E58-B218-9A8E5978000F}" dt="2020-12-30T04:32:34.818" v="144"/>
          <ac:spMkLst>
            <pc:docMk/>
            <pc:sldMk cId="1441663428" sldId="281"/>
            <ac:spMk id="2" creationId="{5BF065BD-16AF-47E3-BE9B-53DCC95EA7D9}"/>
          </ac:spMkLst>
        </pc:spChg>
        <pc:spChg chg="mod">
          <ac:chgData name="Dian Nurdiana, S.Kom., M.Kom." userId="fca74076-a507-46b3-81ba-40d1f8510c15" providerId="ADAL" clId="{2AE219CA-8184-4E58-B218-9A8E5978000F}" dt="2020-12-30T04:33:07.074" v="155"/>
          <ac:spMkLst>
            <pc:docMk/>
            <pc:sldMk cId="1441663428" sldId="281"/>
            <ac:spMk id="3" creationId="{163DD9E5-1DDC-42B3-A957-9582A1861C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89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id-ID" sz="2400" b="1"/>
              <a:t>MATERI</a:t>
            </a:r>
            <a:endParaRPr lang="id-ID" sz="2400" b="1" dirty="0"/>
          </a:p>
          <a:p>
            <a:pPr algn="ctr">
              <a:buNone/>
            </a:pPr>
            <a:r>
              <a:rPr lang="id-ID" sz="2400" b="1" dirty="0"/>
              <a:t>MSIM4204 JARINGAN KOMPUTER</a:t>
            </a:r>
            <a:endParaRPr lang="id-ID" sz="2400" dirty="0">
              <a:effectLst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194" y="4909317"/>
            <a:ext cx="4047904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id-ID" altLang="en-US" sz="2176" b="1" dirty="0">
                <a:latin typeface="Century Gothic" panose="020B0502020202020204" pitchFamily="34" charset="0"/>
              </a:rPr>
              <a:t>Fakultas Sains dan Teknologi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769DE-2A5D-4AD6-AA5B-A4CCB6BA4112}"/>
              </a:ext>
            </a:extLst>
          </p:cNvPr>
          <p:cNvSpPr txBox="1"/>
          <p:nvPr/>
        </p:nvSpPr>
        <p:spPr>
          <a:xfrm>
            <a:off x="3489528" y="3059668"/>
            <a:ext cx="50632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id-ID" sz="4000" dirty="0"/>
              <a:t>Aktivitas Belajar 10  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Eksekusi Jarak Jauh dan</a:t>
            </a:r>
          </a:p>
          <a:p>
            <a:pPr algn="ctr">
              <a:spcBef>
                <a:spcPct val="0"/>
              </a:spcBef>
              <a:buNone/>
            </a:pPr>
            <a:r>
              <a:rPr lang="id-ID" sz="4000" dirty="0"/>
              <a:t>Protokol Transfer </a:t>
            </a:r>
            <a:r>
              <a:rPr lang="id-ID" sz="4000" dirty="0" err="1"/>
              <a:t>File</a:t>
            </a:r>
            <a:r>
              <a:rPr lang="id-ID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TELNET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TELNET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i="1" dirty="0"/>
              <a:t>interface</a:t>
            </a:r>
            <a:r>
              <a:rPr lang="en-US" dirty="0"/>
              <a:t> pada </a:t>
            </a:r>
            <a:r>
              <a:rPr lang="en-US" dirty="0" err="1"/>
              <a:t>suatu</a:t>
            </a:r>
            <a:r>
              <a:rPr lang="en-US" dirty="0"/>
              <a:t> program di salah </a:t>
            </a:r>
            <a:r>
              <a:rPr lang="en-US" dirty="0" err="1"/>
              <a:t>satu</a:t>
            </a:r>
            <a:r>
              <a:rPr lang="en-US" dirty="0"/>
              <a:t> host (TELNET client)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yang </a:t>
            </a:r>
            <a:r>
              <a:rPr lang="en-US" dirty="0" err="1"/>
              <a:t>berada</a:t>
            </a:r>
            <a:r>
              <a:rPr lang="en-US" dirty="0"/>
              <a:t> pada host yang </a:t>
            </a:r>
            <a:r>
              <a:rPr lang="en-US" dirty="0" err="1"/>
              <a:t>lainnya</a:t>
            </a:r>
            <a:r>
              <a:rPr lang="en-US" dirty="0"/>
              <a:t> (TELNET server) </a:t>
            </a:r>
            <a:r>
              <a:rPr lang="en-US" dirty="0" err="1"/>
              <a:t>sehingga</a:t>
            </a:r>
            <a:r>
              <a:rPr lang="en-US" dirty="0"/>
              <a:t> client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merasakan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pada </a:t>
            </a:r>
            <a:r>
              <a:rPr lang="en-US" dirty="0" err="1"/>
              <a:t>hostnya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50475-7EDF-453D-8B73-286773BE71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054" y="3698736"/>
            <a:ext cx="5963892" cy="297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4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REXEC dan RSH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Remote</a:t>
            </a:r>
            <a:r>
              <a:rPr lang="id-ID" dirty="0"/>
              <a:t> </a:t>
            </a:r>
            <a:r>
              <a:rPr lang="id-ID" dirty="0" err="1"/>
              <a:t>EXEcution</a:t>
            </a:r>
            <a:r>
              <a:rPr lang="id-ID" dirty="0"/>
              <a:t> </a:t>
            </a:r>
            <a:r>
              <a:rPr lang="id-ID" dirty="0" err="1"/>
              <a:t>Command</a:t>
            </a:r>
            <a:r>
              <a:rPr lang="id-ID" dirty="0"/>
              <a:t> </a:t>
            </a:r>
            <a:r>
              <a:rPr lang="id-ID" dirty="0" err="1"/>
              <a:t>Daemon</a:t>
            </a:r>
            <a:r>
              <a:rPr lang="id-ID" dirty="0"/>
              <a:t> (REXECD) merupakan server yang memperbolehkan menjalankan suatu perintah yang dikirimkan oleh suatu </a:t>
            </a:r>
            <a:r>
              <a:rPr lang="id-ID" dirty="0" err="1"/>
              <a:t>host</a:t>
            </a:r>
            <a:r>
              <a:rPr lang="id-ID" dirty="0"/>
              <a:t> melalui jaringan TCP/IP, </a:t>
            </a:r>
            <a:r>
              <a:rPr lang="id-ID" dirty="0" err="1"/>
              <a:t>client</a:t>
            </a:r>
            <a:r>
              <a:rPr lang="id-ID" dirty="0"/>
              <a:t> menggunakan aplikasi REXEC atau menggunakan </a:t>
            </a:r>
            <a:r>
              <a:rPr lang="id-ID" dirty="0" err="1"/>
              <a:t>Remote</a:t>
            </a:r>
            <a:r>
              <a:rPr lang="id-ID" dirty="0"/>
              <a:t> </a:t>
            </a:r>
            <a:r>
              <a:rPr lang="id-ID" dirty="0" err="1"/>
              <a:t>Shell</a:t>
            </a:r>
            <a:r>
              <a:rPr lang="id-ID" dirty="0"/>
              <a:t> </a:t>
            </a:r>
            <a:r>
              <a:rPr lang="id-ID" dirty="0" err="1"/>
              <a:t>Protocol</a:t>
            </a:r>
            <a:r>
              <a:rPr lang="id-ID" dirty="0"/>
              <a:t> (RSH) untuk mentransfer suatu kegiatan dari </a:t>
            </a:r>
            <a:r>
              <a:rPr lang="id-ID" dirty="0" err="1"/>
              <a:t>host</a:t>
            </a:r>
            <a:r>
              <a:rPr lang="id-ID" dirty="0"/>
              <a:t> satu ke </a:t>
            </a:r>
            <a:r>
              <a:rPr lang="id-ID" dirty="0" err="1"/>
              <a:t>host</a:t>
            </a:r>
            <a:r>
              <a:rPr lang="id-ID" dirty="0"/>
              <a:t> yang lainnya.</a:t>
            </a:r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54D7C-7626-4D63-B20B-4B8E99607F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487" y="4001294"/>
            <a:ext cx="36290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3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Secure Shell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SSH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yang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yang </a:t>
            </a:r>
            <a:r>
              <a:rPr lang="en-US" dirty="0" err="1"/>
              <a:t>aman</a:t>
            </a:r>
            <a:r>
              <a:rPr lang="en-US" dirty="0"/>
              <a:t> pada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. SSH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/>
              <a:t> public key pada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authentikasi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yang lain. SSH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enkripsi</a:t>
            </a:r>
            <a:r>
              <a:rPr lang="en-US" dirty="0"/>
              <a:t> pada </a:t>
            </a:r>
            <a:r>
              <a:rPr lang="en-US" dirty="0" err="1"/>
              <a:t>jalur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data yang </a:t>
            </a:r>
            <a:r>
              <a:rPr lang="en-US" dirty="0" err="1"/>
              <a:t>tinggi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7043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Virtual Network Computing (VNC)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VNC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pembagian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desktop, di mana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RFB (Remote Frame Buffer)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lain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. VNC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penekanan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keyboard dan </a:t>
            </a:r>
            <a:r>
              <a:rPr lang="en-US" dirty="0" err="1"/>
              <a:t>klik</a:t>
            </a:r>
            <a:r>
              <a:rPr lang="en-US" dirty="0"/>
              <a:t> pada mouse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mengontrol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lain pada </a:t>
            </a:r>
            <a:r>
              <a:rPr lang="en-US" dirty="0" err="1"/>
              <a:t>jaringan</a:t>
            </a:r>
            <a:r>
              <a:rPr lang="en-US" dirty="0"/>
              <a:t> dan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 pada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pengontrol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841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dirty="0"/>
              <a:t>REMOTE DESKTOP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Remote</a:t>
            </a:r>
            <a:r>
              <a:rPr lang="id-ID" dirty="0"/>
              <a:t> Desktop </a:t>
            </a:r>
            <a:r>
              <a:rPr lang="id-ID" dirty="0" err="1"/>
              <a:t>Protocol</a:t>
            </a:r>
            <a:r>
              <a:rPr lang="id-ID" dirty="0"/>
              <a:t> (RDP) adalah protokol </a:t>
            </a:r>
            <a:r>
              <a:rPr lang="id-ID" dirty="0" err="1"/>
              <a:t>multi-channel</a:t>
            </a:r>
            <a:r>
              <a:rPr lang="id-ID" dirty="0"/>
              <a:t> yang memperbolehkan </a:t>
            </a:r>
            <a:r>
              <a:rPr lang="id-ID" dirty="0" err="1"/>
              <a:t>user</a:t>
            </a:r>
            <a:r>
              <a:rPr lang="id-ID" dirty="0"/>
              <a:t> untuk terkoneksi dengan Microsoft Terminal Services. Untuk </a:t>
            </a:r>
            <a:r>
              <a:rPr lang="id-ID" dirty="0" err="1"/>
              <a:t>client</a:t>
            </a:r>
            <a:r>
              <a:rPr lang="id-ID" dirty="0"/>
              <a:t> dapat dilakukan dari sistem operasi Windows, dan sistem operasi yang lainnya seperti </a:t>
            </a:r>
            <a:r>
              <a:rPr lang="id-ID" dirty="0" err="1"/>
              <a:t>Linux</a:t>
            </a:r>
            <a:r>
              <a:rPr lang="id-ID" dirty="0"/>
              <a:t>, </a:t>
            </a:r>
            <a:r>
              <a:rPr lang="id-ID" dirty="0" err="1"/>
              <a:t>FreeBSD</a:t>
            </a:r>
            <a:r>
              <a:rPr lang="id-ID" dirty="0"/>
              <a:t>, dan </a:t>
            </a:r>
            <a:r>
              <a:rPr lang="id-ID" dirty="0" err="1"/>
              <a:t>Mac</a:t>
            </a:r>
            <a:r>
              <a:rPr lang="id-ID" dirty="0"/>
              <a:t> OS X. Pada bagian server aplikasi menggunakan </a:t>
            </a:r>
            <a:r>
              <a:rPr lang="id-ID" dirty="0" err="1"/>
              <a:t>port</a:t>
            </a:r>
            <a:r>
              <a:rPr lang="id-ID" dirty="0"/>
              <a:t> 3389.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9199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id-ID" b="1" cap="all" dirty="0" err="1"/>
              <a:t>File</a:t>
            </a:r>
            <a:r>
              <a:rPr lang="id-ID" b="1" cap="all" dirty="0"/>
              <a:t> Transfer </a:t>
            </a:r>
            <a:r>
              <a:rPr lang="id-ID" b="1" cap="all" dirty="0" err="1"/>
              <a:t>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FTP menggunakan TCP sebagai protokol </a:t>
            </a:r>
            <a:r>
              <a:rPr lang="id-ID" dirty="0" err="1"/>
              <a:t>transport</a:t>
            </a:r>
            <a:r>
              <a:rPr lang="id-ID" dirty="0"/>
              <a:t>. FTP server menerima koneksi pada </a:t>
            </a:r>
            <a:r>
              <a:rPr lang="id-ID" dirty="0" err="1"/>
              <a:t>port</a:t>
            </a:r>
            <a:r>
              <a:rPr lang="id-ID" dirty="0"/>
              <a:t> 20 dan 21. Diperlukan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id-ID" dirty="0"/>
              <a:t>koneksi, yaitu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id-ID" dirty="0"/>
              <a:t>untuk </a:t>
            </a:r>
            <a:r>
              <a:rPr lang="id-ID" dirty="0" err="1"/>
              <a:t>login</a:t>
            </a:r>
            <a:r>
              <a:rPr lang="id-ID" dirty="0"/>
              <a:t> menggunakan protokol TELNET, dan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id-ID" dirty="0"/>
              <a:t> yang digunakan untuk transfer </a:t>
            </a:r>
            <a:r>
              <a:rPr lang="id-ID" dirty="0" err="1"/>
              <a:t>file</a:t>
            </a:r>
            <a:r>
              <a:rPr lang="id-ID" dirty="0"/>
              <a:t>.</a:t>
            </a:r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0AB5A1-5C3E-4F73-8EF3-AC0B079D440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294" y="3429000"/>
            <a:ext cx="6099412" cy="295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2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Trivial File Transfer Protocol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TFTP menggunakan protokol UDP. TFTP </a:t>
            </a:r>
            <a:r>
              <a:rPr lang="id-ID" dirty="0" err="1"/>
              <a:t>client</a:t>
            </a:r>
            <a:r>
              <a:rPr lang="id-ID" dirty="0"/>
              <a:t> melakukan </a:t>
            </a:r>
            <a:r>
              <a:rPr lang="id-ID" dirty="0" err="1"/>
              <a:t>inisialisasi</a:t>
            </a:r>
            <a:r>
              <a:rPr lang="id-ID" dirty="0"/>
              <a:t> dengan mengirim permintaan untuk </a:t>
            </a:r>
            <a:r>
              <a:rPr lang="id-ID" dirty="0" err="1"/>
              <a:t>read</a:t>
            </a:r>
            <a:r>
              <a:rPr lang="id-ID" dirty="0"/>
              <a:t>/</a:t>
            </a:r>
            <a:r>
              <a:rPr lang="id-ID" dirty="0" err="1"/>
              <a:t>write</a:t>
            </a:r>
            <a:r>
              <a:rPr lang="id-ID" dirty="0"/>
              <a:t> melalui </a:t>
            </a:r>
            <a:r>
              <a:rPr lang="id-ID" dirty="0" err="1"/>
              <a:t>port</a:t>
            </a:r>
            <a:r>
              <a:rPr lang="id-ID" dirty="0"/>
              <a:t> 69, kemudian server dan </a:t>
            </a:r>
            <a:r>
              <a:rPr lang="id-ID" dirty="0" err="1"/>
              <a:t>client</a:t>
            </a:r>
            <a:r>
              <a:rPr lang="id-ID" dirty="0"/>
              <a:t> melakukan negosiasi tentang </a:t>
            </a:r>
            <a:r>
              <a:rPr lang="id-ID" dirty="0" err="1"/>
              <a:t>port</a:t>
            </a:r>
            <a:r>
              <a:rPr lang="id-ID" dirty="0"/>
              <a:t> yang akan digunakan untuk melakukan transfer </a:t>
            </a:r>
            <a:r>
              <a:rPr lang="id-ID" dirty="0" err="1"/>
              <a:t>file</a:t>
            </a:r>
            <a:r>
              <a:rPr lang="id-ID" dirty="0"/>
              <a:t>.</a:t>
            </a:r>
          </a:p>
          <a:p>
            <a:r>
              <a:rPr lang="en-US" dirty="0"/>
              <a:t>Transfer TFTP </a:t>
            </a:r>
            <a:r>
              <a:rPr lang="en-US" dirty="0" err="1"/>
              <a:t>adalah</a:t>
            </a:r>
            <a:r>
              <a:rPr lang="en-US" dirty="0"/>
              <a:t> transfer file </a:t>
            </a:r>
            <a:r>
              <a:rPr lang="en-US" dirty="0" err="1"/>
              <a:t>antar</a:t>
            </a:r>
            <a:r>
              <a:rPr lang="en-US" dirty="0"/>
              <a:t> disk (disk-to-disk),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API SENDFILE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4705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>
            <a:normAutofit/>
          </a:bodyPr>
          <a:lstStyle/>
          <a:p>
            <a:r>
              <a:rPr lang="en-US" dirty="0"/>
              <a:t>Network File System (NFS)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 Microsystems Network File System (NFS)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. NFS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independent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,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, dan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protokol</a:t>
            </a:r>
            <a:r>
              <a:rPr lang="en-US" dirty="0"/>
              <a:t> transport yang </a:t>
            </a:r>
            <a:r>
              <a:rPr lang="en-US" dirty="0" err="1"/>
              <a:t>digunakan</a:t>
            </a:r>
            <a:r>
              <a:rPr lang="en-US" dirty="0"/>
              <a:t>. 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RPC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8598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5BD-16AF-47E3-BE9B-53DCC95E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990" y="365126"/>
            <a:ext cx="8358809" cy="960092"/>
          </a:xfrm>
        </p:spPr>
        <p:txBody>
          <a:bodyPr/>
          <a:lstStyle/>
          <a:p>
            <a:r>
              <a:rPr lang="id-ID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D9E5-1DDC-42B3-A957-9582A1861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6000" dirty="0"/>
              <a:t> Terima kasih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9145591"/>
                  </p:ext>
                </p:extLst>
              </p:nvPr>
            </p:nvGraphicFramePr>
            <p:xfrm>
              <a:off x="-1749287" y="5113711"/>
              <a:ext cx="3048000" cy="1714500"/>
            </p:xfrm>
            <a:graphic>
              <a:graphicData uri="http://schemas.microsoft.com/office/powerpoint/2016/slidezoom">
                <pslz:sldZm>
                  <pslz:sldZmObj sldId="270" cId="1884983817">
                    <pslz:zmPr id="{DBC27D69-1CEC-4B4A-BFEF-143AC6635AD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C32D82AF-76C9-4626-8D5F-3D997DDAB1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49287" y="511371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49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</TotalTime>
  <Words>425</Words>
  <Application>Microsoft Office PowerPoint</Application>
  <PresentationFormat>Widescreen</PresentationFormat>
  <Paragraphs>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TELNET</vt:lpstr>
      <vt:lpstr>REXEC dan RSH</vt:lpstr>
      <vt:lpstr>Secure Shell</vt:lpstr>
      <vt:lpstr>Virtual Network Computing (VNC)</vt:lpstr>
      <vt:lpstr>REMOTE DESKTOP PROTOCOL</vt:lpstr>
      <vt:lpstr>File Transfer Protocol</vt:lpstr>
      <vt:lpstr>Trivial File Transfer Protocol</vt:lpstr>
      <vt:lpstr>Network File System (NFS)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Nurdiana, S.Kom., M.Kom.</cp:lastModifiedBy>
  <cp:revision>197</cp:revision>
  <dcterms:created xsi:type="dcterms:W3CDTF">2018-01-15T03:36:45Z</dcterms:created>
  <dcterms:modified xsi:type="dcterms:W3CDTF">2023-06-21T08:14:34Z</dcterms:modified>
</cp:coreProperties>
</file>