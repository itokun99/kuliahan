
<file path=[Content_Types].xml><?xml version="1.0" encoding="utf-8"?>
<Types xmlns="http://schemas.openxmlformats.org/package/2006/content-types">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9" r:id="rId3"/>
    <p:sldId id="271" r:id="rId4"/>
    <p:sldId id="272" r:id="rId5"/>
    <p:sldId id="273" r:id="rId6"/>
    <p:sldId id="274" r:id="rId7"/>
    <p:sldId id="275" r:id="rId8"/>
    <p:sldId id="276" r:id="rId9"/>
    <p:sldId id="277" r:id="rId10"/>
    <p:sldId id="278" r:id="rId11"/>
    <p:sldId id="279" r:id="rId12"/>
    <p:sldId id="280"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B3A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EF21AE-229D-44EB-8862-6336C10BD427}" v="36" dt="2023-06-21T08:04:48.3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24" autoAdjust="0"/>
    <p:restoredTop sz="94630" autoAdjust="0"/>
  </p:normalViewPr>
  <p:slideViewPr>
    <p:cSldViewPr snapToGrid="0">
      <p:cViewPr varScale="1">
        <p:scale>
          <a:sx n="112" d="100"/>
          <a:sy n="112" d="100"/>
        </p:scale>
        <p:origin x="26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an Nurdiana, S.Kom., M.Kom." userId="fca74076-a507-46b3-81ba-40d1f8510c15" providerId="ADAL" clId="{2AE219CA-8184-4E58-B218-9A8E5978000F}"/>
    <pc:docChg chg="undo custSel addSld modSld">
      <pc:chgData name="Dian Nurdiana, S.Kom., M.Kom." userId="fca74076-a507-46b3-81ba-40d1f8510c15" providerId="ADAL" clId="{2AE219CA-8184-4E58-B218-9A8E5978000F}" dt="2020-12-30T04:33:09.783" v="156" actId="27309"/>
      <pc:docMkLst>
        <pc:docMk/>
      </pc:docMkLst>
      <pc:sldChg chg="modSp">
        <pc:chgData name="Dian Nurdiana, S.Kom., M.Kom." userId="fca74076-a507-46b3-81ba-40d1f8510c15" providerId="ADAL" clId="{2AE219CA-8184-4E58-B218-9A8E5978000F}" dt="2020-12-30T04:25:18.068" v="51"/>
        <pc:sldMkLst>
          <pc:docMk/>
          <pc:sldMk cId="2097649925" sldId="257"/>
        </pc:sldMkLst>
        <pc:spChg chg="mod">
          <ac:chgData name="Dian Nurdiana, S.Kom., M.Kom." userId="fca74076-a507-46b3-81ba-40d1f8510c15" providerId="ADAL" clId="{2AE219CA-8184-4E58-B218-9A8E5978000F}" dt="2020-12-30T04:25:03.725" v="50" actId="20577"/>
          <ac:spMkLst>
            <pc:docMk/>
            <pc:sldMk cId="2097649925" sldId="257"/>
            <ac:spMk id="5" creationId="{8B2E021C-F2B5-470F-BA90-8F3C01E9B787}"/>
          </ac:spMkLst>
        </pc:spChg>
        <pc:spChg chg="mod">
          <ac:chgData name="Dian Nurdiana, S.Kom., M.Kom." userId="fca74076-a507-46b3-81ba-40d1f8510c15" providerId="ADAL" clId="{2AE219CA-8184-4E58-B218-9A8E5978000F}" dt="2020-12-30T04:25:18.068" v="51"/>
          <ac:spMkLst>
            <pc:docMk/>
            <pc:sldMk cId="2097649925" sldId="257"/>
            <ac:spMk id="11" creationId="{2F5769DE-2A5D-4AD6-AA5B-A4CCB6BA4112}"/>
          </ac:spMkLst>
        </pc:spChg>
      </pc:sldChg>
      <pc:sldChg chg="delSp modSp mod">
        <pc:chgData name="Dian Nurdiana, S.Kom., M.Kom." userId="fca74076-a507-46b3-81ba-40d1f8510c15" providerId="ADAL" clId="{2AE219CA-8184-4E58-B218-9A8E5978000F}" dt="2020-12-30T04:26:19.624" v="61"/>
        <pc:sldMkLst>
          <pc:docMk/>
          <pc:sldMk cId="1169449778" sldId="259"/>
        </pc:sldMkLst>
        <pc:spChg chg="mod">
          <ac:chgData name="Dian Nurdiana, S.Kom., M.Kom." userId="fca74076-a507-46b3-81ba-40d1f8510c15" providerId="ADAL" clId="{2AE219CA-8184-4E58-B218-9A8E5978000F}" dt="2020-12-30T04:25:35.507" v="52"/>
          <ac:spMkLst>
            <pc:docMk/>
            <pc:sldMk cId="1169449778" sldId="259"/>
            <ac:spMk id="2" creationId="{5BF065BD-16AF-47E3-BE9B-53DCC95EA7D9}"/>
          </ac:spMkLst>
        </pc:spChg>
        <pc:spChg chg="mod">
          <ac:chgData name="Dian Nurdiana, S.Kom., M.Kom." userId="fca74076-a507-46b3-81ba-40d1f8510c15" providerId="ADAL" clId="{2AE219CA-8184-4E58-B218-9A8E5978000F}" dt="2020-12-30T04:26:19.624" v="61"/>
          <ac:spMkLst>
            <pc:docMk/>
            <pc:sldMk cId="1169449778" sldId="259"/>
            <ac:spMk id="3" creationId="{163DD9E5-1DDC-42B3-A957-9582A1861C3E}"/>
          </ac:spMkLst>
        </pc:spChg>
        <pc:spChg chg="del">
          <ac:chgData name="Dian Nurdiana, S.Kom., M.Kom." userId="fca74076-a507-46b3-81ba-40d1f8510c15" providerId="ADAL" clId="{2AE219CA-8184-4E58-B218-9A8E5978000F}" dt="2020-12-30T04:26:07.597" v="54" actId="478"/>
          <ac:spMkLst>
            <pc:docMk/>
            <pc:sldMk cId="1169449778" sldId="259"/>
            <ac:spMk id="4" creationId="{79E56D6E-FA39-4C4C-995E-4822EA653BA9}"/>
          </ac:spMkLst>
        </pc:spChg>
        <pc:picChg chg="del">
          <ac:chgData name="Dian Nurdiana, S.Kom., M.Kom." userId="fca74076-a507-46b3-81ba-40d1f8510c15" providerId="ADAL" clId="{2AE219CA-8184-4E58-B218-9A8E5978000F}" dt="2020-12-30T04:26:04.937" v="53" actId="478"/>
          <ac:picMkLst>
            <pc:docMk/>
            <pc:sldMk cId="1169449778" sldId="259"/>
            <ac:picMk id="5122" creationId="{5E80CDC8-983A-49A4-9AF3-A8C8027ADF09}"/>
          </ac:picMkLst>
        </pc:picChg>
      </pc:sldChg>
      <pc:sldChg chg="addSp modSp mod">
        <pc:chgData name="Dian Nurdiana, S.Kom., M.Kom." userId="fca74076-a507-46b3-81ba-40d1f8510c15" providerId="ADAL" clId="{2AE219CA-8184-4E58-B218-9A8E5978000F}" dt="2020-12-30T04:33:09.783" v="156" actId="27309"/>
        <pc:sldMkLst>
          <pc:docMk/>
          <pc:sldMk cId="1884983817" sldId="270"/>
        </pc:sldMkLst>
        <pc:graphicFrameChg chg="add modGraphic">
          <ac:chgData name="Dian Nurdiana, S.Kom., M.Kom." userId="fca74076-a507-46b3-81ba-40d1f8510c15" providerId="ADAL" clId="{2AE219CA-8184-4E58-B218-9A8E5978000F}" dt="2020-12-30T04:33:09.783" v="156" actId="27309"/>
          <ac:graphicFrameMkLst>
            <pc:docMk/>
            <pc:sldMk cId="1884983817" sldId="270"/>
            <ac:graphicFrameMk id="5" creationId="{C32D82AF-76C9-4626-8D5F-3D997DDAB148}"/>
          </ac:graphicFrameMkLst>
        </pc:graphicFrameChg>
      </pc:sldChg>
      <pc:sldChg chg="addSp modSp mod">
        <pc:chgData name="Dian Nurdiana, S.Kom., M.Kom." userId="fca74076-a507-46b3-81ba-40d1f8510c15" providerId="ADAL" clId="{2AE219CA-8184-4E58-B218-9A8E5978000F}" dt="2020-12-30T04:29:11.502" v="82" actId="1076"/>
        <pc:sldMkLst>
          <pc:docMk/>
          <pc:sldMk cId="2907557485" sldId="271"/>
        </pc:sldMkLst>
        <pc:spChg chg="mod">
          <ac:chgData name="Dian Nurdiana, S.Kom., M.Kom." userId="fca74076-a507-46b3-81ba-40d1f8510c15" providerId="ADAL" clId="{2AE219CA-8184-4E58-B218-9A8E5978000F}" dt="2020-12-30T04:28:22.933" v="70"/>
          <ac:spMkLst>
            <pc:docMk/>
            <pc:sldMk cId="2907557485" sldId="271"/>
            <ac:spMk id="2" creationId="{5BF065BD-16AF-47E3-BE9B-53DCC95EA7D9}"/>
          </ac:spMkLst>
        </pc:spChg>
        <pc:spChg chg="mod">
          <ac:chgData name="Dian Nurdiana, S.Kom., M.Kom." userId="fca74076-a507-46b3-81ba-40d1f8510c15" providerId="ADAL" clId="{2AE219CA-8184-4E58-B218-9A8E5978000F}" dt="2020-12-30T04:29:02.406" v="79"/>
          <ac:spMkLst>
            <pc:docMk/>
            <pc:sldMk cId="2907557485" sldId="271"/>
            <ac:spMk id="3" creationId="{163DD9E5-1DDC-42B3-A957-9582A1861C3E}"/>
          </ac:spMkLst>
        </pc:spChg>
        <pc:picChg chg="add mod">
          <ac:chgData name="Dian Nurdiana, S.Kom., M.Kom." userId="fca74076-a507-46b3-81ba-40d1f8510c15" providerId="ADAL" clId="{2AE219CA-8184-4E58-B218-9A8E5978000F}" dt="2020-12-30T04:29:11.502" v="82" actId="1076"/>
          <ac:picMkLst>
            <pc:docMk/>
            <pc:sldMk cId="2907557485" sldId="271"/>
            <ac:picMk id="4" creationId="{F4E2A1F8-D832-475F-ACB8-7A4CCE1EBD6C}"/>
          </ac:picMkLst>
        </pc:picChg>
      </pc:sldChg>
      <pc:sldChg chg="modSp mod">
        <pc:chgData name="Dian Nurdiana, S.Kom., M.Kom." userId="fca74076-a507-46b3-81ba-40d1f8510c15" providerId="ADAL" clId="{2AE219CA-8184-4E58-B218-9A8E5978000F}" dt="2020-12-30T04:30:15.385" v="101" actId="5793"/>
        <pc:sldMkLst>
          <pc:docMk/>
          <pc:sldMk cId="707124780" sldId="273"/>
        </pc:sldMkLst>
        <pc:spChg chg="mod">
          <ac:chgData name="Dian Nurdiana, S.Kom., M.Kom." userId="fca74076-a507-46b3-81ba-40d1f8510c15" providerId="ADAL" clId="{2AE219CA-8184-4E58-B218-9A8E5978000F}" dt="2020-12-30T04:29:27.638" v="83"/>
          <ac:spMkLst>
            <pc:docMk/>
            <pc:sldMk cId="707124780" sldId="273"/>
            <ac:spMk id="2" creationId="{5BF065BD-16AF-47E3-BE9B-53DCC95EA7D9}"/>
          </ac:spMkLst>
        </pc:spChg>
        <pc:spChg chg="mod">
          <ac:chgData name="Dian Nurdiana, S.Kom., M.Kom." userId="fca74076-a507-46b3-81ba-40d1f8510c15" providerId="ADAL" clId="{2AE219CA-8184-4E58-B218-9A8E5978000F}" dt="2020-12-30T04:30:15.385" v="101" actId="5793"/>
          <ac:spMkLst>
            <pc:docMk/>
            <pc:sldMk cId="707124780" sldId="273"/>
            <ac:spMk id="3" creationId="{163DD9E5-1DDC-42B3-A957-9582A1861C3E}"/>
          </ac:spMkLst>
        </pc:spChg>
      </pc:sldChg>
      <pc:sldChg chg="modSp mod">
        <pc:chgData name="Dian Nurdiana, S.Kom., M.Kom." userId="fca74076-a507-46b3-81ba-40d1f8510c15" providerId="ADAL" clId="{2AE219CA-8184-4E58-B218-9A8E5978000F}" dt="2020-12-30T04:30:39.877" v="106" actId="27636"/>
        <pc:sldMkLst>
          <pc:docMk/>
          <pc:sldMk cId="1835521271" sldId="274"/>
        </pc:sldMkLst>
        <pc:spChg chg="mod">
          <ac:chgData name="Dian Nurdiana, S.Kom., M.Kom." userId="fca74076-a507-46b3-81ba-40d1f8510c15" providerId="ADAL" clId="{2AE219CA-8184-4E58-B218-9A8E5978000F}" dt="2020-12-30T04:30:27.655" v="102"/>
          <ac:spMkLst>
            <pc:docMk/>
            <pc:sldMk cId="1835521271" sldId="274"/>
            <ac:spMk id="2" creationId="{5BF065BD-16AF-47E3-BE9B-53DCC95EA7D9}"/>
          </ac:spMkLst>
        </pc:spChg>
        <pc:spChg chg="mod">
          <ac:chgData name="Dian Nurdiana, S.Kom., M.Kom." userId="fca74076-a507-46b3-81ba-40d1f8510c15" providerId="ADAL" clId="{2AE219CA-8184-4E58-B218-9A8E5978000F}" dt="2020-12-30T04:30:39.877" v="106" actId="27636"/>
          <ac:spMkLst>
            <pc:docMk/>
            <pc:sldMk cId="1835521271" sldId="274"/>
            <ac:spMk id="3" creationId="{163DD9E5-1DDC-42B3-A957-9582A1861C3E}"/>
          </ac:spMkLst>
        </pc:spChg>
      </pc:sldChg>
      <pc:sldChg chg="addSp modSp mod">
        <pc:chgData name="Dian Nurdiana, S.Kom., M.Kom." userId="fca74076-a507-46b3-81ba-40d1f8510c15" providerId="ADAL" clId="{2AE219CA-8184-4E58-B218-9A8E5978000F}" dt="2020-12-30T04:27:17.250" v="65" actId="1076"/>
        <pc:sldMkLst>
          <pc:docMk/>
          <pc:sldMk cId="2720750934" sldId="277"/>
        </pc:sldMkLst>
        <pc:spChg chg="mod">
          <ac:chgData name="Dian Nurdiana, S.Kom., M.Kom." userId="fca74076-a507-46b3-81ba-40d1f8510c15" providerId="ADAL" clId="{2AE219CA-8184-4E58-B218-9A8E5978000F}" dt="2020-12-30T04:26:53.430" v="62"/>
          <ac:spMkLst>
            <pc:docMk/>
            <pc:sldMk cId="2720750934" sldId="277"/>
            <ac:spMk id="2" creationId="{5BF065BD-16AF-47E3-BE9B-53DCC95EA7D9}"/>
          </ac:spMkLst>
        </pc:spChg>
        <pc:spChg chg="mod">
          <ac:chgData name="Dian Nurdiana, S.Kom., M.Kom." userId="fca74076-a507-46b3-81ba-40d1f8510c15" providerId="ADAL" clId="{2AE219CA-8184-4E58-B218-9A8E5978000F}" dt="2020-12-30T04:27:04.083" v="63"/>
          <ac:spMkLst>
            <pc:docMk/>
            <pc:sldMk cId="2720750934" sldId="277"/>
            <ac:spMk id="3" creationId="{163DD9E5-1DDC-42B3-A957-9582A1861C3E}"/>
          </ac:spMkLst>
        </pc:spChg>
        <pc:picChg chg="add mod">
          <ac:chgData name="Dian Nurdiana, S.Kom., M.Kom." userId="fca74076-a507-46b3-81ba-40d1f8510c15" providerId="ADAL" clId="{2AE219CA-8184-4E58-B218-9A8E5978000F}" dt="2020-12-30T04:27:17.250" v="65" actId="1076"/>
          <ac:picMkLst>
            <pc:docMk/>
            <pc:sldMk cId="2720750934" sldId="277"/>
            <ac:picMk id="4" creationId="{7EBCEB92-2C6D-467C-9B15-33E7B4B4F93B}"/>
          </ac:picMkLst>
        </pc:picChg>
      </pc:sldChg>
      <pc:sldChg chg="delSp modSp add mod">
        <pc:chgData name="Dian Nurdiana, S.Kom., M.Kom." userId="fca74076-a507-46b3-81ba-40d1f8510c15" providerId="ADAL" clId="{2AE219CA-8184-4E58-B218-9A8E5978000F}" dt="2020-12-30T04:28:07.899" v="69" actId="20577"/>
        <pc:sldMkLst>
          <pc:docMk/>
          <pc:sldMk cId="3224428108" sldId="278"/>
        </pc:sldMkLst>
        <pc:spChg chg="mod">
          <ac:chgData name="Dian Nurdiana, S.Kom., M.Kom." userId="fca74076-a507-46b3-81ba-40d1f8510c15" providerId="ADAL" clId="{2AE219CA-8184-4E58-B218-9A8E5978000F}" dt="2020-12-30T04:28:07.899" v="69" actId="20577"/>
          <ac:spMkLst>
            <pc:docMk/>
            <pc:sldMk cId="3224428108" sldId="278"/>
            <ac:spMk id="3" creationId="{163DD9E5-1DDC-42B3-A957-9582A1861C3E}"/>
          </ac:spMkLst>
        </pc:spChg>
        <pc:picChg chg="del">
          <ac:chgData name="Dian Nurdiana, S.Kom., M.Kom." userId="fca74076-a507-46b3-81ba-40d1f8510c15" providerId="ADAL" clId="{2AE219CA-8184-4E58-B218-9A8E5978000F}" dt="2020-12-30T04:28:04.327" v="67" actId="478"/>
          <ac:picMkLst>
            <pc:docMk/>
            <pc:sldMk cId="3224428108" sldId="278"/>
            <ac:picMk id="4" creationId="{7EBCEB92-2C6D-467C-9B15-33E7B4B4F93B}"/>
          </ac:picMkLst>
        </pc:picChg>
      </pc:sldChg>
      <pc:sldChg chg="modSp add mod">
        <pc:chgData name="Dian Nurdiana, S.Kom., M.Kom." userId="fca74076-a507-46b3-81ba-40d1f8510c15" providerId="ADAL" clId="{2AE219CA-8184-4E58-B218-9A8E5978000F}" dt="2020-12-30T04:31:58.241" v="137" actId="113"/>
        <pc:sldMkLst>
          <pc:docMk/>
          <pc:sldMk cId="2679286301" sldId="279"/>
        </pc:sldMkLst>
        <pc:spChg chg="mod">
          <ac:chgData name="Dian Nurdiana, S.Kom., M.Kom." userId="fca74076-a507-46b3-81ba-40d1f8510c15" providerId="ADAL" clId="{2AE219CA-8184-4E58-B218-9A8E5978000F}" dt="2020-12-30T04:30:55.544" v="108"/>
          <ac:spMkLst>
            <pc:docMk/>
            <pc:sldMk cId="2679286301" sldId="279"/>
            <ac:spMk id="2" creationId="{5BF065BD-16AF-47E3-BE9B-53DCC95EA7D9}"/>
          </ac:spMkLst>
        </pc:spChg>
        <pc:spChg chg="mod">
          <ac:chgData name="Dian Nurdiana, S.Kom., M.Kom." userId="fca74076-a507-46b3-81ba-40d1f8510c15" providerId="ADAL" clId="{2AE219CA-8184-4E58-B218-9A8E5978000F}" dt="2020-12-30T04:31:58.241" v="137" actId="113"/>
          <ac:spMkLst>
            <pc:docMk/>
            <pc:sldMk cId="2679286301" sldId="279"/>
            <ac:spMk id="3" creationId="{163DD9E5-1DDC-42B3-A957-9582A1861C3E}"/>
          </ac:spMkLst>
        </pc:spChg>
      </pc:sldChg>
      <pc:sldChg chg="modSp add mod">
        <pc:chgData name="Dian Nurdiana, S.Kom., M.Kom." userId="fca74076-a507-46b3-81ba-40d1f8510c15" providerId="ADAL" clId="{2AE219CA-8184-4E58-B218-9A8E5978000F}" dt="2020-12-30T04:32:42.591" v="150" actId="20577"/>
        <pc:sldMkLst>
          <pc:docMk/>
          <pc:sldMk cId="3234302241" sldId="280"/>
        </pc:sldMkLst>
        <pc:spChg chg="mod">
          <ac:chgData name="Dian Nurdiana, S.Kom., M.Kom." userId="fca74076-a507-46b3-81ba-40d1f8510c15" providerId="ADAL" clId="{2AE219CA-8184-4E58-B218-9A8E5978000F}" dt="2020-12-30T04:32:42.591" v="150" actId="20577"/>
          <ac:spMkLst>
            <pc:docMk/>
            <pc:sldMk cId="3234302241" sldId="280"/>
            <ac:spMk id="2" creationId="{5BF065BD-16AF-47E3-BE9B-53DCC95EA7D9}"/>
          </ac:spMkLst>
        </pc:spChg>
        <pc:spChg chg="mod">
          <ac:chgData name="Dian Nurdiana, S.Kom., M.Kom." userId="fca74076-a507-46b3-81ba-40d1f8510c15" providerId="ADAL" clId="{2AE219CA-8184-4E58-B218-9A8E5978000F}" dt="2020-12-30T04:32:25.180" v="142" actId="6549"/>
          <ac:spMkLst>
            <pc:docMk/>
            <pc:sldMk cId="3234302241" sldId="280"/>
            <ac:spMk id="3" creationId="{163DD9E5-1DDC-42B3-A957-9582A1861C3E}"/>
          </ac:spMkLst>
        </pc:spChg>
      </pc:sldChg>
      <pc:sldChg chg="modSp add mod">
        <pc:chgData name="Dian Nurdiana, S.Kom., M.Kom." userId="fca74076-a507-46b3-81ba-40d1f8510c15" providerId="ADAL" clId="{2AE219CA-8184-4E58-B218-9A8E5978000F}" dt="2020-12-30T04:33:07.074" v="155"/>
        <pc:sldMkLst>
          <pc:docMk/>
          <pc:sldMk cId="1441663428" sldId="281"/>
        </pc:sldMkLst>
        <pc:spChg chg="mod">
          <ac:chgData name="Dian Nurdiana, S.Kom., M.Kom." userId="fca74076-a507-46b3-81ba-40d1f8510c15" providerId="ADAL" clId="{2AE219CA-8184-4E58-B218-9A8E5978000F}" dt="2020-12-30T04:32:34.818" v="144"/>
          <ac:spMkLst>
            <pc:docMk/>
            <pc:sldMk cId="1441663428" sldId="281"/>
            <ac:spMk id="2" creationId="{5BF065BD-16AF-47E3-BE9B-53DCC95EA7D9}"/>
          </ac:spMkLst>
        </pc:spChg>
        <pc:spChg chg="mod">
          <ac:chgData name="Dian Nurdiana, S.Kom., M.Kom." userId="fca74076-a507-46b3-81ba-40d1f8510c15" providerId="ADAL" clId="{2AE219CA-8184-4E58-B218-9A8E5978000F}" dt="2020-12-30T04:33:07.074" v="155"/>
          <ac:spMkLst>
            <pc:docMk/>
            <pc:sldMk cId="1441663428" sldId="281"/>
            <ac:spMk id="3" creationId="{163DD9E5-1DDC-42B3-A957-9582A1861C3E}"/>
          </ac:spMkLst>
        </pc:spChg>
      </pc:sldChg>
    </pc:docChg>
  </pc:docChgLst>
  <pc:docChgLst>
    <pc:chgData name="Dian Nurdiana, S.Kom., M.Kom." userId="fca74076-a507-46b3-81ba-40d1f8510c15" providerId="ADAL" clId="{B2EF21AE-229D-44EB-8862-6336C10BD427}"/>
    <pc:docChg chg="modSld">
      <pc:chgData name="Dian Nurdiana, S.Kom., M.Kom." userId="fca74076-a507-46b3-81ba-40d1f8510c15" providerId="ADAL" clId="{B2EF21AE-229D-44EB-8862-6336C10BD427}" dt="2023-06-21T08:04:48.354" v="35" actId="6549"/>
      <pc:docMkLst>
        <pc:docMk/>
      </pc:docMkLst>
      <pc:sldChg chg="modSp modAnim">
        <pc:chgData name="Dian Nurdiana, S.Kom., M.Kom." userId="fca74076-a507-46b3-81ba-40d1f8510c15" providerId="ADAL" clId="{B2EF21AE-229D-44EB-8862-6336C10BD427}" dt="2023-06-21T08:04:48.354" v="35" actId="6549"/>
        <pc:sldMkLst>
          <pc:docMk/>
          <pc:sldMk cId="2097649925" sldId="257"/>
        </pc:sldMkLst>
        <pc:spChg chg="mod">
          <ac:chgData name="Dian Nurdiana, S.Kom., M.Kom." userId="fca74076-a507-46b3-81ba-40d1f8510c15" providerId="ADAL" clId="{B2EF21AE-229D-44EB-8862-6336C10BD427}" dt="2023-06-21T08:04:48.354" v="35" actId="6549"/>
          <ac:spMkLst>
            <pc:docMk/>
            <pc:sldMk cId="2097649925" sldId="257"/>
            <ac:spMk id="5" creationId="{8B2E021C-F2B5-470F-BA90-8F3C01E9B787}"/>
          </ac:spMkLst>
        </pc:spChg>
        <pc:spChg chg="mod">
          <ac:chgData name="Dian Nurdiana, S.Kom., M.Kom." userId="fca74076-a507-46b3-81ba-40d1f8510c15" providerId="ADAL" clId="{B2EF21AE-229D-44EB-8862-6336C10BD427}" dt="2023-06-21T08:04:42.290" v="32" actId="20577"/>
          <ac:spMkLst>
            <pc:docMk/>
            <pc:sldMk cId="2097649925" sldId="257"/>
            <ac:spMk id="11" creationId="{2F5769DE-2A5D-4AD6-AA5B-A4CCB6BA411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AFF502-55E4-40A7-B8B9-019A639A219E}" type="datetimeFigureOut">
              <a:rPr lang="en-US" smtClean="0"/>
              <a:t>6/21/2023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3DE070-8B48-4B25-99A3-108D88F9B224}" type="slidenum">
              <a:rPr lang="en-US" smtClean="0"/>
              <a:t>‹#›</a:t>
            </a:fld>
            <a:endParaRPr lang="en-US"/>
          </a:p>
        </p:txBody>
      </p:sp>
    </p:spTree>
    <p:extLst>
      <p:ext uri="{BB962C8B-B14F-4D97-AF65-F5344CB8AC3E}">
        <p14:creationId xmlns:p14="http://schemas.microsoft.com/office/powerpoint/2010/main" val="3118268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1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Calibri" panose="020F0502020204030204" pitchFamily="34" charset="0"/>
              </a:defRPr>
            </a:lvl1pPr>
            <a:lvl2pPr marL="742950" indent="-285750">
              <a:spcBef>
                <a:spcPct val="30000"/>
              </a:spcBef>
              <a:defRPr sz="1300">
                <a:solidFill>
                  <a:schemeClr val="tx1"/>
                </a:solidFill>
                <a:latin typeface="Calibri" panose="020F0502020204030204" pitchFamily="34" charset="0"/>
              </a:defRPr>
            </a:lvl2pPr>
            <a:lvl3pPr marL="1143000" indent="-228600">
              <a:spcBef>
                <a:spcPct val="30000"/>
              </a:spcBef>
              <a:defRPr sz="1300">
                <a:solidFill>
                  <a:schemeClr val="tx1"/>
                </a:solidFill>
                <a:latin typeface="Calibri" panose="020F0502020204030204" pitchFamily="34" charset="0"/>
              </a:defRPr>
            </a:lvl3pPr>
            <a:lvl4pPr marL="1600200" indent="-228600">
              <a:spcBef>
                <a:spcPct val="30000"/>
              </a:spcBef>
              <a:defRPr sz="1300">
                <a:solidFill>
                  <a:schemeClr val="tx1"/>
                </a:solidFill>
                <a:latin typeface="Calibri" panose="020F0502020204030204" pitchFamily="34" charset="0"/>
              </a:defRPr>
            </a:lvl4pPr>
            <a:lvl5pPr marL="2057400" indent="-228600">
              <a:spcBef>
                <a:spcPct val="30000"/>
              </a:spcBef>
              <a:defRPr sz="1300">
                <a:solidFill>
                  <a:schemeClr val="tx1"/>
                </a:solidFill>
                <a:latin typeface="Calibri" panose="020F0502020204030204" pitchFamily="34" charset="0"/>
              </a:defRPr>
            </a:lvl5pPr>
            <a:lvl6pPr marL="2514600" indent="-228600" defTabSz="495300" eaLnBrk="0" fontAlgn="base" hangingPunct="0">
              <a:spcBef>
                <a:spcPct val="30000"/>
              </a:spcBef>
              <a:spcAft>
                <a:spcPct val="0"/>
              </a:spcAft>
              <a:defRPr sz="1300">
                <a:solidFill>
                  <a:schemeClr val="tx1"/>
                </a:solidFill>
                <a:latin typeface="Calibri" panose="020F0502020204030204" pitchFamily="34" charset="0"/>
              </a:defRPr>
            </a:lvl6pPr>
            <a:lvl7pPr marL="2971800" indent="-228600" defTabSz="495300" eaLnBrk="0" fontAlgn="base" hangingPunct="0">
              <a:spcBef>
                <a:spcPct val="30000"/>
              </a:spcBef>
              <a:spcAft>
                <a:spcPct val="0"/>
              </a:spcAft>
              <a:defRPr sz="1300">
                <a:solidFill>
                  <a:schemeClr val="tx1"/>
                </a:solidFill>
                <a:latin typeface="Calibri" panose="020F0502020204030204" pitchFamily="34" charset="0"/>
              </a:defRPr>
            </a:lvl7pPr>
            <a:lvl8pPr marL="3429000" indent="-228600" defTabSz="495300" eaLnBrk="0" fontAlgn="base" hangingPunct="0">
              <a:spcBef>
                <a:spcPct val="30000"/>
              </a:spcBef>
              <a:spcAft>
                <a:spcPct val="0"/>
              </a:spcAft>
              <a:defRPr sz="1300">
                <a:solidFill>
                  <a:schemeClr val="tx1"/>
                </a:solidFill>
                <a:latin typeface="Calibri" panose="020F0502020204030204" pitchFamily="34" charset="0"/>
              </a:defRPr>
            </a:lvl8pPr>
            <a:lvl9pPr marL="3886200" indent="-228600" defTabSz="495300" eaLnBrk="0" fontAlgn="base" hangingPunct="0">
              <a:spcBef>
                <a:spcPct val="30000"/>
              </a:spcBef>
              <a:spcAft>
                <a:spcPct val="0"/>
              </a:spcAft>
              <a:defRPr sz="1300">
                <a:solidFill>
                  <a:schemeClr val="tx1"/>
                </a:solidFill>
                <a:latin typeface="Calibri" panose="020F0502020204030204" pitchFamily="34" charset="0"/>
              </a:defRPr>
            </a:lvl9pPr>
          </a:lstStyle>
          <a:p>
            <a:pPr>
              <a:spcBef>
                <a:spcPct val="0"/>
              </a:spcBef>
            </a:pPr>
            <a:fld id="{B63DD617-6359-4ADA-974D-7CC774EA6C12}" type="slidenum">
              <a:rPr lang="en-US" altLang="en-US" sz="1200" smtClean="0">
                <a:latin typeface="Arial" panose="020B0604020202020204" pitchFamily="34" charset="0"/>
              </a:rPr>
              <a:pPr>
                <a:spcBef>
                  <a:spcPct val="0"/>
                </a:spcBef>
              </a:pPr>
              <a:t>1</a:t>
            </a:fld>
            <a:endParaRPr lang="en-US" altLang="en-US" sz="1200">
              <a:latin typeface="Arial" panose="020B0604020202020204" pitchFamily="34" charset="0"/>
            </a:endParaRPr>
          </a:p>
        </p:txBody>
      </p:sp>
    </p:spTree>
    <p:extLst>
      <p:ext uri="{BB962C8B-B14F-4D97-AF65-F5344CB8AC3E}">
        <p14:creationId xmlns:p14="http://schemas.microsoft.com/office/powerpoint/2010/main" val="32240997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E58004F-299B-411C-9CA5-288D55D0283C}" type="datetimeFigureOut">
              <a:rPr lang="en-US" smtClean="0"/>
              <a:t>6/21/2023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639582284"/>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58004F-299B-411C-9CA5-288D55D0283C}" type="datetimeFigureOut">
              <a:rPr lang="en-US" smtClean="0"/>
              <a:t>6/21/2023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2328344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58004F-299B-411C-9CA5-288D55D0283C}" type="datetimeFigureOut">
              <a:rPr lang="en-US" smtClean="0"/>
              <a:t>6/21/2023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942326538"/>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E58004F-299B-411C-9CA5-288D55D0283C}" type="datetimeFigureOut">
              <a:rPr lang="en-US" smtClean="0"/>
              <a:t>6/21/2023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3288652200"/>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E58004F-299B-411C-9CA5-288D55D0283C}" type="datetimeFigureOut">
              <a:rPr lang="en-US" smtClean="0"/>
              <a:t>6/21/2023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739843742"/>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E58004F-299B-411C-9CA5-288D55D0283C}" type="datetimeFigureOut">
              <a:rPr lang="en-US" smtClean="0"/>
              <a:t>6/21/2023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233991940"/>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58004F-299B-411C-9CA5-288D55D0283C}" type="datetimeFigureOut">
              <a:rPr lang="en-US" smtClean="0"/>
              <a:t>6/21/2023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92408371"/>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58004F-299B-411C-9CA5-288D55D0283C}" type="datetimeFigureOut">
              <a:rPr lang="en-US" smtClean="0"/>
              <a:t>6/21/2023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2954908344"/>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58004F-299B-411C-9CA5-288D55D0283C}" type="datetimeFigureOut">
              <a:rPr lang="en-US" smtClean="0"/>
              <a:t>6/21/2023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164769428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58004F-299B-411C-9CA5-288D55D0283C}" type="datetimeFigureOut">
              <a:rPr lang="en-US" smtClean="0"/>
              <a:t>6/21/2023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289051856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58004F-299B-411C-9CA5-288D55D0283C}" type="datetimeFigureOut">
              <a:rPr lang="en-US" smtClean="0"/>
              <a:t>6/21/2023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18D7B-460E-40A3-AA98-7C2642151E3C}" type="slidenum">
              <a:rPr lang="en-US" smtClean="0"/>
              <a:t>‹#›</a:t>
            </a:fld>
            <a:endParaRPr lang="en-US"/>
          </a:p>
        </p:txBody>
      </p:sp>
    </p:spTree>
    <p:extLst>
      <p:ext uri="{BB962C8B-B14F-4D97-AF65-F5344CB8AC3E}">
        <p14:creationId xmlns:p14="http://schemas.microsoft.com/office/powerpoint/2010/main" val="3689565538"/>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1" name="whoosh.wav"/>
          </p:stSnd>
        </p:sndAc>
      </p:transition>
    </mc:Choice>
    <mc:Fallback xmlns="">
      <p:transition spd="slow">
        <p:blinds dir="vert"/>
        <p:sndAc>
          <p:stSnd>
            <p:snd r:embed="rId3" name="whoosh.wav"/>
          </p:stSnd>
        </p:sndAc>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audio" Target="../media/audio1.wav"/><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58004F-299B-411C-9CA5-288D55D0283C}" type="datetimeFigureOut">
              <a:rPr lang="en-US" smtClean="0"/>
              <a:t>6/21/2023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18D7B-460E-40A3-AA98-7C2642151E3C}" type="slidenum">
              <a:rPr lang="en-US" smtClean="0"/>
              <a:t>‹#›</a:t>
            </a:fld>
            <a:endParaRPr lang="en-US"/>
          </a:p>
        </p:txBody>
      </p:sp>
    </p:spTree>
    <p:extLst>
      <p:ext uri="{BB962C8B-B14F-4D97-AF65-F5344CB8AC3E}">
        <p14:creationId xmlns:p14="http://schemas.microsoft.com/office/powerpoint/2010/main" val="1261580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600">
        <p:blinds dir="vert"/>
        <p:sndAc>
          <p:stSnd>
            <p:snd r:embed="rId13" name="whoosh.wav"/>
          </p:stSnd>
        </p:sndAc>
      </p:transition>
    </mc:Choice>
    <mc:Fallback xmlns="">
      <p:transition spd="slow">
        <p:blinds dir="vert"/>
        <p:sndAc>
          <p:stSnd>
            <p:snd r:embed="rId15" name="whoosh.wav"/>
          </p:stSnd>
        </p:sndAc>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2.xml"/><Relationship Id="rId9" Type="http://schemas.openxmlformats.org/officeDocument/2006/relationships/audio" Target="../media/audio1.wav"/></Relationships>
</file>

<file path=ppt/slides/_rels/slide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6">
            <a:extLst>
              <a:ext uri="{FF2B5EF4-FFF2-40B4-BE49-F238E27FC236}">
                <a16:creationId xmlns:a16="http://schemas.microsoft.com/office/drawing/2014/main" id="{8B2E021C-F2B5-470F-BA90-8F3C01E9B787}"/>
              </a:ext>
            </a:extLst>
          </p:cNvPr>
          <p:cNvSpPr txBox="1">
            <a:spLocks noChangeArrowheads="1"/>
          </p:cNvSpPr>
          <p:nvPr/>
        </p:nvSpPr>
        <p:spPr bwMode="auto">
          <a:xfrm>
            <a:off x="1734894" y="1656396"/>
            <a:ext cx="8572500" cy="896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07" tIns="41454" rIns="82907" bIns="41454">
            <a:spAutoFit/>
          </a:bodyPr>
          <a:lstStyle>
            <a:lvl1pPr>
              <a:spcBef>
                <a:spcPct val="20000"/>
              </a:spcBef>
              <a:buFont typeface="Arial" panose="020B0604020202020204" pitchFamily="34" charset="0"/>
              <a:buChar char="•"/>
              <a:defRPr sz="36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32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7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3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300">
                <a:solidFill>
                  <a:schemeClr val="tx1"/>
                </a:solidFill>
                <a:latin typeface="Calibri" panose="020F0502020204030204" pitchFamily="34" charset="0"/>
              </a:defRPr>
            </a:lvl5pPr>
            <a:lvl6pPr marL="25146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6pPr>
            <a:lvl7pPr marL="29718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7pPr>
            <a:lvl8pPr marL="34290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8pPr>
            <a:lvl9pPr marL="3886200" indent="-228600" defTabSz="495300" eaLnBrk="0" fontAlgn="base" hangingPunct="0">
              <a:spcBef>
                <a:spcPct val="20000"/>
              </a:spcBef>
              <a:spcAft>
                <a:spcPct val="0"/>
              </a:spcAft>
              <a:buFont typeface="Arial" panose="020B0604020202020204" pitchFamily="34" charset="0"/>
              <a:buChar char="»"/>
              <a:defRPr sz="2300">
                <a:solidFill>
                  <a:schemeClr val="tx1"/>
                </a:solidFill>
                <a:latin typeface="Calibri" panose="020F0502020204030204" pitchFamily="34" charset="0"/>
              </a:defRPr>
            </a:lvl9pPr>
          </a:lstStyle>
          <a:p>
            <a:pPr algn="ctr">
              <a:buNone/>
            </a:pPr>
            <a:r>
              <a:rPr lang="id-ID" sz="2400" b="1"/>
              <a:t>MATERI</a:t>
            </a:r>
            <a:endParaRPr lang="id-ID" sz="2400" b="1" dirty="0"/>
          </a:p>
          <a:p>
            <a:pPr algn="ctr">
              <a:buNone/>
            </a:pPr>
            <a:r>
              <a:rPr lang="id-ID" sz="2400" b="1" dirty="0"/>
              <a:t>MSIM4204 JARINGAN KOMPUTER</a:t>
            </a:r>
            <a:endParaRPr lang="id-ID" sz="2400" dirty="0">
              <a:effectLst/>
            </a:endParaRPr>
          </a:p>
        </p:txBody>
      </p:sp>
      <p:sp>
        <p:nvSpPr>
          <p:cNvPr id="6" name="TextBox 3">
            <a:extLst>
              <a:ext uri="{FF2B5EF4-FFF2-40B4-BE49-F238E27FC236}">
                <a16:creationId xmlns:a16="http://schemas.microsoft.com/office/drawing/2014/main" id="{C7D4CDBD-5EC8-4365-A58B-3C437FF800E6}"/>
              </a:ext>
            </a:extLst>
          </p:cNvPr>
          <p:cNvSpPr txBox="1">
            <a:spLocks noChangeArrowheads="1"/>
          </p:cNvSpPr>
          <p:nvPr/>
        </p:nvSpPr>
        <p:spPr bwMode="auto">
          <a:xfrm>
            <a:off x="3997194" y="4909317"/>
            <a:ext cx="4047904" cy="10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en-US" altLang="en-US" sz="2176" b="1" dirty="0" err="1">
                <a:latin typeface="Century Gothic" panose="020B0502020202020204" pitchFamily="34" charset="0"/>
              </a:rPr>
              <a:t>Sistem</a:t>
            </a:r>
            <a:r>
              <a:rPr lang="en-US" altLang="en-US" sz="2176" b="1" dirty="0">
                <a:latin typeface="Century Gothic" panose="020B0502020202020204" pitchFamily="34" charset="0"/>
              </a:rPr>
              <a:t> </a:t>
            </a:r>
            <a:r>
              <a:rPr lang="en-US" altLang="en-US" sz="2176" b="1" dirty="0" err="1">
                <a:latin typeface="Century Gothic" panose="020B0502020202020204" pitchFamily="34" charset="0"/>
              </a:rPr>
              <a:t>Informasi</a:t>
            </a:r>
            <a:endParaRPr lang="en-US" altLang="en-US" sz="2176" b="1" dirty="0">
              <a:latin typeface="Century Gothic" panose="020B0502020202020204" pitchFamily="34" charset="0"/>
            </a:endParaRPr>
          </a:p>
          <a:p>
            <a:pPr algn="ctr" eaLnBrk="1" hangingPunct="1"/>
            <a:r>
              <a:rPr lang="id-ID" altLang="en-US" sz="2176" b="1" dirty="0">
                <a:latin typeface="Century Gothic" panose="020B0502020202020204" pitchFamily="34" charset="0"/>
              </a:rPr>
              <a:t>Fakultas Sains dan Teknologi</a:t>
            </a:r>
            <a:endParaRPr lang="en-US" altLang="en-US" sz="2176" b="1" dirty="0">
              <a:latin typeface="Century Gothic" panose="020B0502020202020204" pitchFamily="34" charset="0"/>
            </a:endParaRPr>
          </a:p>
          <a:p>
            <a:pPr algn="ctr" eaLnBrk="1" hangingPunct="1"/>
            <a:r>
              <a:rPr lang="en-US" altLang="en-US" sz="2176" b="1" dirty="0" err="1">
                <a:latin typeface="Century Gothic" panose="020B0502020202020204" pitchFamily="34" charset="0"/>
              </a:rPr>
              <a:t>Universitas</a:t>
            </a:r>
            <a:r>
              <a:rPr lang="en-US" altLang="en-US" sz="2176" b="1" dirty="0">
                <a:latin typeface="Century Gothic" panose="020B0502020202020204" pitchFamily="34" charset="0"/>
              </a:rPr>
              <a:t> Terbuka</a:t>
            </a:r>
          </a:p>
        </p:txBody>
      </p:sp>
      <p:sp>
        <p:nvSpPr>
          <p:cNvPr id="8" name="Rectangle 7">
            <a:extLst>
              <a:ext uri="{FF2B5EF4-FFF2-40B4-BE49-F238E27FC236}">
                <a16:creationId xmlns:a16="http://schemas.microsoft.com/office/drawing/2014/main" id="{39F8A999-A9AC-4969-983B-AEFAE83D05FC}"/>
              </a:ext>
            </a:extLst>
          </p:cNvPr>
          <p:cNvSpPr/>
          <p:nvPr/>
        </p:nvSpPr>
        <p:spPr>
          <a:xfrm>
            <a:off x="2836507" y="443369"/>
            <a:ext cx="9318171" cy="7509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F5769DE-2A5D-4AD6-AA5B-A4CCB6BA4112}"/>
              </a:ext>
            </a:extLst>
          </p:cNvPr>
          <p:cNvSpPr txBox="1"/>
          <p:nvPr/>
        </p:nvSpPr>
        <p:spPr>
          <a:xfrm>
            <a:off x="1907910" y="3059668"/>
            <a:ext cx="8226483" cy="1323439"/>
          </a:xfrm>
          <a:prstGeom prst="rect">
            <a:avLst/>
          </a:prstGeom>
          <a:noFill/>
        </p:spPr>
        <p:txBody>
          <a:bodyPr wrap="none" rtlCol="0">
            <a:spAutoFit/>
          </a:bodyPr>
          <a:lstStyle/>
          <a:p>
            <a:pPr algn="ctr">
              <a:spcBef>
                <a:spcPct val="0"/>
              </a:spcBef>
              <a:buNone/>
            </a:pPr>
            <a:r>
              <a:rPr lang="id-ID" sz="4000" dirty="0"/>
              <a:t>Aktivitas Belajar 6 </a:t>
            </a:r>
          </a:p>
          <a:p>
            <a:pPr algn="ctr">
              <a:spcBef>
                <a:spcPct val="0"/>
              </a:spcBef>
              <a:buNone/>
            </a:pPr>
            <a:r>
              <a:rPr lang="id-ID" sz="4000" dirty="0"/>
              <a:t>Internet Protokol dan </a:t>
            </a:r>
            <a:r>
              <a:rPr lang="id-ID" sz="4000" dirty="0" err="1"/>
              <a:t>Internetworking</a:t>
            </a:r>
            <a:r>
              <a:rPr lang="id-ID" sz="4000" dirty="0"/>
              <a:t> </a:t>
            </a:r>
            <a:endParaRPr lang="id-ID" altLang="en-US" sz="5400" dirty="0">
              <a:solidFill>
                <a:srgbClr val="FF0000"/>
              </a:solidFill>
              <a:latin typeface="Britannic Bold" panose="020B0903060703020204" pitchFamily="34" charset="0"/>
            </a:endParaRPr>
          </a:p>
        </p:txBody>
      </p:sp>
    </p:spTree>
    <p:extLst>
      <p:ext uri="{BB962C8B-B14F-4D97-AF65-F5344CB8AC3E}">
        <p14:creationId xmlns:p14="http://schemas.microsoft.com/office/powerpoint/2010/main" val="2097649925"/>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3" name="whoosh.wav"/>
          </p:stSnd>
        </p:sndAc>
      </p:transition>
    </mc:Choice>
    <mc:Fallback xmlns="">
      <p:transition spd="slow">
        <p:blinds dir="vert"/>
        <p:sndAc>
          <p:stSnd>
            <p:snd r:embed="rId9" name="whoosh.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down)">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PENGALAMATAN IP</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lnSpcReduction="10000"/>
          </a:bodyPr>
          <a:lstStyle/>
          <a:p>
            <a:r>
              <a:rPr lang="id-ID" dirty="0"/>
              <a:t>Alamat IP merupakan representasi dari 32 bit bilangan </a:t>
            </a:r>
            <a:r>
              <a:rPr lang="id-ID" dirty="0" err="1"/>
              <a:t>unsigned</a:t>
            </a:r>
            <a:r>
              <a:rPr lang="id-ID" dirty="0"/>
              <a:t> biner. Ditampilkan dalam bentuk desimal dengan titik. Contoh</a:t>
            </a:r>
            <a:r>
              <a:rPr lang="en-US" dirty="0"/>
              <a:t>:</a:t>
            </a:r>
            <a:r>
              <a:rPr lang="id-ID" dirty="0"/>
              <a:t> 10.252.102.23 merupakan contoh valid dari IP.</a:t>
            </a:r>
          </a:p>
          <a:p>
            <a:r>
              <a:rPr lang="id-ID" dirty="0" err="1"/>
              <a:t>Pengalamatan</a:t>
            </a:r>
            <a:r>
              <a:rPr lang="id-ID" dirty="0"/>
              <a:t> IP dapat dilihat di RFC 1166 – Internet </a:t>
            </a:r>
            <a:r>
              <a:rPr lang="id-ID" dirty="0" err="1"/>
              <a:t>Number</a:t>
            </a:r>
            <a:r>
              <a:rPr lang="id-ID" dirty="0"/>
              <a:t>. Untuk mengidentifikasi suatu </a:t>
            </a:r>
            <a:r>
              <a:rPr lang="id-ID" dirty="0" err="1"/>
              <a:t>host</a:t>
            </a:r>
            <a:r>
              <a:rPr lang="id-ID" dirty="0"/>
              <a:t> pada internet, maka tiap </a:t>
            </a:r>
            <a:r>
              <a:rPr lang="id-ID" dirty="0" err="1"/>
              <a:t>host</a:t>
            </a:r>
            <a:r>
              <a:rPr lang="id-ID" dirty="0"/>
              <a:t> diberi IP </a:t>
            </a:r>
            <a:r>
              <a:rPr lang="id-ID" dirty="0" err="1"/>
              <a:t>address</a:t>
            </a:r>
            <a:r>
              <a:rPr lang="id-ID" dirty="0"/>
              <a:t>, atau internet </a:t>
            </a:r>
            <a:r>
              <a:rPr lang="id-ID" dirty="0" err="1"/>
              <a:t>address</a:t>
            </a:r>
            <a:r>
              <a:rPr lang="id-ID" dirty="0"/>
              <a:t>. Apabila </a:t>
            </a:r>
            <a:r>
              <a:rPr lang="id-ID" dirty="0" err="1"/>
              <a:t>host</a:t>
            </a:r>
            <a:r>
              <a:rPr lang="id-ID" dirty="0"/>
              <a:t> tersebut tersambung dengan lebih dari 1 jaringan maka disebut </a:t>
            </a:r>
            <a:r>
              <a:rPr lang="id-ID" i="1" dirty="0" err="1"/>
              <a:t>multi-homed</a:t>
            </a:r>
            <a:r>
              <a:rPr lang="id-ID" i="1" dirty="0"/>
              <a:t> </a:t>
            </a:r>
            <a:r>
              <a:rPr lang="id-ID" dirty="0"/>
              <a:t>di mana memiliki 1 IP </a:t>
            </a:r>
            <a:r>
              <a:rPr lang="id-ID" dirty="0" err="1"/>
              <a:t>address</a:t>
            </a:r>
            <a:r>
              <a:rPr lang="id-ID" dirty="0"/>
              <a:t> untuk masing-masing </a:t>
            </a:r>
            <a:r>
              <a:rPr lang="id-ID" dirty="0" err="1"/>
              <a:t>interface</a:t>
            </a:r>
            <a:r>
              <a:rPr lang="id-ID" dirty="0"/>
              <a:t>. IP </a:t>
            </a:r>
            <a:r>
              <a:rPr lang="en-US" dirty="0"/>
              <a:t>a</a:t>
            </a:r>
            <a:r>
              <a:rPr lang="id-ID" dirty="0" err="1"/>
              <a:t>ddress</a:t>
            </a:r>
            <a:r>
              <a:rPr lang="id-ID" dirty="0"/>
              <a:t> terdiri dari:</a:t>
            </a:r>
          </a:p>
          <a:p>
            <a:endParaRPr lang="id-ID" dirty="0"/>
          </a:p>
          <a:p>
            <a:r>
              <a:rPr lang="id-ID" dirty="0"/>
              <a:t>IP </a:t>
            </a:r>
            <a:r>
              <a:rPr lang="id-ID" dirty="0" err="1"/>
              <a:t>Address</a:t>
            </a:r>
            <a:r>
              <a:rPr lang="id-ID" dirty="0"/>
              <a:t> = &lt;</a:t>
            </a:r>
            <a:r>
              <a:rPr lang="id-ID" dirty="0" err="1"/>
              <a:t>nomer</a:t>
            </a:r>
            <a:r>
              <a:rPr lang="id-ID" dirty="0"/>
              <a:t> </a:t>
            </a:r>
            <a:r>
              <a:rPr lang="id-ID" dirty="0" err="1"/>
              <a:t>network</a:t>
            </a:r>
            <a:r>
              <a:rPr lang="id-ID" dirty="0"/>
              <a:t>&gt;&lt;</a:t>
            </a:r>
            <a:r>
              <a:rPr lang="id-ID" dirty="0" err="1"/>
              <a:t>nomer</a:t>
            </a:r>
            <a:r>
              <a:rPr lang="id-ID" dirty="0"/>
              <a:t> </a:t>
            </a:r>
            <a:r>
              <a:rPr lang="id-ID" dirty="0" err="1"/>
              <a:t>host</a:t>
            </a:r>
            <a:r>
              <a:rPr lang="id-ID" dirty="0"/>
              <a:t>&gt;</a:t>
            </a:r>
          </a:p>
          <a:p>
            <a:endParaRPr lang="id-ID" dirty="0"/>
          </a:p>
        </p:txBody>
      </p:sp>
    </p:spTree>
    <p:extLst>
      <p:ext uri="{BB962C8B-B14F-4D97-AF65-F5344CB8AC3E}">
        <p14:creationId xmlns:p14="http://schemas.microsoft.com/office/powerpoint/2010/main" val="1169449778"/>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PENGALAMATAN IP</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lstStyle/>
          <a:p>
            <a:r>
              <a:rPr lang="id-ID" dirty="0"/>
              <a:t>IP </a:t>
            </a:r>
            <a:r>
              <a:rPr lang="id-ID" dirty="0" err="1"/>
              <a:t>address</a:t>
            </a:r>
            <a:r>
              <a:rPr lang="id-ID" dirty="0"/>
              <a:t> merupakan 32 bit bilangan biner di mana bisa dituliskan dengan bilangan desimal dengan dibagi menjadi 4 kolom dan dipisahkan dengan titik.</a:t>
            </a:r>
          </a:p>
          <a:p>
            <a:endParaRPr lang="id-ID" dirty="0"/>
          </a:p>
          <a:p>
            <a:r>
              <a:rPr lang="id-ID" dirty="0"/>
              <a:t>Bilangan biner dari IP </a:t>
            </a:r>
            <a:r>
              <a:rPr lang="id-ID" dirty="0" err="1"/>
              <a:t>address</a:t>
            </a:r>
            <a:r>
              <a:rPr lang="id-ID" dirty="0"/>
              <a:t> 128.2.7.9 adalah:</a:t>
            </a:r>
          </a:p>
          <a:p>
            <a:r>
              <a:rPr lang="id-ID" dirty="0"/>
              <a:t>10000000 00000010 00000111 00001001</a:t>
            </a:r>
          </a:p>
          <a:p>
            <a:pPr marL="0" indent="0">
              <a:buNone/>
            </a:pPr>
            <a:r>
              <a:rPr lang="id-ID" dirty="0"/>
              <a:t> </a:t>
            </a:r>
          </a:p>
          <a:p>
            <a:r>
              <a:rPr lang="id-ID" dirty="0"/>
              <a:t>Penggunaan IP </a:t>
            </a:r>
            <a:r>
              <a:rPr lang="id-ID" dirty="0" err="1"/>
              <a:t>address</a:t>
            </a:r>
            <a:r>
              <a:rPr lang="id-ID" dirty="0"/>
              <a:t> adalah unik, artinya tidak diperbolehkan menggunakan IP </a:t>
            </a:r>
            <a:r>
              <a:rPr lang="id-ID" dirty="0" err="1"/>
              <a:t>address</a:t>
            </a:r>
            <a:r>
              <a:rPr lang="id-ID" dirty="0"/>
              <a:t> yang sama dalam satu jaringan.</a:t>
            </a:r>
          </a:p>
        </p:txBody>
      </p:sp>
    </p:spTree>
    <p:extLst>
      <p:ext uri="{BB962C8B-B14F-4D97-AF65-F5344CB8AC3E}">
        <p14:creationId xmlns:p14="http://schemas.microsoft.com/office/powerpoint/2010/main" val="340752686"/>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fontScale="90000"/>
          </a:bodyPr>
          <a:lstStyle/>
          <a:p>
            <a:r>
              <a:rPr lang="en-US" dirty="0" err="1"/>
              <a:t>Pembagian</a:t>
            </a:r>
            <a:r>
              <a:rPr lang="en-US" dirty="0"/>
              <a:t> Kelas Alamat IP (Class-based IP address)</a:t>
            </a:r>
            <a:endParaRPr lang="id-ID" dirty="0"/>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lstStyle/>
          <a:p>
            <a:r>
              <a:rPr lang="en-US" dirty="0"/>
              <a:t>Ada 5 </a:t>
            </a:r>
            <a:r>
              <a:rPr lang="en-US" dirty="0" err="1"/>
              <a:t>kelas</a:t>
            </a:r>
            <a:r>
              <a:rPr lang="en-US" dirty="0"/>
              <a:t> </a:t>
            </a:r>
            <a:r>
              <a:rPr lang="en-US" dirty="0" err="1"/>
              <a:t>pembagian</a:t>
            </a:r>
            <a:r>
              <a:rPr lang="en-US" dirty="0"/>
              <a:t> IP </a:t>
            </a:r>
            <a:r>
              <a:rPr lang="en-US" i="1" dirty="0"/>
              <a:t>address</a:t>
            </a:r>
            <a:r>
              <a:rPr lang="en-US" dirty="0"/>
              <a:t> </a:t>
            </a:r>
            <a:r>
              <a:rPr lang="en-US" dirty="0" err="1"/>
              <a:t>yaitu</a:t>
            </a:r>
            <a:r>
              <a:rPr lang="en-US" dirty="0"/>
              <a:t>:</a:t>
            </a:r>
            <a:endParaRPr lang="id-ID" dirty="0"/>
          </a:p>
        </p:txBody>
      </p:sp>
      <p:pic>
        <p:nvPicPr>
          <p:cNvPr id="4" name="Picture 3">
            <a:extLst>
              <a:ext uri="{FF2B5EF4-FFF2-40B4-BE49-F238E27FC236}">
                <a16:creationId xmlns:a16="http://schemas.microsoft.com/office/drawing/2014/main" id="{7D342F02-138D-4320-92F5-74AEC674186D}"/>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965846" y="2495550"/>
            <a:ext cx="6260307" cy="3829050"/>
          </a:xfrm>
          <a:prstGeom prst="rect">
            <a:avLst/>
          </a:prstGeom>
          <a:noFill/>
          <a:ln>
            <a:noFill/>
          </a:ln>
        </p:spPr>
      </p:pic>
    </p:spTree>
    <p:extLst>
      <p:ext uri="{BB962C8B-B14F-4D97-AF65-F5344CB8AC3E}">
        <p14:creationId xmlns:p14="http://schemas.microsoft.com/office/powerpoint/2010/main" val="2507850703"/>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fontScale="90000"/>
          </a:bodyPr>
          <a:lstStyle/>
          <a:p>
            <a:r>
              <a:rPr lang="en-US" dirty="0" err="1"/>
              <a:t>Pembagian</a:t>
            </a:r>
            <a:r>
              <a:rPr lang="en-US" dirty="0"/>
              <a:t> Kelas Alamat IP (Class-based IP address)</a:t>
            </a:r>
            <a:endParaRPr lang="id-ID" dirty="0"/>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fontScale="77500" lnSpcReduction="20000"/>
          </a:bodyPr>
          <a:lstStyle/>
          <a:p>
            <a:r>
              <a:rPr lang="en-US" dirty="0"/>
              <a:t>Kelas A: </a:t>
            </a:r>
            <a:r>
              <a:rPr lang="en-US" dirty="0" err="1"/>
              <a:t>Menggunakan</a:t>
            </a:r>
            <a:r>
              <a:rPr lang="en-US" dirty="0"/>
              <a:t> 7 bit </a:t>
            </a:r>
            <a:r>
              <a:rPr lang="en-US" dirty="0" err="1"/>
              <a:t>alamat</a:t>
            </a:r>
            <a:r>
              <a:rPr lang="en-US" dirty="0"/>
              <a:t> network dan 24 bit </a:t>
            </a:r>
            <a:r>
              <a:rPr lang="en-US" dirty="0" err="1"/>
              <a:t>untuk</a:t>
            </a:r>
            <a:r>
              <a:rPr lang="en-US" dirty="0"/>
              <a:t> </a:t>
            </a:r>
            <a:r>
              <a:rPr lang="en-US" dirty="0" err="1"/>
              <a:t>alamat</a:t>
            </a:r>
            <a:r>
              <a:rPr lang="en-US" dirty="0"/>
              <a:t> host. </a:t>
            </a:r>
            <a:r>
              <a:rPr lang="en-US" dirty="0" err="1"/>
              <a:t>Dengan</a:t>
            </a:r>
            <a:r>
              <a:rPr lang="en-US" dirty="0"/>
              <a:t> </a:t>
            </a:r>
            <a:r>
              <a:rPr lang="en-US" dirty="0" err="1"/>
              <a:t>ini</a:t>
            </a:r>
            <a:r>
              <a:rPr lang="en-US" dirty="0"/>
              <a:t> </a:t>
            </a:r>
            <a:r>
              <a:rPr lang="en-US" dirty="0" err="1"/>
              <a:t>memungkinkan</a:t>
            </a:r>
            <a:r>
              <a:rPr lang="en-US" dirty="0"/>
              <a:t> </a:t>
            </a:r>
            <a:r>
              <a:rPr lang="en-US" dirty="0" err="1"/>
              <a:t>adanya</a:t>
            </a:r>
            <a:r>
              <a:rPr lang="en-US" dirty="0"/>
              <a:t> 2</a:t>
            </a:r>
            <a:r>
              <a:rPr lang="en-US" baseline="30000" dirty="0"/>
              <a:t>7</a:t>
            </a:r>
            <a:r>
              <a:rPr lang="en-US" dirty="0"/>
              <a:t>-2 (126) </a:t>
            </a:r>
            <a:r>
              <a:rPr lang="en-US" dirty="0" err="1"/>
              <a:t>jaringan</a:t>
            </a:r>
            <a:r>
              <a:rPr lang="en-US" dirty="0"/>
              <a:t> </a:t>
            </a:r>
            <a:r>
              <a:rPr lang="en-US" dirty="0" err="1"/>
              <a:t>dengan</a:t>
            </a:r>
            <a:r>
              <a:rPr lang="en-US" dirty="0"/>
              <a:t> 2</a:t>
            </a:r>
            <a:r>
              <a:rPr lang="en-US" baseline="30000" dirty="0"/>
              <a:t>24</a:t>
            </a:r>
            <a:r>
              <a:rPr lang="en-US" dirty="0"/>
              <a:t>-2 (16777214) host, </a:t>
            </a:r>
            <a:r>
              <a:rPr lang="en-US" dirty="0" err="1"/>
              <a:t>atau</a:t>
            </a:r>
            <a:r>
              <a:rPr lang="en-US" dirty="0"/>
              <a:t> </a:t>
            </a:r>
            <a:r>
              <a:rPr lang="en-US" dirty="0" err="1"/>
              <a:t>lebih</a:t>
            </a:r>
            <a:r>
              <a:rPr lang="en-US" dirty="0"/>
              <a:t> </a:t>
            </a:r>
            <a:r>
              <a:rPr lang="en-US" dirty="0" err="1"/>
              <a:t>dari</a:t>
            </a:r>
            <a:r>
              <a:rPr lang="en-US" dirty="0"/>
              <a:t> 2 </a:t>
            </a:r>
            <a:r>
              <a:rPr lang="en-US" dirty="0" err="1"/>
              <a:t>juta</a:t>
            </a:r>
            <a:r>
              <a:rPr lang="en-US" dirty="0"/>
              <a:t> </a:t>
            </a:r>
            <a:r>
              <a:rPr lang="en-US" dirty="0" err="1"/>
              <a:t>alamat</a:t>
            </a:r>
            <a:r>
              <a:rPr lang="en-US" dirty="0"/>
              <a:t>.</a:t>
            </a:r>
            <a:endParaRPr lang="id-ID" dirty="0"/>
          </a:p>
          <a:p>
            <a:r>
              <a:rPr lang="en-US" dirty="0"/>
              <a:t>Kelas B: </a:t>
            </a:r>
            <a:r>
              <a:rPr lang="en-US" dirty="0" err="1"/>
              <a:t>Menggunakan</a:t>
            </a:r>
            <a:r>
              <a:rPr lang="en-US" dirty="0"/>
              <a:t> 14 bit </a:t>
            </a:r>
            <a:r>
              <a:rPr lang="en-US" dirty="0" err="1"/>
              <a:t>alamat</a:t>
            </a:r>
            <a:r>
              <a:rPr lang="en-US" dirty="0"/>
              <a:t> network dan 16 bit </a:t>
            </a:r>
            <a:r>
              <a:rPr lang="en-US" dirty="0" err="1"/>
              <a:t>untuk</a:t>
            </a:r>
            <a:r>
              <a:rPr lang="en-US" dirty="0"/>
              <a:t> </a:t>
            </a:r>
            <a:r>
              <a:rPr lang="en-US" dirty="0" err="1"/>
              <a:t>alamat</a:t>
            </a:r>
            <a:r>
              <a:rPr lang="en-US" dirty="0"/>
              <a:t> host. </a:t>
            </a:r>
            <a:r>
              <a:rPr lang="en-US" dirty="0" err="1"/>
              <a:t>Dengan</a:t>
            </a:r>
            <a:r>
              <a:rPr lang="en-US" dirty="0"/>
              <a:t> </a:t>
            </a:r>
            <a:r>
              <a:rPr lang="en-US" dirty="0" err="1"/>
              <a:t>ini</a:t>
            </a:r>
            <a:r>
              <a:rPr lang="en-US" dirty="0"/>
              <a:t> </a:t>
            </a:r>
            <a:r>
              <a:rPr lang="en-US" dirty="0" err="1"/>
              <a:t>memungkinkan</a:t>
            </a:r>
            <a:r>
              <a:rPr lang="en-US" dirty="0"/>
              <a:t> </a:t>
            </a:r>
            <a:r>
              <a:rPr lang="en-US" dirty="0" err="1"/>
              <a:t>adanya</a:t>
            </a:r>
            <a:r>
              <a:rPr lang="en-US" dirty="0"/>
              <a:t> 2</a:t>
            </a:r>
            <a:r>
              <a:rPr lang="en-US" baseline="30000" dirty="0"/>
              <a:t>14</a:t>
            </a:r>
            <a:r>
              <a:rPr lang="en-US" dirty="0"/>
              <a:t>-2 (16382) </a:t>
            </a:r>
            <a:r>
              <a:rPr lang="en-US" dirty="0" err="1"/>
              <a:t>jaringan</a:t>
            </a:r>
            <a:r>
              <a:rPr lang="en-US" dirty="0"/>
              <a:t> </a:t>
            </a:r>
            <a:r>
              <a:rPr lang="en-US" dirty="0" err="1"/>
              <a:t>dengan</a:t>
            </a:r>
            <a:r>
              <a:rPr lang="en-US" dirty="0"/>
              <a:t> 2</a:t>
            </a:r>
            <a:r>
              <a:rPr lang="en-US" baseline="30000" dirty="0"/>
              <a:t>16</a:t>
            </a:r>
            <a:r>
              <a:rPr lang="en-US" dirty="0"/>
              <a:t>-2 (65534) host, </a:t>
            </a:r>
            <a:r>
              <a:rPr lang="en-US" dirty="0" err="1"/>
              <a:t>atau</a:t>
            </a:r>
            <a:r>
              <a:rPr lang="en-US" dirty="0"/>
              <a:t> </a:t>
            </a:r>
            <a:r>
              <a:rPr lang="en-US" dirty="0" err="1"/>
              <a:t>sekitar</a:t>
            </a:r>
            <a:r>
              <a:rPr lang="en-US" dirty="0"/>
              <a:t> 1 </a:t>
            </a:r>
            <a:r>
              <a:rPr lang="en-US" dirty="0" err="1"/>
              <a:t>juta</a:t>
            </a:r>
            <a:r>
              <a:rPr lang="en-US" dirty="0"/>
              <a:t> </a:t>
            </a:r>
            <a:r>
              <a:rPr lang="en-US" dirty="0" err="1"/>
              <a:t>alamat</a:t>
            </a:r>
            <a:r>
              <a:rPr lang="en-US" dirty="0"/>
              <a:t>.</a:t>
            </a:r>
            <a:endParaRPr lang="id-ID" dirty="0"/>
          </a:p>
          <a:p>
            <a:r>
              <a:rPr lang="en-US" dirty="0"/>
              <a:t>Kelas C: </a:t>
            </a:r>
            <a:r>
              <a:rPr lang="en-US" dirty="0" err="1"/>
              <a:t>Menggunakan</a:t>
            </a:r>
            <a:r>
              <a:rPr lang="en-US" dirty="0"/>
              <a:t> 21 bit </a:t>
            </a:r>
            <a:r>
              <a:rPr lang="en-US" dirty="0" err="1"/>
              <a:t>alamat</a:t>
            </a:r>
            <a:r>
              <a:rPr lang="en-US" dirty="0"/>
              <a:t> network dan 8 bit </a:t>
            </a:r>
            <a:r>
              <a:rPr lang="en-US" dirty="0" err="1"/>
              <a:t>untuk</a:t>
            </a:r>
            <a:r>
              <a:rPr lang="en-US" dirty="0"/>
              <a:t> </a:t>
            </a:r>
            <a:r>
              <a:rPr lang="en-US" dirty="0" err="1"/>
              <a:t>alamat</a:t>
            </a:r>
            <a:r>
              <a:rPr lang="en-US" dirty="0"/>
              <a:t> host. </a:t>
            </a:r>
            <a:r>
              <a:rPr lang="en-US" dirty="0" err="1"/>
              <a:t>Dengan</a:t>
            </a:r>
            <a:r>
              <a:rPr lang="en-US" dirty="0"/>
              <a:t> </a:t>
            </a:r>
            <a:r>
              <a:rPr lang="en-US" dirty="0" err="1"/>
              <a:t>ini</a:t>
            </a:r>
            <a:r>
              <a:rPr lang="en-US" dirty="0"/>
              <a:t> </a:t>
            </a:r>
            <a:r>
              <a:rPr lang="en-US" dirty="0" err="1"/>
              <a:t>memungkin</a:t>
            </a:r>
            <a:r>
              <a:rPr lang="en-US" dirty="0"/>
              <a:t> </a:t>
            </a:r>
            <a:r>
              <a:rPr lang="en-US" dirty="0" err="1"/>
              <a:t>adanya</a:t>
            </a:r>
            <a:r>
              <a:rPr lang="en-US" dirty="0"/>
              <a:t> 2</a:t>
            </a:r>
            <a:r>
              <a:rPr lang="en-US" baseline="30000" dirty="0"/>
              <a:t>21</a:t>
            </a:r>
            <a:r>
              <a:rPr lang="en-US" dirty="0"/>
              <a:t>-2 (2097150) </a:t>
            </a:r>
            <a:r>
              <a:rPr lang="en-US" dirty="0" err="1"/>
              <a:t>jaringan</a:t>
            </a:r>
            <a:r>
              <a:rPr lang="en-US" dirty="0"/>
              <a:t> </a:t>
            </a:r>
            <a:r>
              <a:rPr lang="en-US" dirty="0" err="1"/>
              <a:t>dengan</a:t>
            </a:r>
            <a:r>
              <a:rPr lang="en-US" dirty="0"/>
              <a:t> 2</a:t>
            </a:r>
            <a:r>
              <a:rPr lang="en-US" baseline="30000" dirty="0"/>
              <a:t>8</a:t>
            </a:r>
            <a:r>
              <a:rPr lang="en-US" dirty="0"/>
              <a:t>-2 (254) host, </a:t>
            </a:r>
            <a:r>
              <a:rPr lang="en-US" dirty="0" err="1"/>
              <a:t>atau</a:t>
            </a:r>
            <a:r>
              <a:rPr lang="en-US" dirty="0"/>
              <a:t> </a:t>
            </a:r>
            <a:r>
              <a:rPr lang="en-US" dirty="0" err="1"/>
              <a:t>sekitar</a:t>
            </a:r>
            <a:r>
              <a:rPr lang="en-US" dirty="0"/>
              <a:t> </a:t>
            </a:r>
            <a:r>
              <a:rPr lang="en-US" dirty="0" err="1"/>
              <a:t>setengah</a:t>
            </a:r>
            <a:r>
              <a:rPr lang="en-US" dirty="0"/>
              <a:t> </a:t>
            </a:r>
            <a:r>
              <a:rPr lang="en-US" dirty="0" err="1"/>
              <a:t>juta</a:t>
            </a:r>
            <a:r>
              <a:rPr lang="en-US" dirty="0"/>
              <a:t> </a:t>
            </a:r>
            <a:r>
              <a:rPr lang="en-US" dirty="0" err="1"/>
              <a:t>alamat</a:t>
            </a:r>
            <a:r>
              <a:rPr lang="en-US" dirty="0"/>
              <a:t>.</a:t>
            </a:r>
            <a:endParaRPr lang="id-ID" dirty="0"/>
          </a:p>
          <a:p>
            <a:r>
              <a:rPr lang="en-US" dirty="0"/>
              <a:t>Kelas D: Alamat </a:t>
            </a:r>
            <a:r>
              <a:rPr lang="en-US" dirty="0" err="1"/>
              <a:t>ini</a:t>
            </a:r>
            <a:r>
              <a:rPr lang="en-US" dirty="0"/>
              <a:t> </a:t>
            </a:r>
            <a:r>
              <a:rPr lang="en-US" dirty="0" err="1"/>
              <a:t>digunakan</a:t>
            </a:r>
            <a:r>
              <a:rPr lang="en-US" dirty="0"/>
              <a:t> </a:t>
            </a:r>
            <a:r>
              <a:rPr lang="en-US" dirty="0" err="1"/>
              <a:t>untuk</a:t>
            </a:r>
            <a:r>
              <a:rPr lang="en-US" dirty="0"/>
              <a:t> multicast.</a:t>
            </a:r>
            <a:endParaRPr lang="id-ID" dirty="0"/>
          </a:p>
          <a:p>
            <a:r>
              <a:rPr lang="en-US" dirty="0"/>
              <a:t>Kelas E: </a:t>
            </a:r>
            <a:r>
              <a:rPr lang="en-US" dirty="0" err="1"/>
              <a:t>Digunakan</a:t>
            </a:r>
            <a:r>
              <a:rPr lang="en-US" dirty="0"/>
              <a:t> </a:t>
            </a:r>
            <a:r>
              <a:rPr lang="en-US" dirty="0" err="1"/>
              <a:t>untuk</a:t>
            </a:r>
            <a:r>
              <a:rPr lang="en-US" dirty="0"/>
              <a:t> </a:t>
            </a:r>
            <a:r>
              <a:rPr lang="en-US" dirty="0" err="1"/>
              <a:t>selanjutnya</a:t>
            </a:r>
            <a:r>
              <a:rPr lang="en-US" dirty="0"/>
              <a:t>.</a:t>
            </a:r>
            <a:endParaRPr lang="id-ID" dirty="0"/>
          </a:p>
          <a:p>
            <a:pPr marL="0" indent="0">
              <a:buNone/>
            </a:pPr>
            <a:r>
              <a:rPr lang="id-ID" dirty="0"/>
              <a:t>Kelas A digunakan untuk jaringan yang memiliki jumlah </a:t>
            </a:r>
            <a:r>
              <a:rPr lang="id-ID" dirty="0" err="1"/>
              <a:t>host</a:t>
            </a:r>
            <a:r>
              <a:rPr lang="id-ID" dirty="0"/>
              <a:t> yang sangat banyak. Sedangkan kelas C digunakan untuk jaringan kecil dengan jumlah </a:t>
            </a:r>
            <a:r>
              <a:rPr lang="id-ID" dirty="0" err="1"/>
              <a:t>host</a:t>
            </a:r>
            <a:r>
              <a:rPr lang="id-ID" dirty="0"/>
              <a:t> tidak sampai 254</a:t>
            </a:r>
            <a:r>
              <a:rPr lang="en-US" dirty="0"/>
              <a:t>, </a:t>
            </a:r>
            <a:r>
              <a:rPr lang="id-ID" dirty="0"/>
              <a:t>sedangkan untuk jaringan dengan jumlah </a:t>
            </a:r>
            <a:r>
              <a:rPr lang="id-ID" dirty="0" err="1"/>
              <a:t>host</a:t>
            </a:r>
            <a:r>
              <a:rPr lang="id-ID" dirty="0"/>
              <a:t> lebih dari 254 harus menggunakan kelas B.</a:t>
            </a:r>
          </a:p>
        </p:txBody>
      </p:sp>
    </p:spTree>
    <p:extLst>
      <p:ext uri="{BB962C8B-B14F-4D97-AF65-F5344CB8AC3E}">
        <p14:creationId xmlns:p14="http://schemas.microsoft.com/office/powerpoint/2010/main" val="3143537712"/>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en-US" dirty="0"/>
              <a:t>Alamat IP yang </a:t>
            </a:r>
            <a:r>
              <a:rPr lang="en-US" dirty="0" err="1"/>
              <a:t>perlu</a:t>
            </a:r>
            <a:r>
              <a:rPr lang="en-US" dirty="0"/>
              <a:t> </a:t>
            </a:r>
            <a:r>
              <a:rPr lang="en-US" dirty="0" err="1"/>
              <a:t>diperhatikan</a:t>
            </a:r>
            <a:r>
              <a:rPr lang="en-US" dirty="0"/>
              <a:t>:</a:t>
            </a:r>
            <a:endParaRPr lang="id-ID" dirty="0"/>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r>
              <a:rPr lang="en-US" dirty="0"/>
              <a:t>Alamat </a:t>
            </a:r>
            <a:r>
              <a:rPr lang="en-US" dirty="0" err="1"/>
              <a:t>dengan</a:t>
            </a:r>
            <a:r>
              <a:rPr lang="en-US" dirty="0"/>
              <a:t> </a:t>
            </a:r>
            <a:r>
              <a:rPr lang="en-US" dirty="0" err="1"/>
              <a:t>semua</a:t>
            </a:r>
            <a:r>
              <a:rPr lang="en-US" dirty="0"/>
              <a:t> bit = 0, </a:t>
            </a:r>
            <a:r>
              <a:rPr lang="en-US" dirty="0" err="1"/>
              <a:t>digunakan</a:t>
            </a:r>
            <a:r>
              <a:rPr lang="en-US" dirty="0"/>
              <a:t> </a:t>
            </a:r>
            <a:r>
              <a:rPr lang="en-US" dirty="0" err="1"/>
              <a:t>untuk</a:t>
            </a:r>
            <a:r>
              <a:rPr lang="en-US" dirty="0"/>
              <a:t> </a:t>
            </a:r>
            <a:r>
              <a:rPr lang="en-US" dirty="0" err="1"/>
              <a:t>alamat</a:t>
            </a:r>
            <a:r>
              <a:rPr lang="en-US" dirty="0"/>
              <a:t> </a:t>
            </a:r>
            <a:r>
              <a:rPr lang="en-US" dirty="0" err="1"/>
              <a:t>jaringan</a:t>
            </a:r>
            <a:r>
              <a:rPr lang="en-US" dirty="0"/>
              <a:t> (</a:t>
            </a:r>
            <a:r>
              <a:rPr lang="en-US" i="1" dirty="0"/>
              <a:t>network address</a:t>
            </a:r>
            <a:r>
              <a:rPr lang="en-US" dirty="0"/>
              <a:t>). </a:t>
            </a:r>
            <a:r>
              <a:rPr lang="en-US" dirty="0" err="1"/>
              <a:t>Contoh</a:t>
            </a:r>
            <a:r>
              <a:rPr lang="en-US" dirty="0"/>
              <a:t>: 192.168.1.0</a:t>
            </a:r>
            <a:endParaRPr lang="id-ID" dirty="0"/>
          </a:p>
          <a:p>
            <a:r>
              <a:rPr lang="en-US" dirty="0"/>
              <a:t>Alamat </a:t>
            </a:r>
            <a:r>
              <a:rPr lang="en-US" dirty="0" err="1"/>
              <a:t>dengan</a:t>
            </a:r>
            <a:r>
              <a:rPr lang="en-US" dirty="0"/>
              <a:t> </a:t>
            </a:r>
            <a:r>
              <a:rPr lang="en-US" dirty="0" err="1"/>
              <a:t>semua</a:t>
            </a:r>
            <a:r>
              <a:rPr lang="en-US" dirty="0"/>
              <a:t> bit = 1, </a:t>
            </a:r>
            <a:r>
              <a:rPr lang="en-US" dirty="0" err="1"/>
              <a:t>digunakan</a:t>
            </a:r>
            <a:r>
              <a:rPr lang="en-US" dirty="0"/>
              <a:t> </a:t>
            </a:r>
            <a:r>
              <a:rPr lang="en-US" dirty="0" err="1"/>
              <a:t>untuk</a:t>
            </a:r>
            <a:r>
              <a:rPr lang="en-US" dirty="0"/>
              <a:t> </a:t>
            </a:r>
            <a:r>
              <a:rPr lang="en-US" dirty="0" err="1"/>
              <a:t>alamat</a:t>
            </a:r>
            <a:r>
              <a:rPr lang="en-US" dirty="0"/>
              <a:t> broadcast (</a:t>
            </a:r>
            <a:r>
              <a:rPr lang="en-US" i="1" dirty="0"/>
              <a:t>broadcast address</a:t>
            </a:r>
            <a:r>
              <a:rPr lang="en-US" dirty="0"/>
              <a:t>). </a:t>
            </a:r>
            <a:r>
              <a:rPr lang="en-US" dirty="0" err="1"/>
              <a:t>Contoh</a:t>
            </a:r>
            <a:r>
              <a:rPr lang="en-US" dirty="0"/>
              <a:t>: 192.168.1.255</a:t>
            </a:r>
            <a:endParaRPr lang="id-ID" dirty="0"/>
          </a:p>
          <a:p>
            <a:r>
              <a:rPr lang="en-US" dirty="0"/>
              <a:t>Alamat loopback, </a:t>
            </a:r>
            <a:r>
              <a:rPr lang="en-US" dirty="0" err="1"/>
              <a:t>alamat</a:t>
            </a:r>
            <a:r>
              <a:rPr lang="en-US" dirty="0"/>
              <a:t> </a:t>
            </a:r>
            <a:r>
              <a:rPr lang="en-US" dirty="0" err="1"/>
              <a:t>dengan</a:t>
            </a:r>
            <a:r>
              <a:rPr lang="en-US" dirty="0"/>
              <a:t> IP 127.0.0.0 </a:t>
            </a:r>
            <a:r>
              <a:rPr lang="en-US" dirty="0" err="1"/>
              <a:t>digunakan</a:t>
            </a:r>
            <a:r>
              <a:rPr lang="en-US" dirty="0"/>
              <a:t> </a:t>
            </a:r>
            <a:r>
              <a:rPr lang="en-US" dirty="0" err="1"/>
              <a:t>sebagai</a:t>
            </a:r>
            <a:r>
              <a:rPr lang="en-US" dirty="0"/>
              <a:t> </a:t>
            </a:r>
            <a:r>
              <a:rPr lang="en-US" dirty="0" err="1"/>
              <a:t>alamat</a:t>
            </a:r>
            <a:r>
              <a:rPr lang="en-US" dirty="0"/>
              <a:t> loopback </a:t>
            </a:r>
            <a:r>
              <a:rPr lang="en-US" dirty="0" err="1"/>
              <a:t>dari</a:t>
            </a:r>
            <a:r>
              <a:rPr lang="en-US" dirty="0"/>
              <a:t> </a:t>
            </a:r>
            <a:r>
              <a:rPr lang="en-US" dirty="0" err="1"/>
              <a:t>sistem</a:t>
            </a:r>
            <a:r>
              <a:rPr lang="en-US" dirty="0"/>
              <a:t> </a:t>
            </a:r>
            <a:r>
              <a:rPr lang="en-US" dirty="0" err="1"/>
              <a:t>lokal</a:t>
            </a:r>
            <a:endParaRPr lang="id-ID" dirty="0"/>
          </a:p>
          <a:p>
            <a:endParaRPr lang="id-ID" dirty="0"/>
          </a:p>
        </p:txBody>
      </p:sp>
    </p:spTree>
    <p:extLst>
      <p:ext uri="{BB962C8B-B14F-4D97-AF65-F5344CB8AC3E}">
        <p14:creationId xmlns:p14="http://schemas.microsoft.com/office/powerpoint/2010/main" val="1439343201"/>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en-US" dirty="0"/>
              <a:t>IP SUBNET</a:t>
            </a:r>
            <a:endParaRPr lang="id-ID" dirty="0"/>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fontScale="92500" lnSpcReduction="20000"/>
          </a:bodyPr>
          <a:lstStyle/>
          <a:p>
            <a:r>
              <a:rPr lang="id-ID" dirty="0"/>
              <a:t>Perkembangan internet yang semakin pesat, menyebabkan penggunaan IP semakin banyak, dan jumlah IP yang tersedia semakin lama semakin habis. Selain itu untuk pengaturan jaringan juga semakin besar karena jaringannya yang semakin besar. Untuk itu perlu dilakukan “pengecilan” jaringan yaitu dengan cara membuat </a:t>
            </a:r>
            <a:r>
              <a:rPr lang="id-ID" dirty="0" err="1"/>
              <a:t>subnet</a:t>
            </a:r>
            <a:r>
              <a:rPr lang="id-ID" dirty="0"/>
              <a:t> (</a:t>
            </a:r>
            <a:r>
              <a:rPr lang="id-ID" i="1" dirty="0" err="1"/>
              <a:t>subneting</a:t>
            </a:r>
            <a:r>
              <a:rPr lang="id-ID" dirty="0"/>
              <a:t>).</a:t>
            </a:r>
          </a:p>
          <a:p>
            <a:r>
              <a:rPr lang="id-ID" dirty="0"/>
              <a:t>Sehingga bentuk dasar dari IP berubah dengan pertambahan </a:t>
            </a:r>
            <a:r>
              <a:rPr lang="id-ID" dirty="0" err="1"/>
              <a:t>subnetwork</a:t>
            </a:r>
            <a:r>
              <a:rPr lang="id-ID" i="1" dirty="0"/>
              <a:t> </a:t>
            </a:r>
            <a:r>
              <a:rPr lang="id-ID" dirty="0"/>
              <a:t>atau </a:t>
            </a:r>
            <a:r>
              <a:rPr lang="id-ID" dirty="0" err="1"/>
              <a:t>nom</a:t>
            </a:r>
            <a:r>
              <a:rPr lang="en-US" dirty="0"/>
              <a:t>o</a:t>
            </a:r>
            <a:r>
              <a:rPr lang="id-ID" dirty="0"/>
              <a:t>r </a:t>
            </a:r>
            <a:r>
              <a:rPr lang="id-ID" dirty="0" err="1"/>
              <a:t>subnet</a:t>
            </a:r>
            <a:r>
              <a:rPr lang="id-ID" dirty="0"/>
              <a:t>, menjadi:</a:t>
            </a:r>
          </a:p>
          <a:p>
            <a:endParaRPr lang="id-ID" dirty="0"/>
          </a:p>
          <a:p>
            <a:r>
              <a:rPr lang="id-ID" dirty="0"/>
              <a:t>&lt;</a:t>
            </a:r>
            <a:r>
              <a:rPr lang="id-ID" dirty="0" err="1"/>
              <a:t>nomer</a:t>
            </a:r>
            <a:r>
              <a:rPr lang="id-ID" dirty="0"/>
              <a:t> jaringan&gt;&lt;</a:t>
            </a:r>
            <a:r>
              <a:rPr lang="id-ID" dirty="0" err="1"/>
              <a:t>nomer</a:t>
            </a:r>
            <a:r>
              <a:rPr lang="id-ID" dirty="0"/>
              <a:t> </a:t>
            </a:r>
            <a:r>
              <a:rPr lang="id-ID" dirty="0" err="1"/>
              <a:t>subnet</a:t>
            </a:r>
            <a:r>
              <a:rPr lang="id-ID" dirty="0"/>
              <a:t>&gt;&lt;</a:t>
            </a:r>
            <a:r>
              <a:rPr lang="id-ID" dirty="0" err="1"/>
              <a:t>nomer</a:t>
            </a:r>
            <a:r>
              <a:rPr lang="id-ID" dirty="0"/>
              <a:t> </a:t>
            </a:r>
            <a:r>
              <a:rPr lang="id-ID" dirty="0" err="1"/>
              <a:t>host</a:t>
            </a:r>
            <a:r>
              <a:rPr lang="id-ID" dirty="0"/>
              <a:t>&gt;</a:t>
            </a:r>
          </a:p>
          <a:p>
            <a:endParaRPr lang="id-ID" dirty="0"/>
          </a:p>
          <a:p>
            <a:r>
              <a:rPr lang="id-ID" dirty="0"/>
              <a:t>Jaringan bisa dibagi menjadi beberapa jaringan kecil dengan membagi IP </a:t>
            </a:r>
            <a:r>
              <a:rPr lang="id-ID" dirty="0" err="1"/>
              <a:t>address</a:t>
            </a:r>
            <a:r>
              <a:rPr lang="id-ID" dirty="0"/>
              <a:t> dengan pembaginya yang disebut sebagai </a:t>
            </a:r>
            <a:r>
              <a:rPr lang="id-ID" dirty="0" err="1"/>
              <a:t>subnetmask</a:t>
            </a:r>
            <a:r>
              <a:rPr lang="id-ID" i="1" dirty="0"/>
              <a:t> </a:t>
            </a:r>
            <a:r>
              <a:rPr lang="id-ID" dirty="0"/>
              <a:t>atau biasa disebut </a:t>
            </a:r>
            <a:r>
              <a:rPr lang="id-ID" dirty="0" err="1"/>
              <a:t>netmask</a:t>
            </a:r>
            <a:r>
              <a:rPr lang="id-ID" dirty="0"/>
              <a:t>. </a:t>
            </a:r>
            <a:r>
              <a:rPr lang="id-ID" dirty="0" err="1"/>
              <a:t>Netmask</a:t>
            </a:r>
            <a:r>
              <a:rPr lang="id-ID" dirty="0"/>
              <a:t> memiliki format sama seperti IP </a:t>
            </a:r>
            <a:r>
              <a:rPr lang="id-ID" dirty="0" err="1"/>
              <a:t>address</a:t>
            </a:r>
            <a:r>
              <a:rPr lang="id-ID" dirty="0"/>
              <a:t>.</a:t>
            </a:r>
          </a:p>
        </p:txBody>
      </p:sp>
    </p:spTree>
    <p:extLst>
      <p:ext uri="{BB962C8B-B14F-4D97-AF65-F5344CB8AC3E}">
        <p14:creationId xmlns:p14="http://schemas.microsoft.com/office/powerpoint/2010/main" val="2703830505"/>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en-US" dirty="0"/>
              <a:t>IP ROUTING</a:t>
            </a:r>
            <a:endParaRPr lang="id-ID" dirty="0"/>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r>
              <a:rPr lang="en-US" i="1" dirty="0"/>
              <a:t>Direct Routing</a:t>
            </a:r>
            <a:endParaRPr lang="id-ID" i="1" dirty="0"/>
          </a:p>
          <a:p>
            <a:r>
              <a:rPr lang="en-US" i="1" dirty="0"/>
              <a:t>Indirect Routing</a:t>
            </a:r>
            <a:endParaRPr lang="id-ID" dirty="0"/>
          </a:p>
        </p:txBody>
      </p:sp>
    </p:spTree>
    <p:extLst>
      <p:ext uri="{BB962C8B-B14F-4D97-AF65-F5344CB8AC3E}">
        <p14:creationId xmlns:p14="http://schemas.microsoft.com/office/powerpoint/2010/main" val="65228621"/>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en-US" dirty="0"/>
              <a:t>METODE PENGIRIMAN</a:t>
            </a:r>
            <a:endParaRPr lang="id-ID" dirty="0"/>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fontScale="70000" lnSpcReduction="20000"/>
          </a:bodyPr>
          <a:lstStyle/>
          <a:p>
            <a:pPr marL="0" indent="0">
              <a:buNone/>
            </a:pPr>
            <a:r>
              <a:rPr lang="en-US" b="1" dirty="0"/>
              <a:t>1.	Broadcast</a:t>
            </a:r>
            <a:endParaRPr lang="id-ID" b="1" dirty="0"/>
          </a:p>
          <a:p>
            <a:r>
              <a:rPr lang="id-ID" dirty="0"/>
              <a:t>Pengiriman data dengan tujuan semua alamat yang berada dalam 1 jaringan, m</a:t>
            </a:r>
            <a:r>
              <a:rPr lang="en-US" dirty="0"/>
              <a:t>et</a:t>
            </a:r>
            <a:r>
              <a:rPr lang="id-ID" dirty="0"/>
              <a:t>ode pengiriman data seperti ini disebut </a:t>
            </a:r>
            <a:r>
              <a:rPr lang="en-US" dirty="0"/>
              <a:t>b</a:t>
            </a:r>
            <a:r>
              <a:rPr lang="id-ID" dirty="0" err="1"/>
              <a:t>roadcast</a:t>
            </a:r>
            <a:r>
              <a:rPr lang="id-ID" dirty="0"/>
              <a:t>. Aplikasi yang menggunakan metode ini akan mengirimkan ke alamat </a:t>
            </a:r>
            <a:r>
              <a:rPr lang="id-ID" dirty="0" err="1"/>
              <a:t>broadcast</a:t>
            </a:r>
            <a:r>
              <a:rPr lang="id-ID" dirty="0"/>
              <a:t>. Contoh</a:t>
            </a:r>
            <a:r>
              <a:rPr lang="en-US" dirty="0"/>
              <a:t>:</a:t>
            </a:r>
            <a:r>
              <a:rPr lang="id-ID" dirty="0"/>
              <a:t> 192.168.0.255, apabila mengirimkan data ke alamat ini</a:t>
            </a:r>
            <a:r>
              <a:rPr lang="en-US" dirty="0"/>
              <a:t>,</a:t>
            </a:r>
            <a:r>
              <a:rPr lang="id-ID" dirty="0"/>
              <a:t> maka semua </a:t>
            </a:r>
            <a:r>
              <a:rPr lang="id-ID" dirty="0" err="1"/>
              <a:t>host</a:t>
            </a:r>
            <a:r>
              <a:rPr lang="id-ID" dirty="0"/>
              <a:t> yang berada dalam jaringan tersebut akan menerima data.</a:t>
            </a:r>
          </a:p>
          <a:p>
            <a:pPr marL="0" indent="0">
              <a:buNone/>
            </a:pPr>
            <a:r>
              <a:rPr lang="id-ID" b="1" dirty="0"/>
              <a:t>2.	</a:t>
            </a:r>
            <a:r>
              <a:rPr lang="id-ID" b="1" dirty="0" err="1"/>
              <a:t>Multicast</a:t>
            </a:r>
            <a:endParaRPr lang="id-ID" dirty="0"/>
          </a:p>
          <a:p>
            <a:r>
              <a:rPr lang="id-ID" dirty="0"/>
              <a:t>Pengiriman data dengan tujuan alamat </a:t>
            </a:r>
            <a:r>
              <a:rPr lang="id-ID" dirty="0" err="1"/>
              <a:t>group</a:t>
            </a:r>
            <a:r>
              <a:rPr lang="id-ID" dirty="0"/>
              <a:t> dalam 1 jaringan, mode pengiriman data ini disebut </a:t>
            </a:r>
            <a:r>
              <a:rPr lang="en-US" dirty="0"/>
              <a:t>m</a:t>
            </a:r>
            <a:r>
              <a:rPr lang="id-ID" dirty="0" err="1"/>
              <a:t>ulticast</a:t>
            </a:r>
            <a:r>
              <a:rPr lang="id-ID" dirty="0"/>
              <a:t>. Alamat ini menggunakan kelas D, sehingga beberapa </a:t>
            </a:r>
            <a:r>
              <a:rPr lang="id-ID" dirty="0" err="1"/>
              <a:t>host</a:t>
            </a:r>
            <a:r>
              <a:rPr lang="id-ID" dirty="0"/>
              <a:t> akan didaftarkan dengan menggunakan alamat kelas D ini. Apabila ada pengirim yang mengirimkan data ke alamat kelas D ini</a:t>
            </a:r>
            <a:r>
              <a:rPr lang="en-US" dirty="0"/>
              <a:t>, </a:t>
            </a:r>
            <a:r>
              <a:rPr lang="en-US" dirty="0" err="1"/>
              <a:t>maka</a:t>
            </a:r>
            <a:r>
              <a:rPr lang="id-ID" dirty="0"/>
              <a:t> akan diteruskan ke </a:t>
            </a:r>
            <a:r>
              <a:rPr lang="id-ID" dirty="0" err="1"/>
              <a:t>host-host</a:t>
            </a:r>
            <a:r>
              <a:rPr lang="id-ID" dirty="0"/>
              <a:t> yang sudah terdaftar di IP kelas D ini.</a:t>
            </a:r>
          </a:p>
          <a:p>
            <a:pPr marL="0" indent="0">
              <a:buNone/>
            </a:pPr>
            <a:r>
              <a:rPr lang="id-ID" b="1" dirty="0"/>
              <a:t>3.	</a:t>
            </a:r>
            <a:r>
              <a:rPr lang="id-ID" b="1" dirty="0" err="1"/>
              <a:t>Anycast</a:t>
            </a:r>
            <a:endParaRPr lang="id-ID" dirty="0"/>
          </a:p>
          <a:p>
            <a:r>
              <a:rPr lang="id-ID" dirty="0"/>
              <a:t>Apabila suatu pelayanan menggunakan beberapa IP </a:t>
            </a:r>
            <a:r>
              <a:rPr lang="id-ID" dirty="0" err="1"/>
              <a:t>address</a:t>
            </a:r>
            <a:r>
              <a:rPr lang="id-ID" dirty="0"/>
              <a:t> yang berbeda, kemudian apabila ada pengirim mengirimkan data menuju ke pelayanan tersebut</a:t>
            </a:r>
            <a:r>
              <a:rPr lang="en-US" dirty="0"/>
              <a:t>,</a:t>
            </a:r>
            <a:r>
              <a:rPr lang="id-ID" dirty="0"/>
              <a:t> maka akan diteruskan ke salah satu alamat IP tersebut, mode pengiriman ini disebut </a:t>
            </a:r>
            <a:r>
              <a:rPr lang="en-US" dirty="0"/>
              <a:t>a</a:t>
            </a:r>
            <a:r>
              <a:rPr lang="id-ID" dirty="0" err="1"/>
              <a:t>nycast</a:t>
            </a:r>
            <a:r>
              <a:rPr lang="id-ID" dirty="0"/>
              <a:t>. Contoh: </a:t>
            </a:r>
            <a:r>
              <a:rPr lang="en-US" dirty="0"/>
              <a:t>a</a:t>
            </a:r>
            <a:r>
              <a:rPr lang="id-ID" dirty="0" err="1"/>
              <a:t>pabila</a:t>
            </a:r>
            <a:r>
              <a:rPr lang="id-ID" dirty="0"/>
              <a:t> ada 5 server dengan aplikasi FTP yang sama, maka apabila ada </a:t>
            </a:r>
            <a:r>
              <a:rPr lang="id-ID" dirty="0" err="1"/>
              <a:t>user</a:t>
            </a:r>
            <a:r>
              <a:rPr lang="id-ID" dirty="0"/>
              <a:t> mengakses pelayanan FTP tersebut akan diarahkan ke salah satu dari 5 server tersebut.</a:t>
            </a:r>
          </a:p>
        </p:txBody>
      </p:sp>
    </p:spTree>
    <p:extLst>
      <p:ext uri="{BB962C8B-B14F-4D97-AF65-F5344CB8AC3E}">
        <p14:creationId xmlns:p14="http://schemas.microsoft.com/office/powerpoint/2010/main" val="3698740577"/>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fontScale="90000"/>
          </a:bodyPr>
          <a:lstStyle/>
          <a:p>
            <a:r>
              <a:rPr lang="en-US" dirty="0"/>
              <a:t>INTERNET CONTROL MESSAGE PROTOCOL </a:t>
            </a:r>
            <a:endParaRPr lang="id-ID" dirty="0"/>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r>
              <a:rPr lang="id-ID" dirty="0"/>
              <a:t>Ketika </a:t>
            </a:r>
            <a:r>
              <a:rPr lang="id-ID" dirty="0" err="1"/>
              <a:t>router</a:t>
            </a:r>
            <a:r>
              <a:rPr lang="id-ID" dirty="0"/>
              <a:t> atau </a:t>
            </a:r>
            <a:r>
              <a:rPr lang="id-ID" dirty="0" err="1"/>
              <a:t>host</a:t>
            </a:r>
            <a:r>
              <a:rPr lang="id-ID" dirty="0"/>
              <a:t> tujuan menginformasikan sesuatu kerusakan pada IP datagram, protokol yang digunakan adalah Internet </a:t>
            </a:r>
            <a:r>
              <a:rPr lang="id-ID" dirty="0" err="1"/>
              <a:t>Control</a:t>
            </a:r>
            <a:r>
              <a:rPr lang="id-ID" dirty="0"/>
              <a:t> </a:t>
            </a:r>
            <a:r>
              <a:rPr lang="id-ID" dirty="0" err="1"/>
              <a:t>Message</a:t>
            </a:r>
            <a:r>
              <a:rPr lang="id-ID" dirty="0"/>
              <a:t> </a:t>
            </a:r>
            <a:r>
              <a:rPr lang="id-ID" dirty="0" err="1"/>
              <a:t>Protocol</a:t>
            </a:r>
            <a:r>
              <a:rPr lang="id-ID" i="1" dirty="0"/>
              <a:t> </a:t>
            </a:r>
            <a:r>
              <a:rPr lang="id-ID" dirty="0"/>
              <a:t>(ICMP). Karakteristik dari ICMP antara lain:</a:t>
            </a:r>
          </a:p>
          <a:p>
            <a:pPr lvl="2"/>
            <a:r>
              <a:rPr lang="id-ID" dirty="0"/>
              <a:t>ICMP menggunakan IP</a:t>
            </a:r>
            <a:endParaRPr lang="id-ID" sz="1600" dirty="0"/>
          </a:p>
          <a:p>
            <a:pPr lvl="2"/>
            <a:r>
              <a:rPr lang="id-ID" dirty="0"/>
              <a:t>ICMP melaporkan kerusakan</a:t>
            </a:r>
            <a:endParaRPr lang="id-ID" sz="1600" dirty="0"/>
          </a:p>
          <a:p>
            <a:pPr lvl="2"/>
            <a:r>
              <a:rPr lang="id-ID" dirty="0"/>
              <a:t>ICMP tidak dapat melaporkan kerusakan dengan menggunakan pesan ICMP, untuk menghindari pengulangan</a:t>
            </a:r>
            <a:endParaRPr lang="id-ID" sz="1600" dirty="0"/>
          </a:p>
          <a:p>
            <a:pPr lvl="2"/>
            <a:r>
              <a:rPr lang="id-ID" dirty="0"/>
              <a:t>Untuk data yang terfragmentasi, pesan ICMP hanya mengirimkan pesan kerusakan pada fragmentasi pertama</a:t>
            </a:r>
            <a:endParaRPr lang="id-ID" sz="1600" dirty="0"/>
          </a:p>
          <a:p>
            <a:pPr lvl="2"/>
            <a:r>
              <a:rPr lang="id-ID" dirty="0"/>
              <a:t>Pesan ICMP tidak merespons dengan mengirimkan data secara </a:t>
            </a:r>
            <a:r>
              <a:rPr lang="id-ID" dirty="0" err="1"/>
              <a:t>broadcast</a:t>
            </a:r>
            <a:r>
              <a:rPr lang="id-ID" dirty="0"/>
              <a:t> atau </a:t>
            </a:r>
            <a:r>
              <a:rPr lang="id-ID" dirty="0" err="1"/>
              <a:t>multicast</a:t>
            </a:r>
            <a:endParaRPr lang="id-ID" sz="1600" dirty="0"/>
          </a:p>
          <a:p>
            <a:pPr lvl="2"/>
            <a:r>
              <a:rPr lang="id-ID" dirty="0"/>
              <a:t>ICMP tidak akan merespons kepada IP datagram yang tidak memiliki </a:t>
            </a:r>
            <a:r>
              <a:rPr lang="id-ID" dirty="0" err="1"/>
              <a:t>header</a:t>
            </a:r>
            <a:r>
              <a:rPr lang="id-ID" dirty="0"/>
              <a:t> IP pengirim</a:t>
            </a:r>
            <a:endParaRPr lang="id-ID" sz="1600" dirty="0"/>
          </a:p>
          <a:p>
            <a:pPr lvl="2"/>
            <a:r>
              <a:rPr lang="id-ID" dirty="0"/>
              <a:t>Pesan ICMP dapat membuat proses kerusakan pada IP datagram </a:t>
            </a:r>
            <a:endParaRPr lang="id-ID" sz="1600" dirty="0"/>
          </a:p>
        </p:txBody>
      </p:sp>
    </p:spTree>
    <p:extLst>
      <p:ext uri="{BB962C8B-B14F-4D97-AF65-F5344CB8AC3E}">
        <p14:creationId xmlns:p14="http://schemas.microsoft.com/office/powerpoint/2010/main" val="76784055"/>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en-US" dirty="0" err="1"/>
              <a:t>Pesan</a:t>
            </a:r>
            <a:r>
              <a:rPr lang="en-US" dirty="0"/>
              <a:t> ICMP</a:t>
            </a:r>
            <a:endParaRPr lang="id-ID" dirty="0"/>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r>
              <a:rPr lang="en-US" dirty="0" err="1"/>
              <a:t>Pesan</a:t>
            </a:r>
            <a:r>
              <a:rPr lang="en-US" dirty="0"/>
              <a:t> ICMP </a:t>
            </a:r>
            <a:r>
              <a:rPr lang="en-US" dirty="0" err="1"/>
              <a:t>dikirimkan</a:t>
            </a:r>
            <a:r>
              <a:rPr lang="en-US" dirty="0"/>
              <a:t> </a:t>
            </a:r>
            <a:r>
              <a:rPr lang="en-US" dirty="0" err="1"/>
              <a:t>dalam</a:t>
            </a:r>
            <a:r>
              <a:rPr lang="en-US" dirty="0"/>
              <a:t> IP Datagram. Pada IP header, </a:t>
            </a:r>
            <a:r>
              <a:rPr lang="en-US" dirty="0" err="1"/>
              <a:t>protokol</a:t>
            </a:r>
            <a:r>
              <a:rPr lang="en-US" dirty="0"/>
              <a:t> </a:t>
            </a:r>
            <a:r>
              <a:rPr lang="en-US" dirty="0" err="1"/>
              <a:t>akan</a:t>
            </a:r>
            <a:r>
              <a:rPr lang="en-US" dirty="0"/>
              <a:t> </a:t>
            </a:r>
            <a:r>
              <a:rPr lang="en-US" dirty="0" err="1"/>
              <a:t>berisikan</a:t>
            </a:r>
            <a:r>
              <a:rPr lang="en-US" dirty="0"/>
              <a:t> no. 1 (ICMP), dan type of service (TOS) </a:t>
            </a:r>
            <a:r>
              <a:rPr lang="en-US" dirty="0" err="1"/>
              <a:t>bernilai</a:t>
            </a:r>
            <a:r>
              <a:rPr lang="en-US" dirty="0"/>
              <a:t> 0 (routine). </a:t>
            </a:r>
            <a:endParaRPr lang="id-ID" sz="1600" dirty="0"/>
          </a:p>
        </p:txBody>
      </p:sp>
      <p:pic>
        <p:nvPicPr>
          <p:cNvPr id="4" name="Picture 3">
            <a:extLst>
              <a:ext uri="{FF2B5EF4-FFF2-40B4-BE49-F238E27FC236}">
                <a16:creationId xmlns:a16="http://schemas.microsoft.com/office/drawing/2014/main" id="{2E0EC235-781F-43DD-B9B9-2C260984AB6C}"/>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3208020" y="3057524"/>
            <a:ext cx="5775960" cy="2962275"/>
          </a:xfrm>
          <a:prstGeom prst="rect">
            <a:avLst/>
          </a:prstGeom>
          <a:noFill/>
          <a:ln>
            <a:noFill/>
          </a:ln>
        </p:spPr>
      </p:pic>
    </p:spTree>
    <p:extLst>
      <p:ext uri="{BB962C8B-B14F-4D97-AF65-F5344CB8AC3E}">
        <p14:creationId xmlns:p14="http://schemas.microsoft.com/office/powerpoint/2010/main" val="2280493445"/>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normAutofit/>
          </a:bodyPr>
          <a:lstStyle/>
          <a:p>
            <a:r>
              <a:rPr lang="id-ID" dirty="0"/>
              <a:t>Aplikasi ICMP</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r>
              <a:rPr lang="en-US" i="1" dirty="0"/>
              <a:t>Ping</a:t>
            </a:r>
            <a:endParaRPr lang="id-ID" i="1" dirty="0"/>
          </a:p>
          <a:p>
            <a:r>
              <a:rPr lang="en-US" i="1" dirty="0"/>
              <a:t>Traceroute</a:t>
            </a:r>
            <a:endParaRPr lang="id-ID" sz="1600" dirty="0"/>
          </a:p>
        </p:txBody>
      </p:sp>
    </p:spTree>
    <p:extLst>
      <p:ext uri="{BB962C8B-B14F-4D97-AF65-F5344CB8AC3E}">
        <p14:creationId xmlns:p14="http://schemas.microsoft.com/office/powerpoint/2010/main" val="907466571"/>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4" name="whoosh.wav"/>
          </p:stSnd>
        </p:sndAc>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065BD-16AF-47E3-BE9B-53DCC95EA7D9}"/>
              </a:ext>
            </a:extLst>
          </p:cNvPr>
          <p:cNvSpPr>
            <a:spLocks noGrp="1"/>
          </p:cNvSpPr>
          <p:nvPr>
            <p:ph type="title"/>
          </p:nvPr>
        </p:nvSpPr>
        <p:spPr>
          <a:xfrm>
            <a:off x="2994990" y="365126"/>
            <a:ext cx="8358809" cy="960092"/>
          </a:xfrm>
        </p:spPr>
        <p:txBody>
          <a:bodyPr/>
          <a:lstStyle/>
          <a:p>
            <a:r>
              <a:rPr lang="id-ID" dirty="0"/>
              <a:t> </a:t>
            </a:r>
          </a:p>
        </p:txBody>
      </p:sp>
      <p:sp>
        <p:nvSpPr>
          <p:cNvPr id="3" name="Content Placeholder 2">
            <a:extLst>
              <a:ext uri="{FF2B5EF4-FFF2-40B4-BE49-F238E27FC236}">
                <a16:creationId xmlns:a16="http://schemas.microsoft.com/office/drawing/2014/main" id="{163DD9E5-1DDC-42B3-A957-9582A1861C3E}"/>
              </a:ext>
            </a:extLst>
          </p:cNvPr>
          <p:cNvSpPr>
            <a:spLocks noGrp="1"/>
          </p:cNvSpPr>
          <p:nvPr>
            <p:ph idx="1"/>
          </p:nvPr>
        </p:nvSpPr>
        <p:spPr/>
        <p:txBody>
          <a:bodyPr>
            <a:normAutofit/>
          </a:bodyPr>
          <a:lstStyle/>
          <a:p>
            <a:pPr marL="0" indent="0" algn="ctr">
              <a:buNone/>
            </a:pPr>
            <a:r>
              <a:rPr lang="id-ID" sz="6000" dirty="0"/>
              <a:t> Terima kasih</a:t>
            </a:r>
          </a:p>
        </p:txBody>
      </p:sp>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C32D82AF-76C9-4626-8D5F-3D997DDAB148}"/>
                  </a:ext>
                </a:extLst>
              </p:cNvPr>
              <p:cNvGraphicFramePr>
                <a:graphicFrameLocks noChangeAspect="1"/>
              </p:cNvGraphicFramePr>
              <p:nvPr>
                <p:extLst>
                  <p:ext uri="{D42A27DB-BD31-4B8C-83A1-F6EECF244321}">
                    <p14:modId xmlns:p14="http://schemas.microsoft.com/office/powerpoint/2010/main" val="779145591"/>
                  </p:ext>
                </p:extLst>
              </p:nvPr>
            </p:nvGraphicFramePr>
            <p:xfrm>
              <a:off x="-1749287" y="5113711"/>
              <a:ext cx="3048000" cy="1714500"/>
            </p:xfrm>
            <a:graphic>
              <a:graphicData uri="http://schemas.microsoft.com/office/powerpoint/2016/slidezoom">
                <pslz:sldZm>
                  <pslz:sldZmObj sldId="270" cId="1884983817">
                    <pslz:zmPr id="{DBC27D69-1CEC-4B4A-BFEF-143AC6635ADC}" returnToParent="0" transitionDur="1000">
                      <p166:blipFill xmlns:p166="http://schemas.microsoft.com/office/powerpoint/2016/6/main">
                        <a:blip r:embed="rId3"/>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5" name="Slide Zoom 4">
                <a:extLst>
                  <a:ext uri="{FF2B5EF4-FFF2-40B4-BE49-F238E27FC236}">
                    <a16:creationId xmlns:a16="http://schemas.microsoft.com/office/drawing/2014/main" id="{C32D82AF-76C9-4626-8D5F-3D997DDAB148}"/>
                  </a:ext>
                </a:extLst>
              </p:cNvPr>
              <p:cNvPicPr>
                <a:picLocks noGrp="1" noRot="1" noChangeAspect="1" noMove="1" noResize="1" noEditPoints="1" noAdjustHandles="1" noChangeArrowheads="1" noChangeShapeType="1"/>
              </p:cNvPicPr>
              <p:nvPr/>
            </p:nvPicPr>
            <p:blipFill>
              <a:blip r:embed="rId4"/>
              <a:stretch>
                <a:fillRect/>
              </a:stretch>
            </p:blipFill>
            <p:spPr>
              <a:xfrm>
                <a:off x="-1749287" y="5113711"/>
                <a:ext cx="3048000" cy="1714500"/>
              </a:xfrm>
              <a:prstGeom prst="rect">
                <a:avLst/>
              </a:prstGeom>
              <a:ln w="3175">
                <a:solidFill>
                  <a:prstClr val="ltGray"/>
                </a:solidFill>
              </a:ln>
            </p:spPr>
          </p:pic>
        </mc:Fallback>
      </mc:AlternateContent>
    </p:spTree>
    <p:extLst>
      <p:ext uri="{BB962C8B-B14F-4D97-AF65-F5344CB8AC3E}">
        <p14:creationId xmlns:p14="http://schemas.microsoft.com/office/powerpoint/2010/main" val="1884983817"/>
      </p:ext>
    </p:extLst>
  </p:cSld>
  <p:clrMapOvr>
    <a:masterClrMapping/>
  </p:clrMapOvr>
  <mc:AlternateContent xmlns:mc="http://schemas.openxmlformats.org/markup-compatibility/2006" xmlns:p14="http://schemas.microsoft.com/office/powerpoint/2010/main">
    <mc:Choice Requires="p14">
      <p:transition spd="slow" p14:dur="1600">
        <p:blinds dir="vert"/>
        <p:sndAc>
          <p:stSnd>
            <p:snd r:embed="rId2" name="whoosh.wav"/>
          </p:stSnd>
        </p:sndAc>
      </p:transition>
    </mc:Choice>
    <mc:Fallback xmlns="">
      <p:transition spd="slow">
        <p:blinds dir="vert"/>
        <p:sndAc>
          <p:stSnd>
            <p:snd r:embed="rId5" name="whoosh.wav"/>
          </p:stSnd>
        </p:sndAc>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2970</TotalTime>
  <Words>884</Words>
  <Application>Microsoft Office PowerPoint</Application>
  <PresentationFormat>Widescreen</PresentationFormat>
  <Paragraphs>66</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Britannic Bold</vt:lpstr>
      <vt:lpstr>Calibri</vt:lpstr>
      <vt:lpstr>Calibri Light</vt:lpstr>
      <vt:lpstr>Century Gothic</vt:lpstr>
      <vt:lpstr>Office Theme</vt:lpstr>
      <vt:lpstr>PowerPoint Presentation</vt:lpstr>
      <vt:lpstr>PENGALAMATAN IP</vt:lpstr>
      <vt:lpstr>PENGALAMATAN IP</vt:lpstr>
      <vt:lpstr>Pembagian Kelas Alamat IP (Class-based IP address)</vt:lpstr>
      <vt:lpstr>Pembagian Kelas Alamat IP (Class-based IP address)</vt:lpstr>
      <vt:lpstr>Alamat IP yang perlu diperhatikan:</vt:lpstr>
      <vt:lpstr>IP SUBNET</vt:lpstr>
      <vt:lpstr>IP ROUTING</vt:lpstr>
      <vt:lpstr>METODE PENGIRIMAN</vt:lpstr>
      <vt:lpstr>INTERNET CONTROL MESSAGE PROTOCOL </vt:lpstr>
      <vt:lpstr>Pesan ICMP</vt:lpstr>
      <vt:lpstr>Aplikasi ICMP</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user</dc:creator>
  <cp:lastModifiedBy>Dian Nurdiana, S.Kom., M.Kom.</cp:lastModifiedBy>
  <cp:revision>184</cp:revision>
  <dcterms:created xsi:type="dcterms:W3CDTF">2018-01-15T03:36:45Z</dcterms:created>
  <dcterms:modified xsi:type="dcterms:W3CDTF">2023-06-21T08:04:49Z</dcterms:modified>
</cp:coreProperties>
</file>