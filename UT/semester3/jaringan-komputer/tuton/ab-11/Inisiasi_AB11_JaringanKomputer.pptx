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9" r:id="rId3"/>
    <p:sldId id="271" r:id="rId4"/>
    <p:sldId id="272" r:id="rId5"/>
    <p:sldId id="273" r:id="rId6"/>
    <p:sldId id="274" r:id="rId7"/>
    <p:sldId id="275" r:id="rId8"/>
    <p:sldId id="276" r:id="rId9"/>
    <p:sldId id="277" r:id="rId10"/>
    <p:sldId id="280" r:id="rId11"/>
    <p:sldId id="278" r:id="rId12"/>
    <p:sldId id="281" r:id="rId13"/>
    <p:sldId id="282" r:id="rId14"/>
    <p:sldId id="279" r:id="rId15"/>
    <p:sldId id="283"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B3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A122E1-F6F5-471F-A305-D6A618C2BE8B}" v="28" dt="2023-06-21T08:14:52.3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62" autoAdjust="0"/>
    <p:restoredTop sz="94630" autoAdjust="0"/>
  </p:normalViewPr>
  <p:slideViewPr>
    <p:cSldViewPr snapToGrid="0">
      <p:cViewPr varScale="1">
        <p:scale>
          <a:sx n="112" d="100"/>
          <a:sy n="112" d="100"/>
        </p:scale>
        <p:origin x="6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an Nurdiana, S.Kom., M.Kom." userId="fca74076-a507-46b3-81ba-40d1f8510c15" providerId="ADAL" clId="{2AE219CA-8184-4E58-B218-9A8E5978000F}"/>
    <pc:docChg chg="undo custSel addSld modSld">
      <pc:chgData name="Dian Nurdiana, S.Kom., M.Kom." userId="fca74076-a507-46b3-81ba-40d1f8510c15" providerId="ADAL" clId="{2AE219CA-8184-4E58-B218-9A8E5978000F}" dt="2020-12-30T04:33:09.783" v="156" actId="27309"/>
      <pc:docMkLst>
        <pc:docMk/>
      </pc:docMkLst>
      <pc:sldChg chg="modSp">
        <pc:chgData name="Dian Nurdiana, S.Kom., M.Kom." userId="fca74076-a507-46b3-81ba-40d1f8510c15" providerId="ADAL" clId="{2AE219CA-8184-4E58-B218-9A8E5978000F}" dt="2020-12-30T04:25:18.068" v="51"/>
        <pc:sldMkLst>
          <pc:docMk/>
          <pc:sldMk cId="2097649925" sldId="257"/>
        </pc:sldMkLst>
        <pc:spChg chg="mod">
          <ac:chgData name="Dian Nurdiana, S.Kom., M.Kom." userId="fca74076-a507-46b3-81ba-40d1f8510c15" providerId="ADAL" clId="{2AE219CA-8184-4E58-B218-9A8E5978000F}" dt="2020-12-30T04:25:03.725" v="50" actId="20577"/>
          <ac:spMkLst>
            <pc:docMk/>
            <pc:sldMk cId="2097649925" sldId="257"/>
            <ac:spMk id="5" creationId="{8B2E021C-F2B5-470F-BA90-8F3C01E9B787}"/>
          </ac:spMkLst>
        </pc:spChg>
        <pc:spChg chg="mod">
          <ac:chgData name="Dian Nurdiana, S.Kom., M.Kom." userId="fca74076-a507-46b3-81ba-40d1f8510c15" providerId="ADAL" clId="{2AE219CA-8184-4E58-B218-9A8E5978000F}" dt="2020-12-30T04:25:18.068" v="51"/>
          <ac:spMkLst>
            <pc:docMk/>
            <pc:sldMk cId="2097649925" sldId="257"/>
            <ac:spMk id="11" creationId="{2F5769DE-2A5D-4AD6-AA5B-A4CCB6BA4112}"/>
          </ac:spMkLst>
        </pc:spChg>
      </pc:sldChg>
      <pc:sldChg chg="delSp modSp mod">
        <pc:chgData name="Dian Nurdiana, S.Kom., M.Kom." userId="fca74076-a507-46b3-81ba-40d1f8510c15" providerId="ADAL" clId="{2AE219CA-8184-4E58-B218-9A8E5978000F}" dt="2020-12-30T04:26:19.624" v="61"/>
        <pc:sldMkLst>
          <pc:docMk/>
          <pc:sldMk cId="1169449778" sldId="259"/>
        </pc:sldMkLst>
        <pc:spChg chg="mod">
          <ac:chgData name="Dian Nurdiana, S.Kom., M.Kom." userId="fca74076-a507-46b3-81ba-40d1f8510c15" providerId="ADAL" clId="{2AE219CA-8184-4E58-B218-9A8E5978000F}" dt="2020-12-30T04:25:35.507" v="52"/>
          <ac:spMkLst>
            <pc:docMk/>
            <pc:sldMk cId="1169449778" sldId="259"/>
            <ac:spMk id="2" creationId="{5BF065BD-16AF-47E3-BE9B-53DCC95EA7D9}"/>
          </ac:spMkLst>
        </pc:spChg>
        <pc:spChg chg="mod">
          <ac:chgData name="Dian Nurdiana, S.Kom., M.Kom." userId="fca74076-a507-46b3-81ba-40d1f8510c15" providerId="ADAL" clId="{2AE219CA-8184-4E58-B218-9A8E5978000F}" dt="2020-12-30T04:26:19.624" v="61"/>
          <ac:spMkLst>
            <pc:docMk/>
            <pc:sldMk cId="1169449778" sldId="259"/>
            <ac:spMk id="3" creationId="{163DD9E5-1DDC-42B3-A957-9582A1861C3E}"/>
          </ac:spMkLst>
        </pc:spChg>
        <pc:spChg chg="del">
          <ac:chgData name="Dian Nurdiana, S.Kom., M.Kom." userId="fca74076-a507-46b3-81ba-40d1f8510c15" providerId="ADAL" clId="{2AE219CA-8184-4E58-B218-9A8E5978000F}" dt="2020-12-30T04:26:07.597" v="54" actId="478"/>
          <ac:spMkLst>
            <pc:docMk/>
            <pc:sldMk cId="1169449778" sldId="259"/>
            <ac:spMk id="4" creationId="{79E56D6E-FA39-4C4C-995E-4822EA653BA9}"/>
          </ac:spMkLst>
        </pc:spChg>
        <pc:picChg chg="del">
          <ac:chgData name="Dian Nurdiana, S.Kom., M.Kom." userId="fca74076-a507-46b3-81ba-40d1f8510c15" providerId="ADAL" clId="{2AE219CA-8184-4E58-B218-9A8E5978000F}" dt="2020-12-30T04:26:04.937" v="53" actId="478"/>
          <ac:picMkLst>
            <pc:docMk/>
            <pc:sldMk cId="1169449778" sldId="259"/>
            <ac:picMk id="5122" creationId="{5E80CDC8-983A-49A4-9AF3-A8C8027ADF09}"/>
          </ac:picMkLst>
        </pc:picChg>
      </pc:sldChg>
      <pc:sldChg chg="addSp modSp mod">
        <pc:chgData name="Dian Nurdiana, S.Kom., M.Kom." userId="fca74076-a507-46b3-81ba-40d1f8510c15" providerId="ADAL" clId="{2AE219CA-8184-4E58-B218-9A8E5978000F}" dt="2020-12-30T04:33:09.783" v="156" actId="27309"/>
        <pc:sldMkLst>
          <pc:docMk/>
          <pc:sldMk cId="1884983817" sldId="270"/>
        </pc:sldMkLst>
        <pc:graphicFrameChg chg="add modGraphic">
          <ac:chgData name="Dian Nurdiana, S.Kom., M.Kom." userId="fca74076-a507-46b3-81ba-40d1f8510c15" providerId="ADAL" clId="{2AE219CA-8184-4E58-B218-9A8E5978000F}" dt="2020-12-30T04:33:09.783" v="156" actId="27309"/>
          <ac:graphicFrameMkLst>
            <pc:docMk/>
            <pc:sldMk cId="1884983817" sldId="270"/>
            <ac:graphicFrameMk id="5" creationId="{C32D82AF-76C9-4626-8D5F-3D997DDAB148}"/>
          </ac:graphicFrameMkLst>
        </pc:graphicFrameChg>
      </pc:sldChg>
      <pc:sldChg chg="addSp modSp mod">
        <pc:chgData name="Dian Nurdiana, S.Kom., M.Kom." userId="fca74076-a507-46b3-81ba-40d1f8510c15" providerId="ADAL" clId="{2AE219CA-8184-4E58-B218-9A8E5978000F}" dt="2020-12-30T04:29:11.502" v="82" actId="1076"/>
        <pc:sldMkLst>
          <pc:docMk/>
          <pc:sldMk cId="2907557485" sldId="271"/>
        </pc:sldMkLst>
        <pc:spChg chg="mod">
          <ac:chgData name="Dian Nurdiana, S.Kom., M.Kom." userId="fca74076-a507-46b3-81ba-40d1f8510c15" providerId="ADAL" clId="{2AE219CA-8184-4E58-B218-9A8E5978000F}" dt="2020-12-30T04:28:22.933" v="70"/>
          <ac:spMkLst>
            <pc:docMk/>
            <pc:sldMk cId="2907557485" sldId="271"/>
            <ac:spMk id="2" creationId="{5BF065BD-16AF-47E3-BE9B-53DCC95EA7D9}"/>
          </ac:spMkLst>
        </pc:spChg>
        <pc:spChg chg="mod">
          <ac:chgData name="Dian Nurdiana, S.Kom., M.Kom." userId="fca74076-a507-46b3-81ba-40d1f8510c15" providerId="ADAL" clId="{2AE219CA-8184-4E58-B218-9A8E5978000F}" dt="2020-12-30T04:29:02.406" v="79"/>
          <ac:spMkLst>
            <pc:docMk/>
            <pc:sldMk cId="2907557485" sldId="271"/>
            <ac:spMk id="3" creationId="{163DD9E5-1DDC-42B3-A957-9582A1861C3E}"/>
          </ac:spMkLst>
        </pc:spChg>
        <pc:picChg chg="add mod">
          <ac:chgData name="Dian Nurdiana, S.Kom., M.Kom." userId="fca74076-a507-46b3-81ba-40d1f8510c15" providerId="ADAL" clId="{2AE219CA-8184-4E58-B218-9A8E5978000F}" dt="2020-12-30T04:29:11.502" v="82" actId="1076"/>
          <ac:picMkLst>
            <pc:docMk/>
            <pc:sldMk cId="2907557485" sldId="271"/>
            <ac:picMk id="4" creationId="{F4E2A1F8-D832-475F-ACB8-7A4CCE1EBD6C}"/>
          </ac:picMkLst>
        </pc:picChg>
      </pc:sldChg>
      <pc:sldChg chg="modSp mod">
        <pc:chgData name="Dian Nurdiana, S.Kom., M.Kom." userId="fca74076-a507-46b3-81ba-40d1f8510c15" providerId="ADAL" clId="{2AE219CA-8184-4E58-B218-9A8E5978000F}" dt="2020-12-30T04:30:15.385" v="101" actId="5793"/>
        <pc:sldMkLst>
          <pc:docMk/>
          <pc:sldMk cId="707124780" sldId="273"/>
        </pc:sldMkLst>
        <pc:spChg chg="mod">
          <ac:chgData name="Dian Nurdiana, S.Kom., M.Kom." userId="fca74076-a507-46b3-81ba-40d1f8510c15" providerId="ADAL" clId="{2AE219CA-8184-4E58-B218-9A8E5978000F}" dt="2020-12-30T04:29:27.638" v="83"/>
          <ac:spMkLst>
            <pc:docMk/>
            <pc:sldMk cId="707124780" sldId="273"/>
            <ac:spMk id="2" creationId="{5BF065BD-16AF-47E3-BE9B-53DCC95EA7D9}"/>
          </ac:spMkLst>
        </pc:spChg>
        <pc:spChg chg="mod">
          <ac:chgData name="Dian Nurdiana, S.Kom., M.Kom." userId="fca74076-a507-46b3-81ba-40d1f8510c15" providerId="ADAL" clId="{2AE219CA-8184-4E58-B218-9A8E5978000F}" dt="2020-12-30T04:30:15.385" v="101" actId="5793"/>
          <ac:spMkLst>
            <pc:docMk/>
            <pc:sldMk cId="707124780" sldId="273"/>
            <ac:spMk id="3" creationId="{163DD9E5-1DDC-42B3-A957-9582A1861C3E}"/>
          </ac:spMkLst>
        </pc:spChg>
      </pc:sldChg>
      <pc:sldChg chg="modSp mod">
        <pc:chgData name="Dian Nurdiana, S.Kom., M.Kom." userId="fca74076-a507-46b3-81ba-40d1f8510c15" providerId="ADAL" clId="{2AE219CA-8184-4E58-B218-9A8E5978000F}" dt="2020-12-30T04:30:39.877" v="106" actId="27636"/>
        <pc:sldMkLst>
          <pc:docMk/>
          <pc:sldMk cId="1835521271" sldId="274"/>
        </pc:sldMkLst>
        <pc:spChg chg="mod">
          <ac:chgData name="Dian Nurdiana, S.Kom., M.Kom." userId="fca74076-a507-46b3-81ba-40d1f8510c15" providerId="ADAL" clId="{2AE219CA-8184-4E58-B218-9A8E5978000F}" dt="2020-12-30T04:30:27.655" v="102"/>
          <ac:spMkLst>
            <pc:docMk/>
            <pc:sldMk cId="1835521271" sldId="274"/>
            <ac:spMk id="2" creationId="{5BF065BD-16AF-47E3-BE9B-53DCC95EA7D9}"/>
          </ac:spMkLst>
        </pc:spChg>
        <pc:spChg chg="mod">
          <ac:chgData name="Dian Nurdiana, S.Kom., M.Kom." userId="fca74076-a507-46b3-81ba-40d1f8510c15" providerId="ADAL" clId="{2AE219CA-8184-4E58-B218-9A8E5978000F}" dt="2020-12-30T04:30:39.877" v="106" actId="27636"/>
          <ac:spMkLst>
            <pc:docMk/>
            <pc:sldMk cId="1835521271" sldId="274"/>
            <ac:spMk id="3" creationId="{163DD9E5-1DDC-42B3-A957-9582A1861C3E}"/>
          </ac:spMkLst>
        </pc:spChg>
      </pc:sldChg>
      <pc:sldChg chg="addSp modSp mod">
        <pc:chgData name="Dian Nurdiana, S.Kom., M.Kom." userId="fca74076-a507-46b3-81ba-40d1f8510c15" providerId="ADAL" clId="{2AE219CA-8184-4E58-B218-9A8E5978000F}" dt="2020-12-30T04:27:17.250" v="65" actId="1076"/>
        <pc:sldMkLst>
          <pc:docMk/>
          <pc:sldMk cId="2720750934" sldId="277"/>
        </pc:sldMkLst>
        <pc:spChg chg="mod">
          <ac:chgData name="Dian Nurdiana, S.Kom., M.Kom." userId="fca74076-a507-46b3-81ba-40d1f8510c15" providerId="ADAL" clId="{2AE219CA-8184-4E58-B218-9A8E5978000F}" dt="2020-12-30T04:26:53.430" v="62"/>
          <ac:spMkLst>
            <pc:docMk/>
            <pc:sldMk cId="2720750934" sldId="277"/>
            <ac:spMk id="2" creationId="{5BF065BD-16AF-47E3-BE9B-53DCC95EA7D9}"/>
          </ac:spMkLst>
        </pc:spChg>
        <pc:spChg chg="mod">
          <ac:chgData name="Dian Nurdiana, S.Kom., M.Kom." userId="fca74076-a507-46b3-81ba-40d1f8510c15" providerId="ADAL" clId="{2AE219CA-8184-4E58-B218-9A8E5978000F}" dt="2020-12-30T04:27:04.083" v="63"/>
          <ac:spMkLst>
            <pc:docMk/>
            <pc:sldMk cId="2720750934" sldId="277"/>
            <ac:spMk id="3" creationId="{163DD9E5-1DDC-42B3-A957-9582A1861C3E}"/>
          </ac:spMkLst>
        </pc:spChg>
        <pc:picChg chg="add mod">
          <ac:chgData name="Dian Nurdiana, S.Kom., M.Kom." userId="fca74076-a507-46b3-81ba-40d1f8510c15" providerId="ADAL" clId="{2AE219CA-8184-4E58-B218-9A8E5978000F}" dt="2020-12-30T04:27:17.250" v="65" actId="1076"/>
          <ac:picMkLst>
            <pc:docMk/>
            <pc:sldMk cId="2720750934" sldId="277"/>
            <ac:picMk id="4" creationId="{7EBCEB92-2C6D-467C-9B15-33E7B4B4F93B}"/>
          </ac:picMkLst>
        </pc:picChg>
      </pc:sldChg>
      <pc:sldChg chg="delSp modSp add mod">
        <pc:chgData name="Dian Nurdiana, S.Kom., M.Kom." userId="fca74076-a507-46b3-81ba-40d1f8510c15" providerId="ADAL" clId="{2AE219CA-8184-4E58-B218-9A8E5978000F}" dt="2020-12-30T04:28:07.899" v="69" actId="20577"/>
        <pc:sldMkLst>
          <pc:docMk/>
          <pc:sldMk cId="3224428108" sldId="278"/>
        </pc:sldMkLst>
        <pc:spChg chg="mod">
          <ac:chgData name="Dian Nurdiana, S.Kom., M.Kom." userId="fca74076-a507-46b3-81ba-40d1f8510c15" providerId="ADAL" clId="{2AE219CA-8184-4E58-B218-9A8E5978000F}" dt="2020-12-30T04:28:07.899" v="69" actId="20577"/>
          <ac:spMkLst>
            <pc:docMk/>
            <pc:sldMk cId="3224428108" sldId="278"/>
            <ac:spMk id="3" creationId="{163DD9E5-1DDC-42B3-A957-9582A1861C3E}"/>
          </ac:spMkLst>
        </pc:spChg>
        <pc:picChg chg="del">
          <ac:chgData name="Dian Nurdiana, S.Kom., M.Kom." userId="fca74076-a507-46b3-81ba-40d1f8510c15" providerId="ADAL" clId="{2AE219CA-8184-4E58-B218-9A8E5978000F}" dt="2020-12-30T04:28:04.327" v="67" actId="478"/>
          <ac:picMkLst>
            <pc:docMk/>
            <pc:sldMk cId="3224428108" sldId="278"/>
            <ac:picMk id="4" creationId="{7EBCEB92-2C6D-467C-9B15-33E7B4B4F93B}"/>
          </ac:picMkLst>
        </pc:picChg>
      </pc:sldChg>
      <pc:sldChg chg="modSp add mod">
        <pc:chgData name="Dian Nurdiana, S.Kom., M.Kom." userId="fca74076-a507-46b3-81ba-40d1f8510c15" providerId="ADAL" clId="{2AE219CA-8184-4E58-B218-9A8E5978000F}" dt="2020-12-30T04:31:58.241" v="137" actId="113"/>
        <pc:sldMkLst>
          <pc:docMk/>
          <pc:sldMk cId="2679286301" sldId="279"/>
        </pc:sldMkLst>
        <pc:spChg chg="mod">
          <ac:chgData name="Dian Nurdiana, S.Kom., M.Kom." userId="fca74076-a507-46b3-81ba-40d1f8510c15" providerId="ADAL" clId="{2AE219CA-8184-4E58-B218-9A8E5978000F}" dt="2020-12-30T04:30:55.544" v="108"/>
          <ac:spMkLst>
            <pc:docMk/>
            <pc:sldMk cId="2679286301" sldId="279"/>
            <ac:spMk id="2" creationId="{5BF065BD-16AF-47E3-BE9B-53DCC95EA7D9}"/>
          </ac:spMkLst>
        </pc:spChg>
        <pc:spChg chg="mod">
          <ac:chgData name="Dian Nurdiana, S.Kom., M.Kom." userId="fca74076-a507-46b3-81ba-40d1f8510c15" providerId="ADAL" clId="{2AE219CA-8184-4E58-B218-9A8E5978000F}" dt="2020-12-30T04:31:58.241" v="137" actId="113"/>
          <ac:spMkLst>
            <pc:docMk/>
            <pc:sldMk cId="2679286301" sldId="279"/>
            <ac:spMk id="3" creationId="{163DD9E5-1DDC-42B3-A957-9582A1861C3E}"/>
          </ac:spMkLst>
        </pc:spChg>
      </pc:sldChg>
      <pc:sldChg chg="modSp add mod">
        <pc:chgData name="Dian Nurdiana, S.Kom., M.Kom." userId="fca74076-a507-46b3-81ba-40d1f8510c15" providerId="ADAL" clId="{2AE219CA-8184-4E58-B218-9A8E5978000F}" dt="2020-12-30T04:32:42.591" v="150" actId="20577"/>
        <pc:sldMkLst>
          <pc:docMk/>
          <pc:sldMk cId="3234302241" sldId="280"/>
        </pc:sldMkLst>
        <pc:spChg chg="mod">
          <ac:chgData name="Dian Nurdiana, S.Kom., M.Kom." userId="fca74076-a507-46b3-81ba-40d1f8510c15" providerId="ADAL" clId="{2AE219CA-8184-4E58-B218-9A8E5978000F}" dt="2020-12-30T04:32:42.591" v="150" actId="20577"/>
          <ac:spMkLst>
            <pc:docMk/>
            <pc:sldMk cId="3234302241" sldId="280"/>
            <ac:spMk id="2" creationId="{5BF065BD-16AF-47E3-BE9B-53DCC95EA7D9}"/>
          </ac:spMkLst>
        </pc:spChg>
        <pc:spChg chg="mod">
          <ac:chgData name="Dian Nurdiana, S.Kom., M.Kom." userId="fca74076-a507-46b3-81ba-40d1f8510c15" providerId="ADAL" clId="{2AE219CA-8184-4E58-B218-9A8E5978000F}" dt="2020-12-30T04:32:25.180" v="142" actId="6549"/>
          <ac:spMkLst>
            <pc:docMk/>
            <pc:sldMk cId="3234302241" sldId="280"/>
            <ac:spMk id="3" creationId="{163DD9E5-1DDC-42B3-A957-9582A1861C3E}"/>
          </ac:spMkLst>
        </pc:spChg>
      </pc:sldChg>
      <pc:sldChg chg="modSp add mod">
        <pc:chgData name="Dian Nurdiana, S.Kom., M.Kom." userId="fca74076-a507-46b3-81ba-40d1f8510c15" providerId="ADAL" clId="{2AE219CA-8184-4E58-B218-9A8E5978000F}" dt="2020-12-30T04:33:07.074" v="155"/>
        <pc:sldMkLst>
          <pc:docMk/>
          <pc:sldMk cId="1441663428" sldId="281"/>
        </pc:sldMkLst>
        <pc:spChg chg="mod">
          <ac:chgData name="Dian Nurdiana, S.Kom., M.Kom." userId="fca74076-a507-46b3-81ba-40d1f8510c15" providerId="ADAL" clId="{2AE219CA-8184-4E58-B218-9A8E5978000F}" dt="2020-12-30T04:32:34.818" v="144"/>
          <ac:spMkLst>
            <pc:docMk/>
            <pc:sldMk cId="1441663428" sldId="281"/>
            <ac:spMk id="2" creationId="{5BF065BD-16AF-47E3-BE9B-53DCC95EA7D9}"/>
          </ac:spMkLst>
        </pc:spChg>
        <pc:spChg chg="mod">
          <ac:chgData name="Dian Nurdiana, S.Kom., M.Kom." userId="fca74076-a507-46b3-81ba-40d1f8510c15" providerId="ADAL" clId="{2AE219CA-8184-4E58-B218-9A8E5978000F}" dt="2020-12-30T04:33:07.074" v="155"/>
          <ac:spMkLst>
            <pc:docMk/>
            <pc:sldMk cId="1441663428" sldId="281"/>
            <ac:spMk id="3" creationId="{163DD9E5-1DDC-42B3-A957-9582A1861C3E}"/>
          </ac:spMkLst>
        </pc:spChg>
      </pc:sldChg>
    </pc:docChg>
  </pc:docChgLst>
  <pc:docChgLst>
    <pc:chgData name="Dian Nurdiana, S.Kom., M.Kom." userId="fca74076-a507-46b3-81ba-40d1f8510c15" providerId="ADAL" clId="{9EA122E1-F6F5-471F-A305-D6A618C2BE8B}"/>
    <pc:docChg chg="modSld">
      <pc:chgData name="Dian Nurdiana, S.Kom., M.Kom." userId="fca74076-a507-46b3-81ba-40d1f8510c15" providerId="ADAL" clId="{9EA122E1-F6F5-471F-A305-D6A618C2BE8B}" dt="2023-06-21T08:14:52.302" v="27" actId="6549"/>
      <pc:docMkLst>
        <pc:docMk/>
      </pc:docMkLst>
      <pc:sldChg chg="modSp">
        <pc:chgData name="Dian Nurdiana, S.Kom., M.Kom." userId="fca74076-a507-46b3-81ba-40d1f8510c15" providerId="ADAL" clId="{9EA122E1-F6F5-471F-A305-D6A618C2BE8B}" dt="2023-06-21T08:14:52.302" v="27" actId="6549"/>
        <pc:sldMkLst>
          <pc:docMk/>
          <pc:sldMk cId="2097649925" sldId="257"/>
        </pc:sldMkLst>
        <pc:spChg chg="mod">
          <ac:chgData name="Dian Nurdiana, S.Kom., M.Kom." userId="fca74076-a507-46b3-81ba-40d1f8510c15" providerId="ADAL" clId="{9EA122E1-F6F5-471F-A305-D6A618C2BE8B}" dt="2023-06-21T08:14:52.302" v="27" actId="6549"/>
          <ac:spMkLst>
            <pc:docMk/>
            <pc:sldMk cId="2097649925" sldId="257"/>
            <ac:spMk id="5" creationId="{8B2E021C-F2B5-470F-BA90-8F3C01E9B787}"/>
          </ac:spMkLst>
        </pc:spChg>
        <pc:spChg chg="mod">
          <ac:chgData name="Dian Nurdiana, S.Kom., M.Kom." userId="fca74076-a507-46b3-81ba-40d1f8510c15" providerId="ADAL" clId="{9EA122E1-F6F5-471F-A305-D6A618C2BE8B}" dt="2023-06-21T08:14:47.825" v="26" actId="20577"/>
          <ac:spMkLst>
            <pc:docMk/>
            <pc:sldMk cId="2097649925" sldId="257"/>
            <ac:spMk id="11" creationId="{2F5769DE-2A5D-4AD6-AA5B-A4CCB6BA411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AFF502-55E4-40A7-B8B9-019A639A219E}" type="datetimeFigureOut">
              <a:rPr lang="en-US" smtClean="0"/>
              <a:t>6/21/2023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3DE070-8B48-4B25-99A3-108D88F9B224}" type="slidenum">
              <a:rPr lang="en-US" smtClean="0"/>
              <a:t>‹#›</a:t>
            </a:fld>
            <a:endParaRPr lang="en-US"/>
          </a:p>
        </p:txBody>
      </p:sp>
    </p:spTree>
    <p:extLst>
      <p:ext uri="{BB962C8B-B14F-4D97-AF65-F5344CB8AC3E}">
        <p14:creationId xmlns:p14="http://schemas.microsoft.com/office/powerpoint/2010/main" val="3118268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1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Calibri" panose="020F0502020204030204" pitchFamily="34" charset="0"/>
              </a:defRPr>
            </a:lvl1pPr>
            <a:lvl2pPr marL="742950" indent="-285750">
              <a:spcBef>
                <a:spcPct val="30000"/>
              </a:spcBef>
              <a:defRPr sz="1300">
                <a:solidFill>
                  <a:schemeClr val="tx1"/>
                </a:solidFill>
                <a:latin typeface="Calibri" panose="020F0502020204030204" pitchFamily="34" charset="0"/>
              </a:defRPr>
            </a:lvl2pPr>
            <a:lvl3pPr marL="1143000" indent="-228600">
              <a:spcBef>
                <a:spcPct val="30000"/>
              </a:spcBef>
              <a:defRPr sz="1300">
                <a:solidFill>
                  <a:schemeClr val="tx1"/>
                </a:solidFill>
                <a:latin typeface="Calibri" panose="020F0502020204030204" pitchFamily="34" charset="0"/>
              </a:defRPr>
            </a:lvl3pPr>
            <a:lvl4pPr marL="1600200" indent="-228600">
              <a:spcBef>
                <a:spcPct val="30000"/>
              </a:spcBef>
              <a:defRPr sz="1300">
                <a:solidFill>
                  <a:schemeClr val="tx1"/>
                </a:solidFill>
                <a:latin typeface="Calibri" panose="020F0502020204030204" pitchFamily="34" charset="0"/>
              </a:defRPr>
            </a:lvl4pPr>
            <a:lvl5pPr marL="2057400" indent="-228600">
              <a:spcBef>
                <a:spcPct val="30000"/>
              </a:spcBef>
              <a:defRPr sz="1300">
                <a:solidFill>
                  <a:schemeClr val="tx1"/>
                </a:solidFill>
                <a:latin typeface="Calibri" panose="020F0502020204030204" pitchFamily="34" charset="0"/>
              </a:defRPr>
            </a:lvl5pPr>
            <a:lvl6pPr marL="2514600" indent="-228600" defTabSz="495300" eaLnBrk="0" fontAlgn="base" hangingPunct="0">
              <a:spcBef>
                <a:spcPct val="30000"/>
              </a:spcBef>
              <a:spcAft>
                <a:spcPct val="0"/>
              </a:spcAft>
              <a:defRPr sz="1300">
                <a:solidFill>
                  <a:schemeClr val="tx1"/>
                </a:solidFill>
                <a:latin typeface="Calibri" panose="020F0502020204030204" pitchFamily="34" charset="0"/>
              </a:defRPr>
            </a:lvl6pPr>
            <a:lvl7pPr marL="2971800" indent="-228600" defTabSz="495300" eaLnBrk="0" fontAlgn="base" hangingPunct="0">
              <a:spcBef>
                <a:spcPct val="30000"/>
              </a:spcBef>
              <a:spcAft>
                <a:spcPct val="0"/>
              </a:spcAft>
              <a:defRPr sz="1300">
                <a:solidFill>
                  <a:schemeClr val="tx1"/>
                </a:solidFill>
                <a:latin typeface="Calibri" panose="020F0502020204030204" pitchFamily="34" charset="0"/>
              </a:defRPr>
            </a:lvl7pPr>
            <a:lvl8pPr marL="3429000" indent="-228600" defTabSz="495300" eaLnBrk="0" fontAlgn="base" hangingPunct="0">
              <a:spcBef>
                <a:spcPct val="30000"/>
              </a:spcBef>
              <a:spcAft>
                <a:spcPct val="0"/>
              </a:spcAft>
              <a:defRPr sz="1300">
                <a:solidFill>
                  <a:schemeClr val="tx1"/>
                </a:solidFill>
                <a:latin typeface="Calibri" panose="020F0502020204030204" pitchFamily="34" charset="0"/>
              </a:defRPr>
            </a:lvl8pPr>
            <a:lvl9pPr marL="3886200" indent="-228600" defTabSz="495300" eaLnBrk="0" fontAlgn="base" hangingPunct="0">
              <a:spcBef>
                <a:spcPct val="30000"/>
              </a:spcBef>
              <a:spcAft>
                <a:spcPct val="0"/>
              </a:spcAft>
              <a:defRPr sz="1300">
                <a:solidFill>
                  <a:schemeClr val="tx1"/>
                </a:solidFill>
                <a:latin typeface="Calibri" panose="020F0502020204030204" pitchFamily="34" charset="0"/>
              </a:defRPr>
            </a:lvl9pPr>
          </a:lstStyle>
          <a:p>
            <a:pPr>
              <a:spcBef>
                <a:spcPct val="0"/>
              </a:spcBef>
            </a:pPr>
            <a:fld id="{B63DD617-6359-4ADA-974D-7CC774EA6C12}" type="slidenum">
              <a:rPr lang="en-US" altLang="en-US" sz="1200" smtClean="0">
                <a:latin typeface="Arial" panose="020B0604020202020204" pitchFamily="34" charset="0"/>
              </a:rPr>
              <a:pPr>
                <a:spcBef>
                  <a:spcPct val="0"/>
                </a:spcBef>
              </a:pPr>
              <a:t>1</a:t>
            </a:fld>
            <a:endParaRPr lang="en-US" altLang="en-US" sz="1200">
              <a:latin typeface="Arial" panose="020B0604020202020204" pitchFamily="34" charset="0"/>
            </a:endParaRPr>
          </a:p>
        </p:txBody>
      </p:sp>
    </p:spTree>
    <p:extLst>
      <p:ext uri="{BB962C8B-B14F-4D97-AF65-F5344CB8AC3E}">
        <p14:creationId xmlns:p14="http://schemas.microsoft.com/office/powerpoint/2010/main" val="32240997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E58004F-299B-411C-9CA5-288D55D0283C}"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639582284"/>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2328344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58004F-299B-411C-9CA5-288D55D0283C}"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94232653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E58004F-299B-411C-9CA5-288D55D0283C}" type="datetimeFigureOut">
              <a:rPr lang="en-US" smtClean="0"/>
              <a:t>6/21/2023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3288652200"/>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E58004F-299B-411C-9CA5-288D55D0283C}" type="datetimeFigureOut">
              <a:rPr lang="en-US" smtClean="0"/>
              <a:t>6/21/2023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739843742"/>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E58004F-299B-411C-9CA5-288D55D0283C}" type="datetimeFigureOut">
              <a:rPr lang="en-US" smtClean="0"/>
              <a:t>6/21/2023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233991940"/>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58004F-299B-411C-9CA5-288D55D0283C}" type="datetimeFigureOut">
              <a:rPr lang="en-US" smtClean="0"/>
              <a:t>6/21/2023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92408371"/>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58004F-299B-411C-9CA5-288D55D0283C}" type="datetimeFigureOut">
              <a:rPr lang="en-US" smtClean="0"/>
              <a:t>6/21/2023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2954908344"/>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58004F-299B-411C-9CA5-288D55D0283C}" type="datetimeFigureOut">
              <a:rPr lang="en-US" smtClean="0"/>
              <a:t>6/21/2023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64769428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289051856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368956553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audio" Target="../media/audio1.wav"/><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58004F-299B-411C-9CA5-288D55D0283C}" type="datetimeFigureOut">
              <a:rPr lang="en-US" smtClean="0"/>
              <a:t>6/21/2023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18D7B-460E-40A3-AA98-7C2642151E3C}" type="slidenum">
              <a:rPr lang="en-US" smtClean="0"/>
              <a:t>‹#›</a:t>
            </a:fld>
            <a:endParaRPr lang="en-US"/>
          </a:p>
        </p:txBody>
      </p:sp>
    </p:spTree>
    <p:extLst>
      <p:ext uri="{BB962C8B-B14F-4D97-AF65-F5344CB8AC3E}">
        <p14:creationId xmlns:p14="http://schemas.microsoft.com/office/powerpoint/2010/main" val="1261580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600">
        <p:blinds dir="vert"/>
        <p:sndAc>
          <p:stSnd>
            <p:snd r:embed="rId13" name="whoosh.wav"/>
          </p:stSnd>
        </p:sndAc>
      </p:transition>
    </mc:Choice>
    <mc:Fallback xmlns="">
      <p:transition spd="slow">
        <p:blinds dir="vert"/>
        <p:sndAc>
          <p:stSnd>
            <p:snd r:embed="rId15" name="whoosh.wav"/>
          </p:stSnd>
        </p:sndAc>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 Id="rId9" Type="http://schemas.openxmlformats.org/officeDocument/2006/relationships/audio" Target="../media/audio1.wav"/></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8B2E021C-F2B5-470F-BA90-8F3C01E9B787}"/>
              </a:ext>
            </a:extLst>
          </p:cNvPr>
          <p:cNvSpPr txBox="1">
            <a:spLocks noChangeArrowheads="1"/>
          </p:cNvSpPr>
          <p:nvPr/>
        </p:nvSpPr>
        <p:spPr bwMode="auto">
          <a:xfrm>
            <a:off x="1734894" y="1656396"/>
            <a:ext cx="8572500" cy="89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07" tIns="41454" rIns="82907" bIns="4145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defRPr>
            </a:lvl5pPr>
            <a:lvl6pPr marL="25146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6pPr>
            <a:lvl7pPr marL="29718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7pPr>
            <a:lvl8pPr marL="34290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8pPr>
            <a:lvl9pPr marL="38862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9pPr>
          </a:lstStyle>
          <a:p>
            <a:pPr algn="ctr">
              <a:buNone/>
            </a:pPr>
            <a:r>
              <a:rPr lang="id-ID" sz="2400" b="1"/>
              <a:t>MATERI</a:t>
            </a:r>
            <a:endParaRPr lang="id-ID" sz="2400" b="1" dirty="0"/>
          </a:p>
          <a:p>
            <a:pPr algn="ctr">
              <a:buNone/>
            </a:pPr>
            <a:r>
              <a:rPr lang="id-ID" sz="2400" b="1" dirty="0"/>
              <a:t>MSIM4204 JARINGAN KOMPUTER</a:t>
            </a:r>
            <a:endParaRPr lang="id-ID" sz="2400" dirty="0">
              <a:effectLst/>
            </a:endParaRPr>
          </a:p>
        </p:txBody>
      </p:sp>
      <p:sp>
        <p:nvSpPr>
          <p:cNvPr id="6" name="TextBox 3">
            <a:extLst>
              <a:ext uri="{FF2B5EF4-FFF2-40B4-BE49-F238E27FC236}">
                <a16:creationId xmlns:a16="http://schemas.microsoft.com/office/drawing/2014/main" id="{C7D4CDBD-5EC8-4365-A58B-3C437FF800E6}"/>
              </a:ext>
            </a:extLst>
          </p:cNvPr>
          <p:cNvSpPr txBox="1">
            <a:spLocks noChangeArrowheads="1"/>
          </p:cNvSpPr>
          <p:nvPr/>
        </p:nvSpPr>
        <p:spPr bwMode="auto">
          <a:xfrm>
            <a:off x="3997194" y="4909317"/>
            <a:ext cx="4047904" cy="10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en-US" altLang="en-US" sz="2176" b="1" dirty="0" err="1">
                <a:latin typeface="Century Gothic" panose="020B0502020202020204" pitchFamily="34" charset="0"/>
              </a:rPr>
              <a:t>Sistem</a:t>
            </a:r>
            <a:r>
              <a:rPr lang="en-US" altLang="en-US" sz="2176" b="1" dirty="0">
                <a:latin typeface="Century Gothic" panose="020B0502020202020204" pitchFamily="34" charset="0"/>
              </a:rPr>
              <a:t> </a:t>
            </a:r>
            <a:r>
              <a:rPr lang="en-US" altLang="en-US" sz="2176" b="1" dirty="0" err="1">
                <a:latin typeface="Century Gothic" panose="020B0502020202020204" pitchFamily="34" charset="0"/>
              </a:rPr>
              <a:t>Informasi</a:t>
            </a:r>
            <a:endParaRPr lang="en-US" altLang="en-US" sz="2176" b="1" dirty="0">
              <a:latin typeface="Century Gothic" panose="020B0502020202020204" pitchFamily="34" charset="0"/>
            </a:endParaRPr>
          </a:p>
          <a:p>
            <a:pPr algn="ctr" eaLnBrk="1" hangingPunct="1"/>
            <a:r>
              <a:rPr lang="id-ID" altLang="en-US" sz="2176" b="1" dirty="0">
                <a:latin typeface="Century Gothic" panose="020B0502020202020204" pitchFamily="34" charset="0"/>
              </a:rPr>
              <a:t>Fakultas Sains dan Teknologi</a:t>
            </a:r>
            <a:endParaRPr lang="en-US" altLang="en-US" sz="2176" b="1" dirty="0">
              <a:latin typeface="Century Gothic" panose="020B0502020202020204" pitchFamily="34" charset="0"/>
            </a:endParaRPr>
          </a:p>
          <a:p>
            <a:pPr algn="ctr" eaLnBrk="1" hangingPunct="1"/>
            <a:r>
              <a:rPr lang="en-US" altLang="en-US" sz="2176" b="1" dirty="0" err="1">
                <a:latin typeface="Century Gothic" panose="020B0502020202020204" pitchFamily="34" charset="0"/>
              </a:rPr>
              <a:t>Universitas</a:t>
            </a:r>
            <a:r>
              <a:rPr lang="en-US" altLang="en-US" sz="2176" b="1" dirty="0">
                <a:latin typeface="Century Gothic" panose="020B0502020202020204" pitchFamily="34" charset="0"/>
              </a:rPr>
              <a:t> Terbuka</a:t>
            </a:r>
          </a:p>
        </p:txBody>
      </p:sp>
      <p:sp>
        <p:nvSpPr>
          <p:cNvPr id="8" name="Rectangle 7">
            <a:extLst>
              <a:ext uri="{FF2B5EF4-FFF2-40B4-BE49-F238E27FC236}">
                <a16:creationId xmlns:a16="http://schemas.microsoft.com/office/drawing/2014/main" id="{39F8A999-A9AC-4969-983B-AEFAE83D05FC}"/>
              </a:ext>
            </a:extLst>
          </p:cNvPr>
          <p:cNvSpPr/>
          <p:nvPr/>
        </p:nvSpPr>
        <p:spPr>
          <a:xfrm>
            <a:off x="2836507" y="443369"/>
            <a:ext cx="9318171" cy="7509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F5769DE-2A5D-4AD6-AA5B-A4CCB6BA4112}"/>
              </a:ext>
            </a:extLst>
          </p:cNvPr>
          <p:cNvSpPr txBox="1"/>
          <p:nvPr/>
        </p:nvSpPr>
        <p:spPr>
          <a:xfrm>
            <a:off x="3412905" y="3059668"/>
            <a:ext cx="5216493" cy="1938992"/>
          </a:xfrm>
          <a:prstGeom prst="rect">
            <a:avLst/>
          </a:prstGeom>
          <a:noFill/>
        </p:spPr>
        <p:txBody>
          <a:bodyPr wrap="none" rtlCol="0">
            <a:spAutoFit/>
          </a:bodyPr>
          <a:lstStyle/>
          <a:p>
            <a:pPr algn="ctr">
              <a:spcBef>
                <a:spcPct val="0"/>
              </a:spcBef>
              <a:buNone/>
            </a:pPr>
            <a:r>
              <a:rPr lang="id-ID" sz="4000" dirty="0"/>
              <a:t>Aktivitas </a:t>
            </a:r>
            <a:r>
              <a:rPr lang="id-ID" sz="4000" dirty="0" err="1"/>
              <a:t>Belajra</a:t>
            </a:r>
            <a:r>
              <a:rPr lang="id-ID" sz="4000" dirty="0"/>
              <a:t> 11  </a:t>
            </a:r>
          </a:p>
          <a:p>
            <a:pPr algn="ctr">
              <a:spcBef>
                <a:spcPct val="0"/>
              </a:spcBef>
              <a:buNone/>
            </a:pPr>
            <a:r>
              <a:rPr lang="en-US" sz="4000" dirty="0" err="1"/>
              <a:t>Aplikasi</a:t>
            </a:r>
            <a:r>
              <a:rPr lang="en-US" sz="4000" dirty="0"/>
              <a:t> Surat (Mail) dan</a:t>
            </a:r>
          </a:p>
          <a:p>
            <a:pPr algn="ctr">
              <a:spcBef>
                <a:spcPct val="0"/>
              </a:spcBef>
              <a:buNone/>
            </a:pPr>
            <a:r>
              <a:rPr lang="en-US" sz="4000" dirty="0"/>
              <a:t>World Wide Web </a:t>
            </a:r>
          </a:p>
        </p:txBody>
      </p:sp>
    </p:spTree>
    <p:extLst>
      <p:ext uri="{BB962C8B-B14F-4D97-AF65-F5344CB8AC3E}">
        <p14:creationId xmlns:p14="http://schemas.microsoft.com/office/powerpoint/2010/main" val="2097649925"/>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3" name="whoosh.wav"/>
          </p:stSnd>
        </p:sndAc>
      </p:transition>
    </mc:Choice>
    <mc:Fallback xmlns="">
      <p:transition spd="slow">
        <p:blinds dir="vert"/>
        <p:sndAc>
          <p:stSnd>
            <p:snd r:embed="rId9" name="whoosh.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down)">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b="1" cap="all" dirty="0" err="1"/>
              <a:t>Simple</a:t>
            </a:r>
            <a:r>
              <a:rPr lang="id-ID" b="1" cap="all" dirty="0"/>
              <a:t> Mail Transport </a:t>
            </a:r>
            <a:r>
              <a:rPr lang="id-ID" b="1" cap="all" dirty="0" err="1"/>
              <a:t>Protocol</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en-US" dirty="0"/>
              <a:t>SMTP </a:t>
            </a:r>
            <a:r>
              <a:rPr lang="en-US" dirty="0" err="1"/>
              <a:t>bekerja</a:t>
            </a:r>
            <a:r>
              <a:rPr lang="en-US" dirty="0"/>
              <a:t> </a:t>
            </a:r>
            <a:r>
              <a:rPr lang="en-US" dirty="0" err="1"/>
              <a:t>berdasarkan</a:t>
            </a:r>
            <a:r>
              <a:rPr lang="en-US" dirty="0"/>
              <a:t> </a:t>
            </a:r>
            <a:r>
              <a:rPr lang="en-US" dirty="0" err="1"/>
              <a:t>pengiriman</a:t>
            </a:r>
            <a:r>
              <a:rPr lang="en-US" dirty="0"/>
              <a:t> </a:t>
            </a:r>
            <a:r>
              <a:rPr lang="en-US" i="1" dirty="0"/>
              <a:t>end-to-end</a:t>
            </a:r>
            <a:r>
              <a:rPr lang="en-US" dirty="0"/>
              <a:t>, di mana SMTP client </a:t>
            </a:r>
            <a:r>
              <a:rPr lang="en-US" dirty="0" err="1"/>
              <a:t>akan</a:t>
            </a:r>
            <a:r>
              <a:rPr lang="en-US" dirty="0"/>
              <a:t> </a:t>
            </a:r>
            <a:r>
              <a:rPr lang="en-US" dirty="0" err="1"/>
              <a:t>menghubungi</a:t>
            </a:r>
            <a:r>
              <a:rPr lang="en-US" dirty="0"/>
              <a:t> SMTP server </a:t>
            </a:r>
            <a:r>
              <a:rPr lang="en-US" dirty="0" err="1"/>
              <a:t>untuk</a:t>
            </a:r>
            <a:r>
              <a:rPr lang="en-US" dirty="0"/>
              <a:t> </a:t>
            </a:r>
            <a:r>
              <a:rPr lang="en-US" dirty="0" err="1"/>
              <a:t>segera</a:t>
            </a:r>
            <a:r>
              <a:rPr lang="en-US" dirty="0"/>
              <a:t> </a:t>
            </a:r>
            <a:r>
              <a:rPr lang="en-US" dirty="0" err="1"/>
              <a:t>mengirimkan</a:t>
            </a:r>
            <a:r>
              <a:rPr lang="en-US" dirty="0"/>
              <a:t> email. SMTP server </a:t>
            </a:r>
            <a:r>
              <a:rPr lang="en-US" dirty="0" err="1"/>
              <a:t>melayani</a:t>
            </a:r>
            <a:r>
              <a:rPr lang="en-US" dirty="0"/>
              <a:t> </a:t>
            </a:r>
            <a:r>
              <a:rPr lang="en-US" dirty="0" err="1"/>
              <a:t>pengguna</a:t>
            </a:r>
            <a:r>
              <a:rPr lang="en-US" dirty="0"/>
              <a:t> </a:t>
            </a:r>
            <a:r>
              <a:rPr lang="en-US" dirty="0" err="1"/>
              <a:t>melalui</a:t>
            </a:r>
            <a:r>
              <a:rPr lang="en-US" dirty="0"/>
              <a:t> port 25. Di mana </a:t>
            </a:r>
            <a:r>
              <a:rPr lang="en-US" dirty="0" err="1"/>
              <a:t>setiap</a:t>
            </a:r>
            <a:r>
              <a:rPr lang="en-US" dirty="0"/>
              <a:t> </a:t>
            </a:r>
            <a:r>
              <a:rPr lang="en-US" dirty="0" err="1"/>
              <a:t>pesan</a:t>
            </a:r>
            <a:r>
              <a:rPr lang="en-US" dirty="0"/>
              <a:t> </a:t>
            </a:r>
            <a:r>
              <a:rPr lang="en-US" dirty="0" err="1"/>
              <a:t>harus</a:t>
            </a:r>
            <a:r>
              <a:rPr lang="en-US" dirty="0"/>
              <a:t> </a:t>
            </a:r>
            <a:r>
              <a:rPr lang="en-US" dirty="0" err="1"/>
              <a:t>memiliki</a:t>
            </a:r>
            <a:r>
              <a:rPr lang="en-US" dirty="0"/>
              <a:t>:</a:t>
            </a:r>
            <a:endParaRPr lang="id-ID" dirty="0"/>
          </a:p>
          <a:p>
            <a:pPr lvl="1"/>
            <a:r>
              <a:rPr lang="en-US" dirty="0"/>
              <a:t>header </a:t>
            </a:r>
            <a:r>
              <a:rPr lang="en-US" dirty="0" err="1"/>
              <a:t>atau</a:t>
            </a:r>
            <a:r>
              <a:rPr lang="en-US" dirty="0"/>
              <a:t> </a:t>
            </a:r>
            <a:r>
              <a:rPr lang="en-US" dirty="0" err="1"/>
              <a:t>amplop</a:t>
            </a:r>
            <a:r>
              <a:rPr lang="en-US" dirty="0"/>
              <a:t>, yang </a:t>
            </a:r>
            <a:r>
              <a:rPr lang="en-US" dirty="0" err="1"/>
              <a:t>dijabarkan</a:t>
            </a:r>
            <a:r>
              <a:rPr lang="en-US" dirty="0"/>
              <a:t> pada RFC 822.</a:t>
            </a:r>
            <a:endParaRPr lang="id-ID" dirty="0"/>
          </a:p>
          <a:p>
            <a:pPr lvl="1"/>
            <a:r>
              <a:rPr lang="en-US" dirty="0" err="1"/>
              <a:t>kontent</a:t>
            </a:r>
            <a:r>
              <a:rPr lang="en-US" dirty="0"/>
              <a:t>, yang </a:t>
            </a:r>
            <a:r>
              <a:rPr lang="en-US" dirty="0" err="1"/>
              <a:t>berisi</a:t>
            </a:r>
            <a:r>
              <a:rPr lang="en-US" dirty="0"/>
              <a:t> </a:t>
            </a:r>
            <a:r>
              <a:rPr lang="en-US" dirty="0" err="1"/>
              <a:t>tentang</a:t>
            </a:r>
            <a:r>
              <a:rPr lang="en-US" dirty="0"/>
              <a:t> </a:t>
            </a:r>
            <a:r>
              <a:rPr lang="en-US" dirty="0" err="1"/>
              <a:t>isi</a:t>
            </a:r>
            <a:r>
              <a:rPr lang="en-US" dirty="0"/>
              <a:t> </a:t>
            </a:r>
            <a:r>
              <a:rPr lang="en-US" dirty="0" err="1"/>
              <a:t>dari</a:t>
            </a:r>
            <a:r>
              <a:rPr lang="en-US" dirty="0"/>
              <a:t> </a:t>
            </a:r>
            <a:r>
              <a:rPr lang="en-US" dirty="0" err="1"/>
              <a:t>surat</a:t>
            </a:r>
            <a:r>
              <a:rPr lang="en-US" dirty="0"/>
              <a:t> yang </a:t>
            </a:r>
            <a:r>
              <a:rPr lang="en-US" dirty="0" err="1"/>
              <a:t>akan</a:t>
            </a:r>
            <a:r>
              <a:rPr lang="en-US" dirty="0"/>
              <a:t> </a:t>
            </a:r>
            <a:r>
              <a:rPr lang="en-US" dirty="0" err="1"/>
              <a:t>dikirimkan</a:t>
            </a:r>
            <a:r>
              <a:rPr lang="en-US" dirty="0"/>
              <a:t>.</a:t>
            </a:r>
            <a:endParaRPr lang="id-ID" dirty="0"/>
          </a:p>
          <a:p>
            <a:endParaRPr lang="id-ID" dirty="0"/>
          </a:p>
        </p:txBody>
      </p:sp>
    </p:spTree>
    <p:extLst>
      <p:ext uri="{BB962C8B-B14F-4D97-AF65-F5344CB8AC3E}">
        <p14:creationId xmlns:p14="http://schemas.microsoft.com/office/powerpoint/2010/main" val="116944977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sv-SE" dirty="0"/>
              <a:t>Diagram alir pertukaran surat SMTP</a:t>
            </a:r>
            <a:endParaRPr lang="id-ID" dirty="0"/>
          </a:p>
        </p:txBody>
      </p:sp>
      <p:pic>
        <p:nvPicPr>
          <p:cNvPr id="4" name="Content Placeholder 3">
            <a:extLst>
              <a:ext uri="{FF2B5EF4-FFF2-40B4-BE49-F238E27FC236}">
                <a16:creationId xmlns:a16="http://schemas.microsoft.com/office/drawing/2014/main" id="{A02D2366-269F-4062-B5A9-6B0F3434C38F}"/>
              </a:ext>
            </a:extLst>
          </p:cNvPr>
          <p:cNvPicPr>
            <a:picLocks noGrp="1"/>
          </p:cNvPicPr>
          <p:nvPr>
            <p:ph idx="1"/>
          </p:nvPr>
        </p:nvPicPr>
        <p:blipFill>
          <a:blip r:embed="rId3">
            <a:extLst>
              <a:ext uri="{28A0092B-C50C-407E-A947-70E740481C1C}">
                <a14:useLocalDpi xmlns:a14="http://schemas.microsoft.com/office/drawing/2010/main" val="0"/>
              </a:ext>
            </a:extLst>
          </a:blip>
          <a:stretch>
            <a:fillRect/>
          </a:stretch>
        </p:blipFill>
        <p:spPr>
          <a:xfrm>
            <a:off x="3149572" y="1619637"/>
            <a:ext cx="5892855" cy="4714902"/>
          </a:xfrm>
          <a:prstGeom prst="rect">
            <a:avLst/>
          </a:prstGeom>
        </p:spPr>
      </p:pic>
    </p:spTree>
    <p:extLst>
      <p:ext uri="{BB962C8B-B14F-4D97-AF65-F5344CB8AC3E}">
        <p14:creationId xmlns:p14="http://schemas.microsoft.com/office/powerpoint/2010/main" val="410361442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fontScale="90000"/>
          </a:bodyPr>
          <a:lstStyle/>
          <a:p>
            <a:r>
              <a:rPr lang="id-ID" dirty="0" err="1"/>
              <a:t>Multipurpose</a:t>
            </a:r>
            <a:r>
              <a:rPr lang="id-ID" dirty="0"/>
              <a:t> Internet Mail </a:t>
            </a:r>
            <a:r>
              <a:rPr lang="id-ID" dirty="0" err="1"/>
              <a:t>Extensions</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en-US" dirty="0"/>
              <a:t>Multipurpose Internet Mail Extensions (MIME) </a:t>
            </a:r>
            <a:r>
              <a:rPr lang="en-US" dirty="0" err="1"/>
              <a:t>adalah</a:t>
            </a:r>
            <a:r>
              <a:rPr lang="en-US" dirty="0"/>
              <a:t> </a:t>
            </a:r>
            <a:r>
              <a:rPr lang="en-US" dirty="0" err="1"/>
              <a:t>standar</a:t>
            </a:r>
            <a:r>
              <a:rPr lang="en-US" dirty="0"/>
              <a:t> internet yang </a:t>
            </a:r>
            <a:r>
              <a:rPr lang="en-US" dirty="0" err="1"/>
              <a:t>menyambung</a:t>
            </a:r>
            <a:r>
              <a:rPr lang="en-US" dirty="0"/>
              <a:t> format email </a:t>
            </a:r>
            <a:r>
              <a:rPr lang="en-US" dirty="0" err="1"/>
              <a:t>supaya</a:t>
            </a:r>
            <a:r>
              <a:rPr lang="en-US" dirty="0"/>
              <a:t> </a:t>
            </a:r>
            <a:r>
              <a:rPr lang="en-US" dirty="0" err="1"/>
              <a:t>mendukung</a:t>
            </a:r>
            <a:r>
              <a:rPr lang="en-US" dirty="0"/>
              <a:t> format text </a:t>
            </a:r>
            <a:r>
              <a:rPr lang="en-US" dirty="0" err="1"/>
              <a:t>dengan</a:t>
            </a:r>
            <a:r>
              <a:rPr lang="en-US" dirty="0"/>
              <a:t> format </a:t>
            </a:r>
            <a:r>
              <a:rPr lang="en-US" dirty="0" err="1"/>
              <a:t>selain</a:t>
            </a:r>
            <a:r>
              <a:rPr lang="en-US" dirty="0"/>
              <a:t> US-ASCII, non-text attachment, multi-part pada badan </a:t>
            </a:r>
            <a:r>
              <a:rPr lang="en-US" dirty="0" err="1"/>
              <a:t>pesan</a:t>
            </a:r>
            <a:r>
              <a:rPr lang="en-US" dirty="0"/>
              <a:t>, dan </a:t>
            </a:r>
            <a:r>
              <a:rPr lang="en-US" dirty="0" err="1"/>
              <a:t>informasi</a:t>
            </a:r>
            <a:r>
              <a:rPr lang="en-US" dirty="0"/>
              <a:t> pada header</a:t>
            </a:r>
            <a:r>
              <a:rPr lang="id-ID" dirty="0"/>
              <a:t>.</a:t>
            </a:r>
          </a:p>
        </p:txBody>
      </p:sp>
    </p:spTree>
    <p:extLst>
      <p:ext uri="{BB962C8B-B14F-4D97-AF65-F5344CB8AC3E}">
        <p14:creationId xmlns:p14="http://schemas.microsoft.com/office/powerpoint/2010/main" val="3765351647"/>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en-US" dirty="0"/>
              <a:t>Post-Office-Protocol</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lnSpcReduction="10000"/>
          </a:bodyPr>
          <a:lstStyle/>
          <a:p>
            <a:r>
              <a:rPr lang="id-ID" dirty="0"/>
              <a:t>Para pengguna email akan menggunakan </a:t>
            </a:r>
            <a:r>
              <a:rPr lang="id-ID" dirty="0" err="1"/>
              <a:t>Post</a:t>
            </a:r>
            <a:r>
              <a:rPr lang="id-ID" dirty="0"/>
              <a:t>-Office-</a:t>
            </a:r>
            <a:r>
              <a:rPr lang="id-ID" dirty="0" err="1"/>
              <a:t>Protocol</a:t>
            </a:r>
            <a:r>
              <a:rPr lang="id-ID" dirty="0"/>
              <a:t> (POP) untuk mengambil email yang berada di server. Protokol yang digunakan sekarang adalah versi 3 sehingga disebut POP3. POP3 berkembang dari protokol sebelumnya yang disebut POP (biasa disebut POP1) dan POP2.</a:t>
            </a:r>
          </a:p>
          <a:p>
            <a:r>
              <a:rPr lang="en-US" dirty="0" err="1"/>
              <a:t>Protokol</a:t>
            </a:r>
            <a:r>
              <a:rPr lang="en-US" dirty="0"/>
              <a:t> POP3 did</a:t>
            </a:r>
            <a:r>
              <a:rPr lang="id-ID" dirty="0" err="1"/>
              <a:t>isain</a:t>
            </a:r>
            <a:r>
              <a:rPr lang="en-US" dirty="0"/>
              <a:t> </a:t>
            </a:r>
            <a:r>
              <a:rPr lang="en-US" dirty="0" err="1"/>
              <a:t>untuk</a:t>
            </a:r>
            <a:r>
              <a:rPr lang="en-US" dirty="0"/>
              <a:t> </a:t>
            </a:r>
            <a:r>
              <a:rPr lang="en-US" dirty="0" err="1"/>
              <a:t>pengguna</a:t>
            </a:r>
            <a:r>
              <a:rPr lang="en-US" dirty="0"/>
              <a:t> </a:t>
            </a:r>
            <a:r>
              <a:rPr lang="en-US" dirty="0" err="1"/>
              <a:t>dengan</a:t>
            </a:r>
            <a:r>
              <a:rPr lang="en-US" dirty="0"/>
              <a:t> </a:t>
            </a:r>
            <a:r>
              <a:rPr lang="en-US" dirty="0" err="1"/>
              <a:t>jaringan</a:t>
            </a:r>
            <a:r>
              <a:rPr lang="en-US" dirty="0"/>
              <a:t> yang </a:t>
            </a:r>
            <a:r>
              <a:rPr lang="en-US" dirty="0" err="1"/>
              <a:t>sebentar-bentar</a:t>
            </a:r>
            <a:r>
              <a:rPr lang="en-US" dirty="0"/>
              <a:t> </a:t>
            </a:r>
            <a:r>
              <a:rPr lang="en-US" dirty="0" err="1"/>
              <a:t>harus</a:t>
            </a:r>
            <a:r>
              <a:rPr lang="en-US" dirty="0"/>
              <a:t> </a:t>
            </a:r>
            <a:r>
              <a:rPr lang="en-US" dirty="0" err="1"/>
              <a:t>dimatikan</a:t>
            </a:r>
            <a:r>
              <a:rPr lang="en-US" dirty="0"/>
              <a:t>. </a:t>
            </a:r>
            <a:r>
              <a:rPr lang="en-US" dirty="0" err="1"/>
              <a:t>Sehingga</a:t>
            </a:r>
            <a:r>
              <a:rPr lang="en-US" dirty="0"/>
              <a:t> </a:t>
            </a:r>
            <a:r>
              <a:rPr lang="en-US" dirty="0" err="1"/>
              <a:t>pengguna</a:t>
            </a:r>
            <a:r>
              <a:rPr lang="en-US" dirty="0"/>
              <a:t> </a:t>
            </a:r>
            <a:r>
              <a:rPr lang="en-US" dirty="0" err="1"/>
              <a:t>dapat</a:t>
            </a:r>
            <a:r>
              <a:rPr lang="en-US" dirty="0"/>
              <a:t> </a:t>
            </a:r>
            <a:r>
              <a:rPr lang="en-US" dirty="0" err="1"/>
              <a:t>menggunakan</a:t>
            </a:r>
            <a:r>
              <a:rPr lang="en-US" dirty="0"/>
              <a:t> email </a:t>
            </a:r>
            <a:r>
              <a:rPr lang="en-US" dirty="0" err="1"/>
              <a:t>tanpa</a:t>
            </a:r>
            <a:r>
              <a:rPr lang="en-US" dirty="0"/>
              <a:t> </a:t>
            </a:r>
            <a:r>
              <a:rPr lang="en-US" dirty="0" err="1"/>
              <a:t>harus</a:t>
            </a:r>
            <a:r>
              <a:rPr lang="en-US" dirty="0"/>
              <a:t> </a:t>
            </a:r>
            <a:r>
              <a:rPr lang="en-US" dirty="0" err="1"/>
              <a:t>terkoneksi</a:t>
            </a:r>
            <a:r>
              <a:rPr lang="en-US" dirty="0"/>
              <a:t> </a:t>
            </a:r>
            <a:r>
              <a:rPr lang="en-US" dirty="0" err="1"/>
              <a:t>secara</a:t>
            </a:r>
            <a:r>
              <a:rPr lang="en-US" dirty="0"/>
              <a:t> </a:t>
            </a:r>
            <a:r>
              <a:rPr lang="en-US" dirty="0" err="1"/>
              <a:t>terus-menerus</a:t>
            </a:r>
            <a:r>
              <a:rPr lang="en-US" dirty="0"/>
              <a:t>. </a:t>
            </a:r>
            <a:r>
              <a:rPr lang="en-US" dirty="0" err="1"/>
              <a:t>Walaupun</a:t>
            </a:r>
            <a:r>
              <a:rPr lang="en-US" dirty="0"/>
              <a:t> pada POP3 </a:t>
            </a:r>
            <a:r>
              <a:rPr lang="en-US" dirty="0" err="1"/>
              <a:t>terdapat</a:t>
            </a:r>
            <a:r>
              <a:rPr lang="en-US" dirty="0"/>
              <a:t> </a:t>
            </a:r>
            <a:r>
              <a:rPr lang="en-US" dirty="0" err="1"/>
              <a:t>pilihan</a:t>
            </a:r>
            <a:r>
              <a:rPr lang="en-US" dirty="0"/>
              <a:t> “leave messages on server”, </a:t>
            </a:r>
            <a:r>
              <a:rPr lang="en-US" dirty="0" err="1"/>
              <a:t>pengguna</a:t>
            </a:r>
            <a:r>
              <a:rPr lang="en-US" dirty="0"/>
              <a:t> email </a:t>
            </a:r>
            <a:r>
              <a:rPr lang="en-US" dirty="0" err="1"/>
              <a:t>biasanya</a:t>
            </a:r>
            <a:r>
              <a:rPr lang="en-US" dirty="0"/>
              <a:t> </a:t>
            </a:r>
            <a:r>
              <a:rPr lang="en-US" dirty="0" err="1"/>
              <a:t>akan</a:t>
            </a:r>
            <a:r>
              <a:rPr lang="en-US" dirty="0"/>
              <a:t> </a:t>
            </a:r>
            <a:r>
              <a:rPr lang="en-US" dirty="0" err="1"/>
              <a:t>mengkoneksikan</a:t>
            </a:r>
            <a:r>
              <a:rPr lang="en-US" dirty="0"/>
              <a:t>, </a:t>
            </a:r>
            <a:r>
              <a:rPr lang="en-US" dirty="0" err="1"/>
              <a:t>mengambil</a:t>
            </a:r>
            <a:r>
              <a:rPr lang="en-US" dirty="0"/>
              <a:t> email, dan </a:t>
            </a:r>
            <a:r>
              <a:rPr lang="en-US" dirty="0" err="1"/>
              <a:t>menyimpan</a:t>
            </a:r>
            <a:r>
              <a:rPr lang="en-US" dirty="0"/>
              <a:t> pada PC, </a:t>
            </a:r>
            <a:r>
              <a:rPr lang="en-US" dirty="0" err="1"/>
              <a:t>menghapus</a:t>
            </a:r>
            <a:r>
              <a:rPr lang="en-US" dirty="0"/>
              <a:t> email di server dan </a:t>
            </a:r>
            <a:r>
              <a:rPr lang="en-US" dirty="0" err="1"/>
              <a:t>memutus</a:t>
            </a:r>
            <a:r>
              <a:rPr lang="en-US" dirty="0"/>
              <a:t> </a:t>
            </a:r>
            <a:r>
              <a:rPr lang="en-US" dirty="0" err="1"/>
              <a:t>koneksi</a:t>
            </a:r>
            <a:endParaRPr lang="id-ID" dirty="0"/>
          </a:p>
        </p:txBody>
      </p:sp>
    </p:spTree>
    <p:extLst>
      <p:ext uri="{BB962C8B-B14F-4D97-AF65-F5344CB8AC3E}">
        <p14:creationId xmlns:p14="http://schemas.microsoft.com/office/powerpoint/2010/main" val="2843190032"/>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fontScale="90000"/>
          </a:bodyPr>
          <a:lstStyle/>
          <a:p>
            <a:r>
              <a:rPr lang="id-ID" dirty="0"/>
              <a:t>INTERNET MESSAGE ACCESS PROTOCOL VERSION 4</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id-ID" dirty="0"/>
              <a:t>Internet </a:t>
            </a:r>
            <a:r>
              <a:rPr lang="id-ID" dirty="0" err="1"/>
              <a:t>Message</a:t>
            </a:r>
            <a:r>
              <a:rPr lang="id-ID" dirty="0"/>
              <a:t> Access </a:t>
            </a:r>
            <a:r>
              <a:rPr lang="id-ID" dirty="0" err="1"/>
              <a:t>Protocol</a:t>
            </a:r>
            <a:r>
              <a:rPr lang="id-ID" dirty="0"/>
              <a:t> </a:t>
            </a:r>
            <a:r>
              <a:rPr lang="id-ID" dirty="0" err="1"/>
              <a:t>version</a:t>
            </a:r>
            <a:r>
              <a:rPr lang="id-ID" dirty="0"/>
              <a:t> 4 (IMAP4) adalah protokol yang dapat digunakan oleh pengguna untuk membaca email di suatu server. IMAP4 dijabarkan pada RFC 3501.</a:t>
            </a:r>
          </a:p>
          <a:p>
            <a:endParaRPr lang="id-ID" dirty="0"/>
          </a:p>
        </p:txBody>
      </p:sp>
      <p:pic>
        <p:nvPicPr>
          <p:cNvPr id="4" name="Picture 3">
            <a:extLst>
              <a:ext uri="{FF2B5EF4-FFF2-40B4-BE49-F238E27FC236}">
                <a16:creationId xmlns:a16="http://schemas.microsoft.com/office/drawing/2014/main" id="{877C2F75-68AB-41F7-BD46-ED49B6DA8408}"/>
              </a:ext>
            </a:extLst>
          </p:cNvPr>
          <p:cNvPicPr/>
          <p:nvPr/>
        </p:nvPicPr>
        <p:blipFill>
          <a:blip r:embed="rId3">
            <a:extLst>
              <a:ext uri="{28A0092B-C50C-407E-A947-70E740481C1C}">
                <a14:useLocalDpi xmlns:a14="http://schemas.microsoft.com/office/drawing/2010/main" val="0"/>
              </a:ext>
            </a:extLst>
          </a:blip>
          <a:stretch>
            <a:fillRect/>
          </a:stretch>
        </p:blipFill>
        <p:spPr>
          <a:xfrm>
            <a:off x="2859260" y="3409673"/>
            <a:ext cx="6473480" cy="3083201"/>
          </a:xfrm>
          <a:prstGeom prst="rect">
            <a:avLst/>
          </a:prstGeom>
        </p:spPr>
      </p:pic>
    </p:spTree>
    <p:extLst>
      <p:ext uri="{BB962C8B-B14F-4D97-AF65-F5344CB8AC3E}">
        <p14:creationId xmlns:p14="http://schemas.microsoft.com/office/powerpoint/2010/main" val="3649527171"/>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en-US"/>
              <a:t>Cara kerja Email</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en-US"/>
              <a:t>Client menggunakan MUA (Mail User Agent) untuk membaca email dengan cara POP3 atau IMAP4, dan untuk mengirimkan email melalui protokol SMTP. Antar mail server atau MTA (Mail Transfer Agent) saling bertukar email melalui protokol SMTP, dan menyimpan email dalam format Mbox atau Maildir. Mbox adalah tipe penyimpanan email di mana email disimpan dalam 1 file untuk masing-masing user. Maildir adalah tipe penyimpanan email di mana email disimpan dalam 1 folder untuk masing-masing user</a:t>
            </a:r>
            <a:endParaRPr lang="id-ID" dirty="0"/>
          </a:p>
        </p:txBody>
      </p:sp>
      <p:pic>
        <p:nvPicPr>
          <p:cNvPr id="4" name="Picture 3">
            <a:extLst>
              <a:ext uri="{FF2B5EF4-FFF2-40B4-BE49-F238E27FC236}">
                <a16:creationId xmlns:a16="http://schemas.microsoft.com/office/drawing/2014/main" id="{3D494B04-1B4B-482A-9A11-311EAA98B02C}"/>
              </a:ext>
            </a:extLst>
          </p:cNvPr>
          <p:cNvPicPr/>
          <p:nvPr/>
        </p:nvPicPr>
        <p:blipFill>
          <a:blip r:embed="rId3">
            <a:extLst>
              <a:ext uri="{28A0092B-C50C-407E-A947-70E740481C1C}">
                <a14:useLocalDpi xmlns:a14="http://schemas.microsoft.com/office/drawing/2010/main" val="0"/>
              </a:ext>
            </a:extLst>
          </a:blip>
          <a:stretch>
            <a:fillRect/>
          </a:stretch>
        </p:blipFill>
        <p:spPr>
          <a:xfrm>
            <a:off x="7410449" y="4658070"/>
            <a:ext cx="3943350" cy="2019300"/>
          </a:xfrm>
          <a:prstGeom prst="rect">
            <a:avLst/>
          </a:prstGeom>
        </p:spPr>
      </p:pic>
    </p:spTree>
    <p:extLst>
      <p:ext uri="{BB962C8B-B14F-4D97-AF65-F5344CB8AC3E}">
        <p14:creationId xmlns:p14="http://schemas.microsoft.com/office/powerpoint/2010/main" val="2929876759"/>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en-US" dirty="0"/>
              <a:t>Hypertext Transfer Protocol</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id-ID" dirty="0" err="1"/>
              <a:t>Hypertext</a:t>
            </a:r>
            <a:r>
              <a:rPr lang="id-ID" dirty="0"/>
              <a:t> Transfer </a:t>
            </a:r>
            <a:r>
              <a:rPr lang="id-ID" dirty="0" err="1"/>
              <a:t>Protocol</a:t>
            </a:r>
            <a:r>
              <a:rPr lang="id-ID" dirty="0"/>
              <a:t> (HTTP) adalah suatu metode yang digunakan untuk transfer suatu informasi melalui </a:t>
            </a:r>
            <a:r>
              <a:rPr lang="id-ID" dirty="0" err="1"/>
              <a:t>world</a:t>
            </a:r>
            <a:r>
              <a:rPr lang="id-ID" dirty="0"/>
              <a:t> </a:t>
            </a:r>
            <a:r>
              <a:rPr lang="id-ID" dirty="0" err="1"/>
              <a:t>wide</a:t>
            </a:r>
            <a:r>
              <a:rPr lang="id-ID" dirty="0"/>
              <a:t> web. </a:t>
            </a:r>
            <a:r>
              <a:rPr lang="id-ID" dirty="0" err="1"/>
              <a:t>Did</a:t>
            </a:r>
            <a:r>
              <a:rPr lang="en-US" dirty="0" err="1"/>
              <a:t>isain</a:t>
            </a:r>
            <a:r>
              <a:rPr lang="id-ID" dirty="0"/>
              <a:t> untuk memberikan cara mempublikasikan dan mengambil halaman HTML.</a:t>
            </a:r>
          </a:p>
          <a:p>
            <a:endParaRPr lang="id-ID" dirty="0"/>
          </a:p>
        </p:txBody>
      </p:sp>
    </p:spTree>
    <p:extLst>
      <p:ext uri="{BB962C8B-B14F-4D97-AF65-F5344CB8AC3E}">
        <p14:creationId xmlns:p14="http://schemas.microsoft.com/office/powerpoint/2010/main" val="3230365385"/>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en-US" dirty="0"/>
              <a:t>HTTP </a:t>
            </a:r>
            <a:r>
              <a:rPr lang="en-US" dirty="0" err="1"/>
              <a:t>mendefinisikan</a:t>
            </a:r>
            <a:r>
              <a:rPr lang="en-US" dirty="0"/>
              <a:t> 8 </a:t>
            </a:r>
            <a:r>
              <a:rPr lang="en-US" dirty="0" err="1"/>
              <a:t>metode</a:t>
            </a:r>
            <a:r>
              <a:rPr lang="en-US" dirty="0"/>
              <a:t> </a:t>
            </a:r>
            <a:endParaRPr lang="id-ID" dirty="0"/>
          </a:p>
        </p:txBody>
      </p:sp>
      <p:graphicFrame>
        <p:nvGraphicFramePr>
          <p:cNvPr id="4" name="Content Placeholder 3">
            <a:extLst>
              <a:ext uri="{FF2B5EF4-FFF2-40B4-BE49-F238E27FC236}">
                <a16:creationId xmlns:a16="http://schemas.microsoft.com/office/drawing/2014/main" id="{A6BDDF29-DF69-43D4-B5AD-0613B5C38BE5}"/>
              </a:ext>
            </a:extLst>
          </p:cNvPr>
          <p:cNvGraphicFramePr>
            <a:graphicFrameLocks noGrp="1"/>
          </p:cNvGraphicFramePr>
          <p:nvPr>
            <p:ph idx="1"/>
            <p:extLst>
              <p:ext uri="{D42A27DB-BD31-4B8C-83A1-F6EECF244321}">
                <p14:modId xmlns:p14="http://schemas.microsoft.com/office/powerpoint/2010/main" val="2767532315"/>
              </p:ext>
            </p:extLst>
          </p:nvPr>
        </p:nvGraphicFramePr>
        <p:xfrm>
          <a:off x="1424609" y="1553869"/>
          <a:ext cx="9342782" cy="4572000"/>
        </p:xfrm>
        <a:graphic>
          <a:graphicData uri="http://schemas.openxmlformats.org/drawingml/2006/table">
            <a:tbl>
              <a:tblPr firstRow="1" firstCol="1" bandRow="1">
                <a:tableStyleId>{5940675A-B579-460E-94D1-54222C63F5DA}</a:tableStyleId>
              </a:tblPr>
              <a:tblGrid>
                <a:gridCol w="1643694">
                  <a:extLst>
                    <a:ext uri="{9D8B030D-6E8A-4147-A177-3AD203B41FA5}">
                      <a16:colId xmlns:a16="http://schemas.microsoft.com/office/drawing/2014/main" val="706714810"/>
                    </a:ext>
                  </a:extLst>
                </a:gridCol>
                <a:gridCol w="7699088">
                  <a:extLst>
                    <a:ext uri="{9D8B030D-6E8A-4147-A177-3AD203B41FA5}">
                      <a16:colId xmlns:a16="http://schemas.microsoft.com/office/drawing/2014/main" val="3219905738"/>
                    </a:ext>
                  </a:extLst>
                </a:gridCol>
              </a:tblGrid>
              <a:tr h="0">
                <a:tc>
                  <a:txBody>
                    <a:bodyPr/>
                    <a:lstStyle/>
                    <a:p>
                      <a:pPr indent="228600" algn="just">
                        <a:lnSpc>
                          <a:spcPct val="100000"/>
                        </a:lnSpc>
                      </a:pPr>
                      <a:r>
                        <a:rPr lang="id-ID" sz="2000" dirty="0">
                          <a:effectLst/>
                        </a:rPr>
                        <a:t>HEAD</a:t>
                      </a:r>
                      <a:endParaRPr lang="id-ID"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0000"/>
                        </a:lnSpc>
                        <a:spcAft>
                          <a:spcPts val="800"/>
                        </a:spcAft>
                      </a:pPr>
                      <a:br>
                        <a:rPr lang="en-US" sz="2000">
                          <a:effectLst/>
                        </a:rPr>
                      </a:br>
                      <a:r>
                        <a:rPr lang="en-US" sz="2000">
                          <a:effectLst/>
                        </a:rPr>
                        <a:t>Meminta respon yang mirip dengan GET hanya saja tanpa dilanjutkan dengan badan pesan. Metode ini digunakan untuk mengambil informasi meta</a:t>
                      </a:r>
                      <a:endParaRPr lang="id-ID" sz="20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5809058"/>
                  </a:ext>
                </a:extLst>
              </a:tr>
              <a:tr h="0">
                <a:tc>
                  <a:txBody>
                    <a:bodyPr/>
                    <a:lstStyle/>
                    <a:p>
                      <a:pPr indent="228600" algn="just">
                        <a:lnSpc>
                          <a:spcPct val="100000"/>
                        </a:lnSpc>
                      </a:pPr>
                      <a:r>
                        <a:rPr lang="id-ID" sz="2000">
                          <a:effectLst/>
                        </a:rPr>
                        <a:t>GET</a:t>
                      </a:r>
                      <a:endParaRPr lang="id-ID"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0000"/>
                        </a:lnSpc>
                        <a:spcAft>
                          <a:spcPts val="800"/>
                        </a:spcAft>
                      </a:pPr>
                      <a:r>
                        <a:rPr lang="en-US" sz="2000">
                          <a:effectLst/>
                        </a:rPr>
                        <a:t>Meminta sumber daya yang spesifik, dan digunakan untuk mengakses halaman web</a:t>
                      </a:r>
                      <a:endParaRPr lang="id-ID" sz="20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5473955"/>
                  </a:ext>
                </a:extLst>
              </a:tr>
              <a:tr h="0">
                <a:tc>
                  <a:txBody>
                    <a:bodyPr/>
                    <a:lstStyle/>
                    <a:p>
                      <a:pPr indent="228600" algn="just">
                        <a:lnSpc>
                          <a:spcPct val="100000"/>
                        </a:lnSpc>
                      </a:pPr>
                      <a:r>
                        <a:rPr lang="id-ID" sz="2000" spc="-5">
                          <a:effectLst/>
                        </a:rPr>
                        <a:t>POST</a:t>
                      </a:r>
                      <a:endParaRPr lang="id-ID"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0000"/>
                        </a:lnSpc>
                        <a:spcAft>
                          <a:spcPts val="800"/>
                        </a:spcAft>
                      </a:pPr>
                      <a:r>
                        <a:rPr lang="en-US" sz="2000">
                          <a:effectLst/>
                        </a:rPr>
                        <a:t>Mensubmit data untuk diproses. Data dimasukkan ke dalam badan pesan</a:t>
                      </a:r>
                      <a:endParaRPr lang="id-ID" sz="20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906752"/>
                  </a:ext>
                </a:extLst>
              </a:tr>
              <a:tr h="0">
                <a:tc>
                  <a:txBody>
                    <a:bodyPr/>
                    <a:lstStyle/>
                    <a:p>
                      <a:pPr indent="228600" algn="just">
                        <a:lnSpc>
                          <a:spcPct val="100000"/>
                        </a:lnSpc>
                      </a:pPr>
                      <a:r>
                        <a:rPr lang="id-ID" sz="2000" spc="-5">
                          <a:effectLst/>
                        </a:rPr>
                        <a:t>PUT</a:t>
                      </a:r>
                      <a:endParaRPr lang="id-ID"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0000"/>
                        </a:lnSpc>
                        <a:spcAft>
                          <a:spcPts val="800"/>
                        </a:spcAft>
                      </a:pPr>
                      <a:r>
                        <a:rPr lang="en-US" sz="2000">
                          <a:effectLst/>
                        </a:rPr>
                        <a:t>Melakukan upload suatu resource ke suatu site</a:t>
                      </a:r>
                      <a:endParaRPr lang="id-ID" sz="20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77725458"/>
                  </a:ext>
                </a:extLst>
              </a:tr>
              <a:tr h="0">
                <a:tc>
                  <a:txBody>
                    <a:bodyPr/>
                    <a:lstStyle/>
                    <a:p>
                      <a:pPr indent="228600" algn="just">
                        <a:lnSpc>
                          <a:spcPct val="100000"/>
                        </a:lnSpc>
                      </a:pPr>
                      <a:r>
                        <a:rPr lang="id-ID" sz="2000" spc="-5">
                          <a:effectLst/>
                        </a:rPr>
                        <a:t>DELETE</a:t>
                      </a:r>
                      <a:endParaRPr lang="id-ID"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0000"/>
                        </a:lnSpc>
                        <a:spcAft>
                          <a:spcPts val="800"/>
                        </a:spcAft>
                      </a:pPr>
                      <a:r>
                        <a:rPr lang="en-US" sz="2000">
                          <a:effectLst/>
                        </a:rPr>
                        <a:t>Menghapus suatu resource</a:t>
                      </a:r>
                      <a:endParaRPr lang="id-ID" sz="20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10976207"/>
                  </a:ext>
                </a:extLst>
              </a:tr>
              <a:tr h="0">
                <a:tc>
                  <a:txBody>
                    <a:bodyPr/>
                    <a:lstStyle/>
                    <a:p>
                      <a:pPr indent="228600" algn="just">
                        <a:lnSpc>
                          <a:spcPct val="100000"/>
                        </a:lnSpc>
                      </a:pPr>
                      <a:r>
                        <a:rPr lang="id-ID" sz="2000" spc="-5">
                          <a:effectLst/>
                        </a:rPr>
                        <a:t>TRACE</a:t>
                      </a:r>
                      <a:endParaRPr lang="id-ID"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0000"/>
                        </a:lnSpc>
                        <a:spcAft>
                          <a:spcPts val="800"/>
                        </a:spcAft>
                      </a:pPr>
                      <a:r>
                        <a:rPr lang="en-US" sz="2000">
                          <a:effectLst/>
                        </a:rPr>
                        <a:t>Melakukan echo back terhadap suatu resource, sehingga client dapat melihat intermediate yang ada</a:t>
                      </a:r>
                      <a:endParaRPr lang="id-ID" sz="20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04418830"/>
                  </a:ext>
                </a:extLst>
              </a:tr>
              <a:tr h="0">
                <a:tc>
                  <a:txBody>
                    <a:bodyPr/>
                    <a:lstStyle/>
                    <a:p>
                      <a:pPr indent="228600" algn="just">
                        <a:lnSpc>
                          <a:spcPct val="100000"/>
                        </a:lnSpc>
                      </a:pPr>
                      <a:r>
                        <a:rPr lang="id-ID" sz="2000" spc="-5">
                          <a:effectLst/>
                        </a:rPr>
                        <a:t>OPTIONS</a:t>
                      </a:r>
                      <a:endParaRPr lang="id-ID"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0000"/>
                        </a:lnSpc>
                        <a:spcAft>
                          <a:spcPts val="800"/>
                        </a:spcAft>
                      </a:pPr>
                      <a:r>
                        <a:rPr lang="en-US" sz="2000">
                          <a:effectLst/>
                        </a:rPr>
                        <a:t>Mengembalikan metode HTTP dari server, digunakan untuk melihat resource dari suatu web server</a:t>
                      </a:r>
                      <a:endParaRPr lang="id-ID" sz="200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932239"/>
                  </a:ext>
                </a:extLst>
              </a:tr>
              <a:tr h="0">
                <a:tc>
                  <a:txBody>
                    <a:bodyPr/>
                    <a:lstStyle/>
                    <a:p>
                      <a:pPr indent="228600" algn="just">
                        <a:lnSpc>
                          <a:spcPct val="100000"/>
                        </a:lnSpc>
                      </a:pPr>
                      <a:r>
                        <a:rPr lang="id-ID" sz="2000" spc="-5">
                          <a:effectLst/>
                        </a:rPr>
                        <a:t>CONNECT</a:t>
                      </a:r>
                      <a:endParaRPr lang="id-ID"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0000"/>
                        </a:lnSpc>
                        <a:spcAft>
                          <a:spcPts val="800"/>
                        </a:spcAft>
                      </a:pPr>
                      <a:r>
                        <a:rPr lang="en-US" sz="2000" dirty="0" err="1">
                          <a:effectLst/>
                        </a:rPr>
                        <a:t>Digunakan</a:t>
                      </a:r>
                      <a:r>
                        <a:rPr lang="en-US" sz="2000" dirty="0">
                          <a:effectLst/>
                        </a:rPr>
                        <a:t> </a:t>
                      </a:r>
                      <a:r>
                        <a:rPr lang="en-US" sz="2000" dirty="0" err="1">
                          <a:effectLst/>
                        </a:rPr>
                        <a:t>untuk</a:t>
                      </a:r>
                      <a:r>
                        <a:rPr lang="en-US" sz="2000" dirty="0">
                          <a:effectLst/>
                        </a:rPr>
                        <a:t> proxy </a:t>
                      </a:r>
                      <a:r>
                        <a:rPr lang="en-US" sz="2000" dirty="0" err="1">
                          <a:effectLst/>
                        </a:rPr>
                        <a:t>apabila</a:t>
                      </a:r>
                      <a:r>
                        <a:rPr lang="en-US" sz="2000" dirty="0">
                          <a:effectLst/>
                        </a:rPr>
                        <a:t> </a:t>
                      </a:r>
                      <a:r>
                        <a:rPr lang="en-US" sz="2000" dirty="0" err="1">
                          <a:effectLst/>
                        </a:rPr>
                        <a:t>mengakses</a:t>
                      </a:r>
                      <a:r>
                        <a:rPr lang="en-US" sz="2000" dirty="0">
                          <a:effectLst/>
                        </a:rPr>
                        <a:t> </a:t>
                      </a:r>
                      <a:r>
                        <a:rPr lang="en-US" sz="2000" dirty="0" err="1">
                          <a:effectLst/>
                        </a:rPr>
                        <a:t>suatu</a:t>
                      </a:r>
                      <a:r>
                        <a:rPr lang="en-US" sz="2000" dirty="0">
                          <a:effectLst/>
                        </a:rPr>
                        <a:t> site yang </a:t>
                      </a:r>
                      <a:r>
                        <a:rPr lang="en-US" sz="2000" dirty="0" err="1">
                          <a:effectLst/>
                        </a:rPr>
                        <a:t>mendukung</a:t>
                      </a:r>
                      <a:r>
                        <a:rPr lang="en-US" sz="2000" dirty="0">
                          <a:effectLst/>
                        </a:rPr>
                        <a:t> SSL</a:t>
                      </a:r>
                      <a:endParaRPr lang="id-ID" sz="2000" dirty="0">
                        <a:effectLst/>
                        <a:latin typeface="Arial" panose="020B0604020202020204" pitchFamily="34"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0872489"/>
                  </a:ext>
                </a:extLst>
              </a:tr>
            </a:tbl>
          </a:graphicData>
        </a:graphic>
      </p:graphicFrame>
    </p:spTree>
    <p:extLst>
      <p:ext uri="{BB962C8B-B14F-4D97-AF65-F5344CB8AC3E}">
        <p14:creationId xmlns:p14="http://schemas.microsoft.com/office/powerpoint/2010/main" val="1508612145"/>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en-US" dirty="0"/>
              <a:t>Web Browser</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fontScale="85000" lnSpcReduction="20000"/>
          </a:bodyPr>
          <a:lstStyle/>
          <a:p>
            <a:r>
              <a:rPr lang="id-ID" b="1" dirty="0" err="1"/>
              <a:t>Fitur</a:t>
            </a:r>
            <a:endParaRPr lang="id-ID" dirty="0"/>
          </a:p>
          <a:p>
            <a:pPr marL="0" indent="0">
              <a:buNone/>
            </a:pPr>
            <a:r>
              <a:rPr lang="id-ID" dirty="0"/>
              <a:t>Standar web browser harus mendukung fasilitas sebagai berikut:</a:t>
            </a:r>
          </a:p>
          <a:p>
            <a:pPr lvl="0"/>
            <a:r>
              <a:rPr lang="id-ID" dirty="0"/>
              <a:t>HTTP dan HTTPS</a:t>
            </a:r>
          </a:p>
          <a:p>
            <a:pPr lvl="0"/>
            <a:r>
              <a:rPr lang="id-ID" dirty="0"/>
              <a:t>HTML, XML dan XHTML</a:t>
            </a:r>
          </a:p>
          <a:p>
            <a:pPr lvl="0"/>
            <a:r>
              <a:rPr lang="id-ID" dirty="0"/>
              <a:t>Format gambar termasuk GIF, PNG, JPEG, dan SVG</a:t>
            </a:r>
          </a:p>
          <a:p>
            <a:pPr lvl="0"/>
            <a:r>
              <a:rPr lang="id-ID" dirty="0" err="1"/>
              <a:t>Cascading</a:t>
            </a:r>
            <a:r>
              <a:rPr lang="id-ID" dirty="0"/>
              <a:t> </a:t>
            </a:r>
            <a:r>
              <a:rPr lang="id-ID" dirty="0" err="1"/>
              <a:t>Style</a:t>
            </a:r>
            <a:r>
              <a:rPr lang="id-ID" dirty="0"/>
              <a:t> </a:t>
            </a:r>
            <a:r>
              <a:rPr lang="id-ID" dirty="0" err="1"/>
              <a:t>Sheet</a:t>
            </a:r>
            <a:r>
              <a:rPr lang="id-ID" dirty="0"/>
              <a:t> (CSS)</a:t>
            </a:r>
          </a:p>
          <a:p>
            <a:pPr lvl="0"/>
            <a:r>
              <a:rPr lang="id-ID" dirty="0"/>
              <a:t>Java </a:t>
            </a:r>
            <a:r>
              <a:rPr lang="id-ID" dirty="0" err="1"/>
              <a:t>Script</a:t>
            </a:r>
            <a:r>
              <a:rPr lang="id-ID" dirty="0"/>
              <a:t> (</a:t>
            </a:r>
            <a:r>
              <a:rPr lang="id-ID" dirty="0" err="1"/>
              <a:t>Dynamic</a:t>
            </a:r>
            <a:r>
              <a:rPr lang="id-ID" dirty="0"/>
              <a:t> HTML) dan </a:t>
            </a:r>
            <a:r>
              <a:rPr lang="id-ID" dirty="0" err="1"/>
              <a:t>XMLHttpRequest</a:t>
            </a:r>
            <a:endParaRPr lang="id-ID" dirty="0"/>
          </a:p>
          <a:p>
            <a:pPr lvl="0"/>
            <a:r>
              <a:rPr lang="id-ID" dirty="0" err="1"/>
              <a:t>Cookie</a:t>
            </a:r>
            <a:endParaRPr lang="id-ID" dirty="0"/>
          </a:p>
          <a:p>
            <a:pPr lvl="0"/>
            <a:r>
              <a:rPr lang="id-ID" dirty="0"/>
              <a:t>Digital </a:t>
            </a:r>
            <a:r>
              <a:rPr lang="id-ID" dirty="0" err="1"/>
              <a:t>Certificate</a:t>
            </a:r>
            <a:endParaRPr lang="id-ID" dirty="0"/>
          </a:p>
          <a:p>
            <a:pPr lvl="0"/>
            <a:r>
              <a:rPr lang="id-ID" dirty="0" err="1"/>
              <a:t>Favicons</a:t>
            </a:r>
            <a:endParaRPr lang="id-ID" dirty="0"/>
          </a:p>
          <a:p>
            <a:pPr lvl="0"/>
            <a:r>
              <a:rPr lang="id-ID" dirty="0"/>
              <a:t>RSS, Atom</a:t>
            </a:r>
          </a:p>
          <a:p>
            <a:pPr marL="0" indent="0">
              <a:buNone/>
            </a:pPr>
            <a:endParaRPr lang="id-ID" dirty="0"/>
          </a:p>
        </p:txBody>
      </p:sp>
    </p:spTree>
    <p:extLst>
      <p:ext uri="{BB962C8B-B14F-4D97-AF65-F5344CB8AC3E}">
        <p14:creationId xmlns:p14="http://schemas.microsoft.com/office/powerpoint/2010/main" val="531709865"/>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en-US" dirty="0"/>
              <a:t>Web Browser</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id-ID" b="1" dirty="0" err="1"/>
              <a:t>Fitur</a:t>
            </a:r>
            <a:endParaRPr lang="id-ID" dirty="0"/>
          </a:p>
          <a:p>
            <a:pPr marL="0" indent="0">
              <a:buNone/>
            </a:pPr>
            <a:r>
              <a:rPr lang="id-ID" dirty="0"/>
              <a:t>Sedangkan </a:t>
            </a:r>
            <a:r>
              <a:rPr lang="id-ID" dirty="0" err="1"/>
              <a:t>fitur</a:t>
            </a:r>
            <a:r>
              <a:rPr lang="id-ID" dirty="0"/>
              <a:t> fundamental yang harus didukung antara lain:</a:t>
            </a:r>
          </a:p>
          <a:p>
            <a:pPr lvl="0"/>
            <a:r>
              <a:rPr lang="en-US" dirty="0"/>
              <a:t>Bookmark</a:t>
            </a:r>
            <a:endParaRPr lang="id-ID" dirty="0"/>
          </a:p>
          <a:p>
            <a:pPr lvl="0"/>
            <a:r>
              <a:rPr lang="en-US" dirty="0"/>
              <a:t>Caching </a:t>
            </a:r>
            <a:r>
              <a:rPr lang="en-US" dirty="0" err="1"/>
              <a:t>dari</a:t>
            </a:r>
            <a:r>
              <a:rPr lang="en-US" dirty="0"/>
              <a:t> </a:t>
            </a:r>
            <a:r>
              <a:rPr lang="en-US" dirty="0" err="1"/>
              <a:t>isi</a:t>
            </a:r>
            <a:r>
              <a:rPr lang="en-US" dirty="0"/>
              <a:t> web</a:t>
            </a:r>
            <a:endParaRPr lang="id-ID" dirty="0"/>
          </a:p>
          <a:p>
            <a:pPr lvl="0"/>
            <a:r>
              <a:rPr lang="en-US" dirty="0" err="1"/>
              <a:t>Mendukung</a:t>
            </a:r>
            <a:r>
              <a:rPr lang="en-US" dirty="0"/>
              <a:t> media lain </a:t>
            </a:r>
            <a:r>
              <a:rPr lang="en-US" dirty="0" err="1"/>
              <a:t>melalui</a:t>
            </a:r>
            <a:r>
              <a:rPr lang="en-US" dirty="0"/>
              <a:t> plugin, </a:t>
            </a:r>
            <a:r>
              <a:rPr lang="en-US" dirty="0" err="1"/>
              <a:t>contoh</a:t>
            </a:r>
            <a:r>
              <a:rPr lang="en-US" dirty="0"/>
              <a:t> Macromedia Flash </a:t>
            </a:r>
            <a:endParaRPr lang="id-ID" dirty="0"/>
          </a:p>
          <a:p>
            <a:endParaRPr lang="id-ID" dirty="0"/>
          </a:p>
        </p:txBody>
      </p:sp>
    </p:spTree>
    <p:extLst>
      <p:ext uri="{BB962C8B-B14F-4D97-AF65-F5344CB8AC3E}">
        <p14:creationId xmlns:p14="http://schemas.microsoft.com/office/powerpoint/2010/main" val="1141514019"/>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en-US" dirty="0"/>
              <a:t>Web Browser</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id-ID" b="1" dirty="0" err="1"/>
              <a:t>Fitur</a:t>
            </a:r>
            <a:endParaRPr lang="id-ID" dirty="0"/>
          </a:p>
          <a:p>
            <a:pPr marL="0" indent="0">
              <a:buNone/>
            </a:pPr>
            <a:r>
              <a:rPr lang="id-ID" dirty="0"/>
              <a:t>Fasilitas tambahan seperti</a:t>
            </a:r>
            <a:r>
              <a:rPr lang="en-US" dirty="0"/>
              <a:t>:</a:t>
            </a:r>
            <a:endParaRPr lang="id-ID" dirty="0"/>
          </a:p>
          <a:p>
            <a:pPr lvl="0"/>
            <a:r>
              <a:rPr lang="en-US" dirty="0" err="1"/>
              <a:t>Autocompletition</a:t>
            </a:r>
            <a:r>
              <a:rPr lang="en-US" dirty="0"/>
              <a:t> </a:t>
            </a:r>
            <a:r>
              <a:rPr lang="en-US" dirty="0" err="1"/>
              <a:t>dari</a:t>
            </a:r>
            <a:r>
              <a:rPr lang="en-US" dirty="0"/>
              <a:t> URL</a:t>
            </a:r>
            <a:endParaRPr lang="id-ID" dirty="0"/>
          </a:p>
          <a:p>
            <a:pPr lvl="0"/>
            <a:r>
              <a:rPr lang="en-US" dirty="0"/>
              <a:t>Browsing </a:t>
            </a:r>
            <a:r>
              <a:rPr lang="en-US" dirty="0" err="1"/>
              <a:t>secara</a:t>
            </a:r>
            <a:r>
              <a:rPr lang="en-US" dirty="0"/>
              <a:t> Tabular</a:t>
            </a:r>
            <a:endParaRPr lang="id-ID" dirty="0"/>
          </a:p>
          <a:p>
            <a:pPr lvl="0"/>
            <a:r>
              <a:rPr lang="en-US" dirty="0" err="1"/>
              <a:t>Navigasi</a:t>
            </a:r>
            <a:r>
              <a:rPr lang="en-US" dirty="0"/>
              <a:t> </a:t>
            </a:r>
            <a:r>
              <a:rPr lang="en-US" dirty="0" err="1"/>
              <a:t>spasial</a:t>
            </a:r>
            <a:endParaRPr lang="id-ID" dirty="0"/>
          </a:p>
          <a:p>
            <a:pPr lvl="0"/>
            <a:r>
              <a:rPr lang="en-US" dirty="0" err="1"/>
              <a:t>Navigasi</a:t>
            </a:r>
            <a:r>
              <a:rPr lang="en-US" dirty="0"/>
              <a:t> caret</a:t>
            </a:r>
            <a:endParaRPr lang="id-ID" dirty="0"/>
          </a:p>
          <a:p>
            <a:pPr lvl="0"/>
            <a:r>
              <a:rPr lang="en-US" dirty="0"/>
              <a:t>Screen Reader</a:t>
            </a:r>
            <a:endParaRPr lang="id-ID" dirty="0"/>
          </a:p>
          <a:p>
            <a:endParaRPr lang="id-ID" dirty="0"/>
          </a:p>
        </p:txBody>
      </p:sp>
    </p:spTree>
    <p:extLst>
      <p:ext uri="{BB962C8B-B14F-4D97-AF65-F5344CB8AC3E}">
        <p14:creationId xmlns:p14="http://schemas.microsoft.com/office/powerpoint/2010/main" val="1052138251"/>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en-US" dirty="0"/>
              <a:t>Web Browser</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id-ID" b="1" dirty="0" err="1"/>
              <a:t>Fitur</a:t>
            </a:r>
            <a:endParaRPr lang="id-ID" dirty="0"/>
          </a:p>
          <a:p>
            <a:pPr marL="0" indent="0">
              <a:buNone/>
            </a:pPr>
            <a:r>
              <a:rPr lang="id-ID" dirty="0"/>
              <a:t>Fasilitas penghilang pengganggu</a:t>
            </a:r>
            <a:r>
              <a:rPr lang="en-US" dirty="0"/>
              <a:t>:</a:t>
            </a:r>
            <a:endParaRPr lang="id-ID" dirty="0"/>
          </a:p>
          <a:p>
            <a:pPr lvl="0"/>
            <a:r>
              <a:rPr lang="en-US" dirty="0"/>
              <a:t>Pop-Up advertisement</a:t>
            </a:r>
            <a:endParaRPr lang="id-ID" dirty="0"/>
          </a:p>
          <a:p>
            <a:pPr lvl="0"/>
            <a:r>
              <a:rPr lang="en-US" dirty="0"/>
              <a:t>Filter </a:t>
            </a:r>
            <a:r>
              <a:rPr lang="en-US" dirty="0" err="1"/>
              <a:t>iklan</a:t>
            </a:r>
            <a:endParaRPr lang="id-ID" dirty="0"/>
          </a:p>
          <a:p>
            <a:pPr lvl="0"/>
            <a:r>
              <a:rPr lang="en-US" dirty="0" err="1"/>
              <a:t>Pertahanan</a:t>
            </a:r>
            <a:r>
              <a:rPr lang="en-US" dirty="0"/>
              <a:t> </a:t>
            </a:r>
            <a:r>
              <a:rPr lang="en-US" dirty="0" err="1"/>
              <a:t>terhadap</a:t>
            </a:r>
            <a:r>
              <a:rPr lang="en-US" dirty="0"/>
              <a:t> </a:t>
            </a:r>
            <a:r>
              <a:rPr lang="en-US" dirty="0" err="1"/>
              <a:t>phising</a:t>
            </a:r>
            <a:endParaRPr lang="id-ID" dirty="0"/>
          </a:p>
          <a:p>
            <a:endParaRPr lang="id-ID" dirty="0"/>
          </a:p>
        </p:txBody>
      </p:sp>
    </p:spTree>
    <p:extLst>
      <p:ext uri="{BB962C8B-B14F-4D97-AF65-F5344CB8AC3E}">
        <p14:creationId xmlns:p14="http://schemas.microsoft.com/office/powerpoint/2010/main" val="336681673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en-US" dirty="0"/>
              <a:t>Web Server</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pPr marL="0" indent="0">
              <a:buNone/>
            </a:pPr>
            <a:r>
              <a:rPr lang="id-ID" dirty="0"/>
              <a:t>Pengertian web server dapat diartikan sebagai berikut:</a:t>
            </a:r>
          </a:p>
          <a:p>
            <a:pPr lvl="0"/>
            <a:r>
              <a:rPr lang="id-ID" dirty="0"/>
              <a:t>Komputer yang memiliki tanggung jawab untuk menerima HTTP </a:t>
            </a:r>
            <a:r>
              <a:rPr lang="id-ID" dirty="0" err="1"/>
              <a:t>request</a:t>
            </a:r>
            <a:r>
              <a:rPr lang="id-ID" dirty="0"/>
              <a:t> dari </a:t>
            </a:r>
            <a:r>
              <a:rPr lang="id-ID" dirty="0" err="1"/>
              <a:t>client</a:t>
            </a:r>
            <a:r>
              <a:rPr lang="id-ID" dirty="0"/>
              <a:t>, yang biasanya menggunakan web browser dan melayani dalam bentuk halaman web, di mana biasanya berupa dokumen HTML dan objek </a:t>
            </a:r>
            <a:r>
              <a:rPr lang="id-ID" dirty="0" err="1"/>
              <a:t>link</a:t>
            </a:r>
            <a:r>
              <a:rPr lang="id-ID" dirty="0"/>
              <a:t> seperti gambar</a:t>
            </a:r>
            <a:r>
              <a:rPr lang="en-US" dirty="0"/>
              <a:t>, </a:t>
            </a:r>
            <a:r>
              <a:rPr lang="id-ID" dirty="0"/>
              <a:t>d</a:t>
            </a:r>
            <a:r>
              <a:rPr lang="en-US" dirty="0"/>
              <a:t>an </a:t>
            </a:r>
            <a:r>
              <a:rPr lang="id-ID" dirty="0"/>
              <a:t>l</a:t>
            </a:r>
            <a:r>
              <a:rPr lang="en-US" dirty="0" err="1"/>
              <a:t>ain</a:t>
            </a:r>
            <a:r>
              <a:rPr lang="en-US" dirty="0"/>
              <a:t>-</a:t>
            </a:r>
            <a:r>
              <a:rPr lang="id-ID" dirty="0"/>
              <a:t>l</a:t>
            </a:r>
            <a:r>
              <a:rPr lang="en-US" dirty="0" err="1"/>
              <a:t>ain</a:t>
            </a:r>
            <a:r>
              <a:rPr lang="id-ID" dirty="0"/>
              <a:t>.</a:t>
            </a:r>
          </a:p>
          <a:p>
            <a:pPr lvl="0"/>
            <a:r>
              <a:rPr lang="id-ID" dirty="0"/>
              <a:t>Program komputer yang melayani HTTP.</a:t>
            </a:r>
          </a:p>
          <a:p>
            <a:endParaRPr lang="id-ID" dirty="0"/>
          </a:p>
        </p:txBody>
      </p:sp>
    </p:spTree>
    <p:extLst>
      <p:ext uri="{BB962C8B-B14F-4D97-AF65-F5344CB8AC3E}">
        <p14:creationId xmlns:p14="http://schemas.microsoft.com/office/powerpoint/2010/main" val="218760036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en-US" dirty="0" err="1"/>
              <a:t>Konten</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en-US" b="1" dirty="0" err="1"/>
              <a:t>Konten</a:t>
            </a:r>
            <a:r>
              <a:rPr lang="en-US" b="1" dirty="0"/>
              <a:t> </a:t>
            </a:r>
            <a:r>
              <a:rPr lang="en-US" b="1" dirty="0" err="1"/>
              <a:t>Statik</a:t>
            </a:r>
            <a:r>
              <a:rPr lang="en-US" b="1" dirty="0"/>
              <a:t> (Static Content)</a:t>
            </a:r>
            <a:endParaRPr lang="id-ID" b="1" dirty="0"/>
          </a:p>
          <a:p>
            <a:r>
              <a:rPr lang="en-US" b="1" dirty="0"/>
              <a:t>Client-Side Dynamic Content</a:t>
            </a:r>
            <a:endParaRPr lang="id-ID" b="1" dirty="0"/>
          </a:p>
          <a:p>
            <a:r>
              <a:rPr lang="en-US" b="1" dirty="0"/>
              <a:t>Server-Side Dynamic Content</a:t>
            </a:r>
            <a:endParaRPr lang="id-ID" dirty="0"/>
          </a:p>
        </p:txBody>
      </p:sp>
    </p:spTree>
    <p:extLst>
      <p:ext uri="{BB962C8B-B14F-4D97-AF65-F5344CB8AC3E}">
        <p14:creationId xmlns:p14="http://schemas.microsoft.com/office/powerpoint/2010/main" val="1126867491"/>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lstStyle/>
          <a:p>
            <a:r>
              <a:rPr lang="id-ID" dirty="0"/>
              <a:t>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pPr marL="0" indent="0" algn="ctr">
              <a:buNone/>
            </a:pPr>
            <a:r>
              <a:rPr lang="id-ID" sz="6000" dirty="0"/>
              <a:t> Terima kasih</a:t>
            </a:r>
          </a:p>
        </p:txBody>
      </p:sp>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C32D82AF-76C9-4626-8D5F-3D997DDAB148}"/>
                  </a:ext>
                </a:extLst>
              </p:cNvPr>
              <p:cNvGraphicFramePr>
                <a:graphicFrameLocks noChangeAspect="1"/>
              </p:cNvGraphicFramePr>
              <p:nvPr>
                <p:extLst>
                  <p:ext uri="{D42A27DB-BD31-4B8C-83A1-F6EECF244321}">
                    <p14:modId xmlns:p14="http://schemas.microsoft.com/office/powerpoint/2010/main" val="779145591"/>
                  </p:ext>
                </p:extLst>
              </p:nvPr>
            </p:nvGraphicFramePr>
            <p:xfrm>
              <a:off x="-1749287" y="5113711"/>
              <a:ext cx="3048000" cy="1714500"/>
            </p:xfrm>
            <a:graphic>
              <a:graphicData uri="http://schemas.microsoft.com/office/powerpoint/2016/slidezoom">
                <pslz:sldZm>
                  <pslz:sldZmObj sldId="270" cId="1884983817">
                    <pslz:zmPr id="{DBC27D69-1CEC-4B4A-BFEF-143AC6635ADC}" returnToParent="0"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5" name="Slide Zoom 4">
                <a:extLst>
                  <a:ext uri="{FF2B5EF4-FFF2-40B4-BE49-F238E27FC236}">
                    <a16:creationId xmlns:a16="http://schemas.microsoft.com/office/drawing/2014/main" id="{C32D82AF-76C9-4626-8D5F-3D997DDAB148}"/>
                  </a:ext>
                </a:extLst>
              </p:cNvPr>
              <p:cNvPicPr>
                <a:picLocks noGrp="1" noRot="1" noChangeAspect="1" noMove="1" noResize="1" noEditPoints="1" noAdjustHandles="1" noChangeArrowheads="1" noChangeShapeType="1"/>
              </p:cNvPicPr>
              <p:nvPr/>
            </p:nvPicPr>
            <p:blipFill>
              <a:blip r:embed="rId4"/>
              <a:stretch>
                <a:fillRect/>
              </a:stretch>
            </p:blipFill>
            <p:spPr>
              <a:xfrm>
                <a:off x="-1749287" y="5113711"/>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1884983817"/>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5" name="whoosh.wav"/>
          </p:stSnd>
        </p:sndAc>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2994</TotalTime>
  <Words>677</Words>
  <Application>Microsoft Office PowerPoint</Application>
  <PresentationFormat>Widescreen</PresentationFormat>
  <Paragraphs>84</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Century Gothic</vt:lpstr>
      <vt:lpstr>Times New Roman</vt:lpstr>
      <vt:lpstr>Office Theme</vt:lpstr>
      <vt:lpstr>PowerPoint Presentation</vt:lpstr>
      <vt:lpstr>Simple Mail Transport Protocol</vt:lpstr>
      <vt:lpstr>Diagram alir pertukaran surat SMTP</vt:lpstr>
      <vt:lpstr>Multipurpose Internet Mail Extensions</vt:lpstr>
      <vt:lpstr>Post-Office-Protocol</vt:lpstr>
      <vt:lpstr>INTERNET MESSAGE ACCESS PROTOCOL VERSION 4</vt:lpstr>
      <vt:lpstr>Cara kerja Email</vt:lpstr>
      <vt:lpstr>Hypertext Transfer Protocol</vt:lpstr>
      <vt:lpstr>HTTP mendefinisikan 8 metode </vt:lpstr>
      <vt:lpstr>Web Browser</vt:lpstr>
      <vt:lpstr>Web Browser</vt:lpstr>
      <vt:lpstr>Web Browser</vt:lpstr>
      <vt:lpstr>Web Browser</vt:lpstr>
      <vt:lpstr>Web Server</vt:lpstr>
      <vt:lpstr>Konten</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user</dc:creator>
  <cp:lastModifiedBy>Dian Nurdiana, S.Kom., M.Kom.</cp:lastModifiedBy>
  <cp:revision>202</cp:revision>
  <dcterms:created xsi:type="dcterms:W3CDTF">2018-01-15T03:36:45Z</dcterms:created>
  <dcterms:modified xsi:type="dcterms:W3CDTF">2023-06-21T08:14:53Z</dcterms:modified>
</cp:coreProperties>
</file>