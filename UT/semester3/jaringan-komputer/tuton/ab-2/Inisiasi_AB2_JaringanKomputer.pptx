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71" r:id="rId4"/>
    <p:sldId id="272" r:id="rId5"/>
    <p:sldId id="273" r:id="rId6"/>
    <p:sldId id="274" r:id="rId7"/>
    <p:sldId id="275" r:id="rId8"/>
    <p:sldId id="276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2B004-D158-4368-ADAF-E8E9F3EE0399}" v="24" dt="2023-06-21T07:36:21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30" autoAdjust="0"/>
  </p:normalViewPr>
  <p:slideViewPr>
    <p:cSldViewPr snapToGrid="0">
      <p:cViewPr varScale="1">
        <p:scale>
          <a:sx n="112" d="100"/>
          <a:sy n="112" d="100"/>
        </p:scale>
        <p:origin x="2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 Nurdiana, S.Kom., M.Kom." userId="fca74076-a507-46b3-81ba-40d1f8510c15" providerId="ADAL" clId="{2AE219CA-8184-4E58-B218-9A8E5978000F}"/>
    <pc:docChg chg="undo custSel addSld modSld">
      <pc:chgData name="Dian Nurdiana, S.Kom., M.Kom." userId="fca74076-a507-46b3-81ba-40d1f8510c15" providerId="ADAL" clId="{2AE219CA-8184-4E58-B218-9A8E5978000F}" dt="2020-12-30T04:33:09.783" v="156" actId="27309"/>
      <pc:docMkLst>
        <pc:docMk/>
      </pc:docMkLst>
      <pc:sldChg chg="modSp">
        <pc:chgData name="Dian Nurdiana, S.Kom., M.Kom." userId="fca74076-a507-46b3-81ba-40d1f8510c15" providerId="ADAL" clId="{2AE219CA-8184-4E58-B218-9A8E5978000F}" dt="2020-12-30T04:25:18.068" v="51"/>
        <pc:sldMkLst>
          <pc:docMk/>
          <pc:sldMk cId="2097649925" sldId="257"/>
        </pc:sldMkLst>
        <pc:spChg chg="mod">
          <ac:chgData name="Dian Nurdiana, S.Kom., M.Kom." userId="fca74076-a507-46b3-81ba-40d1f8510c15" providerId="ADAL" clId="{2AE219CA-8184-4E58-B218-9A8E5978000F}" dt="2020-12-30T04:25:03.725" v="50" actId="20577"/>
          <ac:spMkLst>
            <pc:docMk/>
            <pc:sldMk cId="2097649925" sldId="257"/>
            <ac:spMk id="5" creationId="{8B2E021C-F2B5-470F-BA90-8F3C01E9B787}"/>
          </ac:spMkLst>
        </pc:spChg>
        <pc:spChg chg="mod">
          <ac:chgData name="Dian Nurdiana, S.Kom., M.Kom." userId="fca74076-a507-46b3-81ba-40d1f8510c15" providerId="ADAL" clId="{2AE219CA-8184-4E58-B218-9A8E5978000F}" dt="2020-12-30T04:25:18.068" v="51"/>
          <ac:spMkLst>
            <pc:docMk/>
            <pc:sldMk cId="2097649925" sldId="257"/>
            <ac:spMk id="11" creationId="{2F5769DE-2A5D-4AD6-AA5B-A4CCB6BA4112}"/>
          </ac:spMkLst>
        </pc:spChg>
      </pc:sldChg>
      <pc:sldChg chg="delSp modSp mod">
        <pc:chgData name="Dian Nurdiana, S.Kom., M.Kom." userId="fca74076-a507-46b3-81ba-40d1f8510c15" providerId="ADAL" clId="{2AE219CA-8184-4E58-B218-9A8E5978000F}" dt="2020-12-30T04:26:19.624" v="61"/>
        <pc:sldMkLst>
          <pc:docMk/>
          <pc:sldMk cId="1169449778" sldId="259"/>
        </pc:sldMkLst>
        <pc:spChg chg="mod">
          <ac:chgData name="Dian Nurdiana, S.Kom., M.Kom." userId="fca74076-a507-46b3-81ba-40d1f8510c15" providerId="ADAL" clId="{2AE219CA-8184-4E58-B218-9A8E5978000F}" dt="2020-12-30T04:25:35.507" v="52"/>
          <ac:spMkLst>
            <pc:docMk/>
            <pc:sldMk cId="1169449778" sldId="259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6:19.624" v="61"/>
          <ac:spMkLst>
            <pc:docMk/>
            <pc:sldMk cId="1169449778" sldId="259"/>
            <ac:spMk id="3" creationId="{163DD9E5-1DDC-42B3-A957-9582A1861C3E}"/>
          </ac:spMkLst>
        </pc:spChg>
        <pc:spChg chg="del">
          <ac:chgData name="Dian Nurdiana, S.Kom., M.Kom." userId="fca74076-a507-46b3-81ba-40d1f8510c15" providerId="ADAL" clId="{2AE219CA-8184-4E58-B218-9A8E5978000F}" dt="2020-12-30T04:26:07.597" v="54" actId="478"/>
          <ac:spMkLst>
            <pc:docMk/>
            <pc:sldMk cId="1169449778" sldId="259"/>
            <ac:spMk id="4" creationId="{79E56D6E-FA39-4C4C-995E-4822EA653BA9}"/>
          </ac:spMkLst>
        </pc:spChg>
        <pc:picChg chg="del">
          <ac:chgData name="Dian Nurdiana, S.Kom., M.Kom." userId="fca74076-a507-46b3-81ba-40d1f8510c15" providerId="ADAL" clId="{2AE219CA-8184-4E58-B218-9A8E5978000F}" dt="2020-12-30T04:26:04.937" v="53" actId="478"/>
          <ac:picMkLst>
            <pc:docMk/>
            <pc:sldMk cId="1169449778" sldId="259"/>
            <ac:picMk id="5122" creationId="{5E80CDC8-983A-49A4-9AF3-A8C8027ADF09}"/>
          </ac:picMkLst>
        </pc:picChg>
      </pc:sldChg>
      <pc:sldChg chg="addSp modSp mod">
        <pc:chgData name="Dian Nurdiana, S.Kom., M.Kom." userId="fca74076-a507-46b3-81ba-40d1f8510c15" providerId="ADAL" clId="{2AE219CA-8184-4E58-B218-9A8E5978000F}" dt="2020-12-30T04:33:09.783" v="156" actId="27309"/>
        <pc:sldMkLst>
          <pc:docMk/>
          <pc:sldMk cId="1884983817" sldId="270"/>
        </pc:sldMkLst>
        <pc:graphicFrameChg chg="add modGraphic">
          <ac:chgData name="Dian Nurdiana, S.Kom., M.Kom." userId="fca74076-a507-46b3-81ba-40d1f8510c15" providerId="ADAL" clId="{2AE219CA-8184-4E58-B218-9A8E5978000F}" dt="2020-12-30T04:33:09.783" v="156" actId="27309"/>
          <ac:graphicFrameMkLst>
            <pc:docMk/>
            <pc:sldMk cId="1884983817" sldId="270"/>
            <ac:graphicFrameMk id="5" creationId="{C32D82AF-76C9-4626-8D5F-3D997DDAB148}"/>
          </ac:graphicFrameMkLst>
        </pc:graphicFrameChg>
      </pc:sldChg>
      <pc:sldChg chg="addSp modSp mod">
        <pc:chgData name="Dian Nurdiana, S.Kom., M.Kom." userId="fca74076-a507-46b3-81ba-40d1f8510c15" providerId="ADAL" clId="{2AE219CA-8184-4E58-B218-9A8E5978000F}" dt="2020-12-30T04:29:11.502" v="82" actId="1076"/>
        <pc:sldMkLst>
          <pc:docMk/>
          <pc:sldMk cId="2907557485" sldId="271"/>
        </pc:sldMkLst>
        <pc:spChg chg="mod">
          <ac:chgData name="Dian Nurdiana, S.Kom., M.Kom." userId="fca74076-a507-46b3-81ba-40d1f8510c15" providerId="ADAL" clId="{2AE219CA-8184-4E58-B218-9A8E5978000F}" dt="2020-12-30T04:28:22.933" v="70"/>
          <ac:spMkLst>
            <pc:docMk/>
            <pc:sldMk cId="2907557485" sldId="271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9:02.406" v="79"/>
          <ac:spMkLst>
            <pc:docMk/>
            <pc:sldMk cId="2907557485" sldId="271"/>
            <ac:spMk id="3" creationId="{163DD9E5-1DDC-42B3-A957-9582A1861C3E}"/>
          </ac:spMkLst>
        </pc:spChg>
        <pc:picChg chg="add mod">
          <ac:chgData name="Dian Nurdiana, S.Kom., M.Kom." userId="fca74076-a507-46b3-81ba-40d1f8510c15" providerId="ADAL" clId="{2AE219CA-8184-4E58-B218-9A8E5978000F}" dt="2020-12-30T04:29:11.502" v="82" actId="1076"/>
          <ac:picMkLst>
            <pc:docMk/>
            <pc:sldMk cId="2907557485" sldId="271"/>
            <ac:picMk id="4" creationId="{F4E2A1F8-D832-475F-ACB8-7A4CCE1EBD6C}"/>
          </ac:picMkLst>
        </pc:picChg>
      </pc:sldChg>
      <pc:sldChg chg="modSp mod">
        <pc:chgData name="Dian Nurdiana, S.Kom., M.Kom." userId="fca74076-a507-46b3-81ba-40d1f8510c15" providerId="ADAL" clId="{2AE219CA-8184-4E58-B218-9A8E5978000F}" dt="2020-12-30T04:30:15.385" v="101" actId="5793"/>
        <pc:sldMkLst>
          <pc:docMk/>
          <pc:sldMk cId="707124780" sldId="273"/>
        </pc:sldMkLst>
        <pc:spChg chg="mod">
          <ac:chgData name="Dian Nurdiana, S.Kom., M.Kom." userId="fca74076-a507-46b3-81ba-40d1f8510c15" providerId="ADAL" clId="{2AE219CA-8184-4E58-B218-9A8E5978000F}" dt="2020-12-30T04:29:27.638" v="83"/>
          <ac:spMkLst>
            <pc:docMk/>
            <pc:sldMk cId="707124780" sldId="273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0:15.385" v="101" actId="5793"/>
          <ac:spMkLst>
            <pc:docMk/>
            <pc:sldMk cId="707124780" sldId="273"/>
            <ac:spMk id="3" creationId="{163DD9E5-1DDC-42B3-A957-9582A1861C3E}"/>
          </ac:spMkLst>
        </pc:spChg>
      </pc:sldChg>
      <pc:sldChg chg="modSp mod">
        <pc:chgData name="Dian Nurdiana, S.Kom., M.Kom." userId="fca74076-a507-46b3-81ba-40d1f8510c15" providerId="ADAL" clId="{2AE219CA-8184-4E58-B218-9A8E5978000F}" dt="2020-12-30T04:30:39.877" v="106" actId="27636"/>
        <pc:sldMkLst>
          <pc:docMk/>
          <pc:sldMk cId="1835521271" sldId="274"/>
        </pc:sldMkLst>
        <pc:spChg chg="mod">
          <ac:chgData name="Dian Nurdiana, S.Kom., M.Kom." userId="fca74076-a507-46b3-81ba-40d1f8510c15" providerId="ADAL" clId="{2AE219CA-8184-4E58-B218-9A8E5978000F}" dt="2020-12-30T04:30:27.655" v="102"/>
          <ac:spMkLst>
            <pc:docMk/>
            <pc:sldMk cId="1835521271" sldId="274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0:39.877" v="106" actId="27636"/>
          <ac:spMkLst>
            <pc:docMk/>
            <pc:sldMk cId="1835521271" sldId="274"/>
            <ac:spMk id="3" creationId="{163DD9E5-1DDC-42B3-A957-9582A1861C3E}"/>
          </ac:spMkLst>
        </pc:spChg>
      </pc:sldChg>
      <pc:sldChg chg="addSp modSp mod">
        <pc:chgData name="Dian Nurdiana, S.Kom., M.Kom." userId="fca74076-a507-46b3-81ba-40d1f8510c15" providerId="ADAL" clId="{2AE219CA-8184-4E58-B218-9A8E5978000F}" dt="2020-12-30T04:27:17.250" v="65" actId="1076"/>
        <pc:sldMkLst>
          <pc:docMk/>
          <pc:sldMk cId="2720750934" sldId="277"/>
        </pc:sldMkLst>
        <pc:spChg chg="mod">
          <ac:chgData name="Dian Nurdiana, S.Kom., M.Kom." userId="fca74076-a507-46b3-81ba-40d1f8510c15" providerId="ADAL" clId="{2AE219CA-8184-4E58-B218-9A8E5978000F}" dt="2020-12-30T04:26:53.430" v="62"/>
          <ac:spMkLst>
            <pc:docMk/>
            <pc:sldMk cId="2720750934" sldId="277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7:04.083" v="63"/>
          <ac:spMkLst>
            <pc:docMk/>
            <pc:sldMk cId="2720750934" sldId="277"/>
            <ac:spMk id="3" creationId="{163DD9E5-1DDC-42B3-A957-9582A1861C3E}"/>
          </ac:spMkLst>
        </pc:spChg>
        <pc:picChg chg="add mod">
          <ac:chgData name="Dian Nurdiana, S.Kom., M.Kom." userId="fca74076-a507-46b3-81ba-40d1f8510c15" providerId="ADAL" clId="{2AE219CA-8184-4E58-B218-9A8E5978000F}" dt="2020-12-30T04:27:17.250" v="65" actId="1076"/>
          <ac:picMkLst>
            <pc:docMk/>
            <pc:sldMk cId="2720750934" sldId="277"/>
            <ac:picMk id="4" creationId="{7EBCEB92-2C6D-467C-9B15-33E7B4B4F93B}"/>
          </ac:picMkLst>
        </pc:picChg>
      </pc:sldChg>
      <pc:sldChg chg="delSp modSp add mod">
        <pc:chgData name="Dian Nurdiana, S.Kom., M.Kom." userId="fca74076-a507-46b3-81ba-40d1f8510c15" providerId="ADAL" clId="{2AE219CA-8184-4E58-B218-9A8E5978000F}" dt="2020-12-30T04:28:07.899" v="69" actId="20577"/>
        <pc:sldMkLst>
          <pc:docMk/>
          <pc:sldMk cId="3224428108" sldId="278"/>
        </pc:sldMkLst>
        <pc:spChg chg="mod">
          <ac:chgData name="Dian Nurdiana, S.Kom., M.Kom." userId="fca74076-a507-46b3-81ba-40d1f8510c15" providerId="ADAL" clId="{2AE219CA-8184-4E58-B218-9A8E5978000F}" dt="2020-12-30T04:28:07.899" v="69" actId="20577"/>
          <ac:spMkLst>
            <pc:docMk/>
            <pc:sldMk cId="3224428108" sldId="278"/>
            <ac:spMk id="3" creationId="{163DD9E5-1DDC-42B3-A957-9582A1861C3E}"/>
          </ac:spMkLst>
        </pc:spChg>
        <pc:picChg chg="del">
          <ac:chgData name="Dian Nurdiana, S.Kom., M.Kom." userId="fca74076-a507-46b3-81ba-40d1f8510c15" providerId="ADAL" clId="{2AE219CA-8184-4E58-B218-9A8E5978000F}" dt="2020-12-30T04:28:04.327" v="67" actId="478"/>
          <ac:picMkLst>
            <pc:docMk/>
            <pc:sldMk cId="3224428108" sldId="278"/>
            <ac:picMk id="4" creationId="{7EBCEB92-2C6D-467C-9B15-33E7B4B4F93B}"/>
          </ac:picMkLst>
        </pc:picChg>
      </pc:sldChg>
      <pc:sldChg chg="modSp add mod">
        <pc:chgData name="Dian Nurdiana, S.Kom., M.Kom." userId="fca74076-a507-46b3-81ba-40d1f8510c15" providerId="ADAL" clId="{2AE219CA-8184-4E58-B218-9A8E5978000F}" dt="2020-12-30T04:31:58.241" v="137" actId="113"/>
        <pc:sldMkLst>
          <pc:docMk/>
          <pc:sldMk cId="2679286301" sldId="279"/>
        </pc:sldMkLst>
        <pc:spChg chg="mod">
          <ac:chgData name="Dian Nurdiana, S.Kom., M.Kom." userId="fca74076-a507-46b3-81ba-40d1f8510c15" providerId="ADAL" clId="{2AE219CA-8184-4E58-B218-9A8E5978000F}" dt="2020-12-30T04:30:55.544" v="108"/>
          <ac:spMkLst>
            <pc:docMk/>
            <pc:sldMk cId="2679286301" sldId="279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1:58.241" v="137" actId="113"/>
          <ac:spMkLst>
            <pc:docMk/>
            <pc:sldMk cId="2679286301" sldId="279"/>
            <ac:spMk id="3" creationId="{163DD9E5-1DDC-42B3-A957-9582A1861C3E}"/>
          </ac:spMkLst>
        </pc:spChg>
      </pc:sldChg>
      <pc:sldChg chg="modSp add mod">
        <pc:chgData name="Dian Nurdiana, S.Kom., M.Kom." userId="fca74076-a507-46b3-81ba-40d1f8510c15" providerId="ADAL" clId="{2AE219CA-8184-4E58-B218-9A8E5978000F}" dt="2020-12-30T04:32:42.591" v="150" actId="20577"/>
        <pc:sldMkLst>
          <pc:docMk/>
          <pc:sldMk cId="3234302241" sldId="280"/>
        </pc:sldMkLst>
        <pc:spChg chg="mod">
          <ac:chgData name="Dian Nurdiana, S.Kom., M.Kom." userId="fca74076-a507-46b3-81ba-40d1f8510c15" providerId="ADAL" clId="{2AE219CA-8184-4E58-B218-9A8E5978000F}" dt="2020-12-30T04:32:42.591" v="150" actId="20577"/>
          <ac:spMkLst>
            <pc:docMk/>
            <pc:sldMk cId="3234302241" sldId="280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2:25.180" v="142" actId="6549"/>
          <ac:spMkLst>
            <pc:docMk/>
            <pc:sldMk cId="3234302241" sldId="280"/>
            <ac:spMk id="3" creationId="{163DD9E5-1DDC-42B3-A957-9582A1861C3E}"/>
          </ac:spMkLst>
        </pc:spChg>
      </pc:sldChg>
      <pc:sldChg chg="modSp add mod">
        <pc:chgData name="Dian Nurdiana, S.Kom., M.Kom." userId="fca74076-a507-46b3-81ba-40d1f8510c15" providerId="ADAL" clId="{2AE219CA-8184-4E58-B218-9A8E5978000F}" dt="2020-12-30T04:33:07.074" v="155"/>
        <pc:sldMkLst>
          <pc:docMk/>
          <pc:sldMk cId="1441663428" sldId="281"/>
        </pc:sldMkLst>
        <pc:spChg chg="mod">
          <ac:chgData name="Dian Nurdiana, S.Kom., M.Kom." userId="fca74076-a507-46b3-81ba-40d1f8510c15" providerId="ADAL" clId="{2AE219CA-8184-4E58-B218-9A8E5978000F}" dt="2020-12-30T04:32:34.818" v="144"/>
          <ac:spMkLst>
            <pc:docMk/>
            <pc:sldMk cId="1441663428" sldId="281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3:07.074" v="155"/>
          <ac:spMkLst>
            <pc:docMk/>
            <pc:sldMk cId="1441663428" sldId="281"/>
            <ac:spMk id="3" creationId="{163DD9E5-1DDC-42B3-A957-9582A1861C3E}"/>
          </ac:spMkLst>
        </pc:spChg>
      </pc:sldChg>
    </pc:docChg>
  </pc:docChgLst>
  <pc:docChgLst>
    <pc:chgData name="Dian Nurdiana, S.Kom., M.Kom." userId="fca74076-a507-46b3-81ba-40d1f8510c15" providerId="ADAL" clId="{0832B004-D158-4368-ADAF-E8E9F3EE0399}"/>
    <pc:docChg chg="modSld">
      <pc:chgData name="Dian Nurdiana, S.Kom., M.Kom." userId="fca74076-a507-46b3-81ba-40d1f8510c15" providerId="ADAL" clId="{0832B004-D158-4368-ADAF-E8E9F3EE0399}" dt="2023-06-21T07:36:21.599" v="23" actId="6549"/>
      <pc:docMkLst>
        <pc:docMk/>
      </pc:docMkLst>
      <pc:sldChg chg="modSp">
        <pc:chgData name="Dian Nurdiana, S.Kom., M.Kom." userId="fca74076-a507-46b3-81ba-40d1f8510c15" providerId="ADAL" clId="{0832B004-D158-4368-ADAF-E8E9F3EE0399}" dt="2023-06-21T07:36:21.599" v="23" actId="6549"/>
        <pc:sldMkLst>
          <pc:docMk/>
          <pc:sldMk cId="2097649925" sldId="257"/>
        </pc:sldMkLst>
        <pc:spChg chg="mod">
          <ac:chgData name="Dian Nurdiana, S.Kom., M.Kom." userId="fca74076-a507-46b3-81ba-40d1f8510c15" providerId="ADAL" clId="{0832B004-D158-4368-ADAF-E8E9F3EE0399}" dt="2023-06-21T07:36:21.599" v="23" actId="6549"/>
          <ac:spMkLst>
            <pc:docMk/>
            <pc:sldMk cId="2097649925" sldId="257"/>
            <ac:spMk id="5" creationId="{8B2E021C-F2B5-470F-BA90-8F3C01E9B787}"/>
          </ac:spMkLst>
        </pc:spChg>
        <pc:spChg chg="mod">
          <ac:chgData name="Dian Nurdiana, S.Kom., M.Kom." userId="fca74076-a507-46b3-81ba-40d1f8510c15" providerId="ADAL" clId="{0832B004-D158-4368-ADAF-E8E9F3EE0399}" dt="2023-06-21T07:35:59.954" v="22" actId="20577"/>
          <ac:spMkLst>
            <pc:docMk/>
            <pc:sldMk cId="2097649925" sldId="257"/>
            <ac:spMk id="11" creationId="{2F5769DE-2A5D-4AD6-AA5B-A4CCB6BA411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89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id-ID" sz="2400" b="1"/>
              <a:t>MATERI</a:t>
            </a:r>
            <a:endParaRPr lang="id-ID" sz="2400" b="1" dirty="0"/>
          </a:p>
          <a:p>
            <a:pPr algn="ctr">
              <a:buNone/>
            </a:pPr>
            <a:r>
              <a:rPr lang="id-ID" sz="2400" b="1" dirty="0"/>
              <a:t>MSIM4204 JARINGAN KOMPUTER</a:t>
            </a:r>
            <a:endParaRPr lang="id-ID" sz="2400" dirty="0">
              <a:effectLst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194" y="4909317"/>
            <a:ext cx="4047904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id-ID" altLang="en-US" sz="2176" b="1" dirty="0">
                <a:latin typeface="Century Gothic" panose="020B0502020202020204" pitchFamily="34" charset="0"/>
              </a:rPr>
              <a:t>Fakultas Sains dan Teknologi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769DE-2A5D-4AD6-AA5B-A4CCB6BA4112}"/>
              </a:ext>
            </a:extLst>
          </p:cNvPr>
          <p:cNvSpPr txBox="1"/>
          <p:nvPr/>
        </p:nvSpPr>
        <p:spPr>
          <a:xfrm>
            <a:off x="3818140" y="3059668"/>
            <a:ext cx="44060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id-ID" sz="4000" dirty="0"/>
              <a:t>Aktivitas Belajar 2 </a:t>
            </a:r>
          </a:p>
          <a:p>
            <a:pPr algn="ctr">
              <a:spcBef>
                <a:spcPct val="0"/>
              </a:spcBef>
              <a:buNone/>
            </a:pPr>
            <a:r>
              <a:rPr lang="nn-NO" sz="4000" dirty="0"/>
              <a:t>Model Referensi OSI</a:t>
            </a:r>
            <a:endParaRPr lang="id-ID" altLang="en-US" sz="5400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LAYER PADA OSI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OSI adalah referensi komunikasi dari Open System </a:t>
            </a:r>
            <a:r>
              <a:rPr lang="id-ID" dirty="0" err="1"/>
              <a:t>Interconnection</a:t>
            </a:r>
            <a:r>
              <a:rPr lang="id-ID" dirty="0"/>
              <a:t>. </a:t>
            </a:r>
            <a:r>
              <a:rPr lang="en-US" dirty="0"/>
              <a:t>Model </a:t>
            </a:r>
            <a:r>
              <a:rPr lang="id-ID" dirty="0"/>
              <a:t>OSI digunakan sebagai titik referensi untuk membahas spesifikasi protokol.</a:t>
            </a:r>
          </a:p>
          <a:p>
            <a:r>
              <a:rPr lang="en-US" dirty="0"/>
              <a:t>Model </a:t>
            </a:r>
            <a:r>
              <a:rPr lang="id-ID" dirty="0"/>
              <a:t>OSI terdiri dari 7 layer. Di mana bagian atas dari layernya (layer 7, 6, dan 5) difokuskan untuk bentuk pelayanan dari suatu aplikasi. Sedangkan untuk layer bagian bawahnya (layer 4, 3, 2</a:t>
            </a:r>
            <a:r>
              <a:rPr lang="en-US" dirty="0"/>
              <a:t>,</a:t>
            </a:r>
            <a:r>
              <a:rPr lang="id-ID" dirty="0"/>
              <a:t> dan 1) </a:t>
            </a:r>
            <a:r>
              <a:rPr lang="id-ID" dirty="0" err="1"/>
              <a:t>berorientasikan</a:t>
            </a:r>
            <a:r>
              <a:rPr lang="id-ID" dirty="0"/>
              <a:t> tentang aliran data dari ujung satu ke ujung yang lainnya.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6944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Model Referensi OSI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B536630-4238-4226-AC61-FBAF0A1A71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6006536"/>
              </p:ext>
            </p:extLst>
          </p:nvPr>
        </p:nvGraphicFramePr>
        <p:xfrm>
          <a:off x="409074" y="1429542"/>
          <a:ext cx="11309684" cy="497713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896804">
                  <a:extLst>
                    <a:ext uri="{9D8B030D-6E8A-4147-A177-3AD203B41FA5}">
                      <a16:colId xmlns:a16="http://schemas.microsoft.com/office/drawing/2014/main" val="569411999"/>
                    </a:ext>
                  </a:extLst>
                </a:gridCol>
                <a:gridCol w="6842497">
                  <a:extLst>
                    <a:ext uri="{9D8B030D-6E8A-4147-A177-3AD203B41FA5}">
                      <a16:colId xmlns:a16="http://schemas.microsoft.com/office/drawing/2014/main" val="2082806761"/>
                    </a:ext>
                  </a:extLst>
                </a:gridCol>
                <a:gridCol w="2570383">
                  <a:extLst>
                    <a:ext uri="{9D8B030D-6E8A-4147-A177-3AD203B41FA5}">
                      <a16:colId xmlns:a16="http://schemas.microsoft.com/office/drawing/2014/main" val="1184728147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marL="69215" indent="228600" algn="ctr">
                        <a:lnSpc>
                          <a:spcPts val="1300"/>
                        </a:lnSpc>
                      </a:pPr>
                      <a:r>
                        <a:rPr lang="id-ID" sz="800">
                          <a:effectLst/>
                        </a:rPr>
                        <a:t>Nama layer</a:t>
                      </a:r>
                      <a:endParaRPr lang="id-ID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13030" indent="228600" algn="ctr">
                        <a:lnSpc>
                          <a:spcPts val="1300"/>
                        </a:lnSpc>
                      </a:pPr>
                      <a:r>
                        <a:rPr lang="id-ID" sz="800">
                          <a:effectLst/>
                        </a:rPr>
                        <a:t>Fungsi</a:t>
                      </a:r>
                      <a:endParaRPr lang="id-ID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indent="228600" algn="ctr">
                        <a:lnSpc>
                          <a:spcPts val="1300"/>
                        </a:lnSpc>
                      </a:pPr>
                      <a:r>
                        <a:rPr lang="id-ID" sz="800">
                          <a:effectLst/>
                        </a:rPr>
                        <a:t>Contoh</a:t>
                      </a:r>
                      <a:endParaRPr lang="id-ID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41430905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marL="69215" indent="0" algn="l">
                        <a:lnSpc>
                          <a:spcPct val="100000"/>
                        </a:lnSpc>
                      </a:pPr>
                      <a:r>
                        <a:rPr lang="id-ID" sz="1600" dirty="0">
                          <a:effectLst/>
                        </a:rPr>
                        <a:t>Aplikasi (</a:t>
                      </a:r>
                      <a:r>
                        <a:rPr lang="en-US" sz="1600" dirty="0">
                          <a:effectLst/>
                        </a:rPr>
                        <a:t>L</a:t>
                      </a:r>
                      <a:r>
                        <a:rPr lang="id-ID" sz="1600" dirty="0" err="1">
                          <a:effectLst/>
                        </a:rPr>
                        <a:t>ayer</a:t>
                      </a:r>
                      <a:r>
                        <a:rPr lang="id-ID" sz="1600" dirty="0">
                          <a:effectLst/>
                        </a:rPr>
                        <a:t> 7)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 marR="10541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Aplikasi yang saling berkomunikasi antar komputer. Aplikasi layer mengacu pada pelayanan komunikasi pada suatu aplikasi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indent="0" algn="l">
                        <a:lnSpc>
                          <a:spcPct val="100000"/>
                        </a:lnSpc>
                      </a:pPr>
                      <a:r>
                        <a:rPr lang="id-ID" sz="1600">
                          <a:effectLst/>
                        </a:rPr>
                        <a:t>Telnet, HTTP, FTP,</a:t>
                      </a:r>
                    </a:p>
                    <a:p>
                      <a:pPr marL="89535" indent="0" algn="l">
                        <a:lnSpc>
                          <a:spcPct val="100000"/>
                        </a:lnSpc>
                      </a:pPr>
                      <a:r>
                        <a:rPr lang="id-ID" sz="1600">
                          <a:effectLst/>
                        </a:rPr>
                        <a:t>WWW Browser, NFS, SMTP, SNMP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23558117"/>
                  </a:ext>
                </a:extLst>
              </a:tr>
              <a:tr h="401002">
                <a:tc>
                  <a:txBody>
                    <a:bodyPr/>
                    <a:lstStyle/>
                    <a:p>
                      <a:pPr marL="69215" indent="0" algn="l">
                        <a:lnSpc>
                          <a:spcPct val="100000"/>
                        </a:lnSpc>
                      </a:pPr>
                      <a:r>
                        <a:rPr lang="id-ID" sz="1600">
                          <a:effectLst/>
                        </a:rPr>
                        <a:t>Presentasi (Layer 6)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 marR="10541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</a:t>
                      </a:r>
                      <a:r>
                        <a:rPr lang="id-ID" sz="1600" dirty="0" err="1">
                          <a:effectLst/>
                        </a:rPr>
                        <a:t>ayer</a:t>
                      </a:r>
                      <a:r>
                        <a:rPr lang="id-ID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p</a:t>
                      </a:r>
                      <a:r>
                        <a:rPr lang="id-ID" sz="1600" dirty="0" err="1">
                          <a:effectLst/>
                        </a:rPr>
                        <a:t>resentasi</a:t>
                      </a:r>
                      <a:r>
                        <a:rPr lang="id-ID" sz="1600" dirty="0">
                          <a:effectLst/>
                        </a:rPr>
                        <a:t> bertujuan untuk mendefinisikan format data, seperti ASCII </a:t>
                      </a:r>
                      <a:r>
                        <a:rPr lang="id-ID" sz="1600" dirty="0" err="1">
                          <a:effectLst/>
                        </a:rPr>
                        <a:t>text</a:t>
                      </a:r>
                      <a:r>
                        <a:rPr lang="id-ID" sz="1600" dirty="0">
                          <a:effectLst/>
                        </a:rPr>
                        <a:t>, </a:t>
                      </a:r>
                      <a:r>
                        <a:rPr lang="id-ID" sz="1600" dirty="0" err="1">
                          <a:effectLst/>
                        </a:rPr>
                        <a:t>binary</a:t>
                      </a:r>
                      <a:r>
                        <a:rPr lang="en-US" sz="1600" dirty="0">
                          <a:effectLst/>
                        </a:rPr>
                        <a:t>,</a:t>
                      </a:r>
                      <a:r>
                        <a:rPr lang="id-ID" sz="1600" dirty="0">
                          <a:effectLst/>
                        </a:rPr>
                        <a:t> dan JPEG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indent="0" algn="l">
                        <a:lnSpc>
                          <a:spcPct val="100000"/>
                        </a:lnSpc>
                      </a:pPr>
                      <a:r>
                        <a:rPr lang="id-ID" sz="1600">
                          <a:effectLst/>
                        </a:rPr>
                        <a:t>JPEG, ASCII, TIFF, GIF, MPEG, MIDI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39456512"/>
                  </a:ext>
                </a:extLst>
              </a:tr>
              <a:tr h="414739">
                <a:tc>
                  <a:txBody>
                    <a:bodyPr/>
                    <a:lstStyle/>
                    <a:p>
                      <a:pPr marL="69215" indent="0" algn="l">
                        <a:lnSpc>
                          <a:spcPct val="100000"/>
                        </a:lnSpc>
                      </a:pPr>
                      <a:r>
                        <a:rPr lang="id-ID" sz="1600" dirty="0">
                          <a:effectLst/>
                        </a:rPr>
                        <a:t>Sesi (Layer 5)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 marR="10541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</a:t>
                      </a:r>
                      <a:r>
                        <a:rPr lang="id-ID" sz="1600" dirty="0" err="1">
                          <a:effectLst/>
                        </a:rPr>
                        <a:t>ayer</a:t>
                      </a:r>
                      <a:r>
                        <a:rPr lang="id-ID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s</a:t>
                      </a:r>
                      <a:r>
                        <a:rPr lang="id-ID" sz="1600" dirty="0" err="1">
                          <a:effectLst/>
                        </a:rPr>
                        <a:t>esi</a:t>
                      </a:r>
                      <a:r>
                        <a:rPr lang="id-ID" sz="1600" dirty="0">
                          <a:effectLst/>
                        </a:rPr>
                        <a:t> mendefinisikan bagaimana memulai, mengontrol</a:t>
                      </a:r>
                      <a:r>
                        <a:rPr lang="en-US" sz="1600" dirty="0">
                          <a:effectLst/>
                        </a:rPr>
                        <a:t>,</a:t>
                      </a:r>
                      <a:r>
                        <a:rPr lang="id-ID" sz="1600" dirty="0">
                          <a:effectLst/>
                        </a:rPr>
                        <a:t> dan mengakhiri suatu percakapan (biasa disebut </a:t>
                      </a:r>
                      <a:r>
                        <a:rPr lang="id-ID" sz="1600" dirty="0" err="1">
                          <a:effectLst/>
                        </a:rPr>
                        <a:t>session</a:t>
                      </a:r>
                      <a:r>
                        <a:rPr lang="id-ID" sz="1600" dirty="0">
                          <a:effectLst/>
                        </a:rPr>
                        <a:t>)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indent="0" algn="l">
                        <a:lnSpc>
                          <a:spcPct val="100000"/>
                        </a:lnSpc>
                      </a:pPr>
                      <a:r>
                        <a:rPr lang="id-ID" sz="1600" dirty="0">
                          <a:effectLst/>
                        </a:rPr>
                        <a:t>RPC, SQL, NFS, SCP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4941373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marL="69215" indent="0" algn="l">
                        <a:lnSpc>
                          <a:spcPct val="100000"/>
                        </a:lnSpc>
                      </a:pPr>
                      <a:r>
                        <a:rPr lang="id-ID" sz="1600">
                          <a:effectLst/>
                        </a:rPr>
                        <a:t>Transport (Layer 4)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 marR="10541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Pada layer 4 ini bisa dipilih apakah menggunakan protokol yang mendukung error-recovery atau tidak. Melakukan multiplexing terhadap data yang datang, mengurutkan data yang datang apabila datangnya tidak berurutan.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indent="0" algn="l">
                        <a:lnSpc>
                          <a:spcPct val="100000"/>
                        </a:lnSpc>
                      </a:pPr>
                      <a:r>
                        <a:rPr lang="id-ID" sz="1600" dirty="0">
                          <a:effectLst/>
                        </a:rPr>
                        <a:t>TCP, UDP, SPX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84376253"/>
                  </a:ext>
                </a:extLst>
              </a:tr>
              <a:tr h="555266">
                <a:tc>
                  <a:txBody>
                    <a:bodyPr/>
                    <a:lstStyle/>
                    <a:p>
                      <a:pPr marL="69215" indent="0" algn="l">
                        <a:lnSpc>
                          <a:spcPct val="100000"/>
                        </a:lnSpc>
                      </a:pPr>
                      <a:r>
                        <a:rPr lang="id-ID" sz="1600">
                          <a:effectLst/>
                        </a:rPr>
                        <a:t>Network (Layer 3)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 marR="10541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Layer ini mendefinisikan pengiriman data dari ujung ke ujung. Untuk melakukan pengiriman</a:t>
                      </a:r>
                      <a:r>
                        <a:rPr lang="en-US" sz="1600" dirty="0">
                          <a:effectLst/>
                        </a:rPr>
                        <a:t>,</a:t>
                      </a:r>
                      <a:r>
                        <a:rPr lang="id-ID" sz="1600" dirty="0">
                          <a:effectLst/>
                        </a:rPr>
                        <a:t> pada layer ini juga melakukan </a:t>
                      </a:r>
                      <a:r>
                        <a:rPr lang="id-ID" sz="1600" dirty="0" err="1">
                          <a:effectLst/>
                        </a:rPr>
                        <a:t>pengalamatan</a:t>
                      </a:r>
                      <a:r>
                        <a:rPr lang="id-ID" sz="1600" dirty="0">
                          <a:effectLst/>
                        </a:rPr>
                        <a:t>. Mendefinisikan pengiriman jalur (</a:t>
                      </a:r>
                      <a:r>
                        <a:rPr lang="id-ID" sz="1600" dirty="0" err="1">
                          <a:effectLst/>
                        </a:rPr>
                        <a:t>routing</a:t>
                      </a:r>
                      <a:r>
                        <a:rPr lang="id-ID" sz="1600" dirty="0">
                          <a:effectLst/>
                        </a:rPr>
                        <a:t>).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indent="0" algn="l">
                        <a:lnSpc>
                          <a:spcPct val="100000"/>
                        </a:lnSpc>
                      </a:pPr>
                      <a:r>
                        <a:rPr lang="id-ID" sz="1600" dirty="0">
                          <a:effectLst/>
                        </a:rPr>
                        <a:t>IP, IPX, </a:t>
                      </a:r>
                      <a:r>
                        <a:rPr lang="id-ID" sz="1600" dirty="0" err="1">
                          <a:effectLst/>
                        </a:rPr>
                        <a:t>Appletalk</a:t>
                      </a:r>
                      <a:r>
                        <a:rPr lang="id-ID" sz="1600" dirty="0">
                          <a:effectLst/>
                        </a:rPr>
                        <a:t> DDP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97609121"/>
                  </a:ext>
                </a:extLst>
              </a:tr>
              <a:tr h="555266">
                <a:tc>
                  <a:txBody>
                    <a:bodyPr/>
                    <a:lstStyle/>
                    <a:p>
                      <a:pPr marL="69215" indent="0" algn="l">
                        <a:lnSpc>
                          <a:spcPct val="100000"/>
                        </a:lnSpc>
                      </a:pPr>
                      <a:r>
                        <a:rPr lang="id-ID" sz="1600">
                          <a:effectLst/>
                        </a:rPr>
                        <a:t>Data Link (</a:t>
                      </a:r>
                      <a:r>
                        <a:rPr lang="en-US" sz="1600">
                          <a:effectLst/>
                        </a:rPr>
                        <a:t>L</a:t>
                      </a:r>
                      <a:r>
                        <a:rPr lang="id-ID" sz="1600">
                          <a:effectLst/>
                        </a:rPr>
                        <a:t>ayer 2)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 marR="10541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Layer ini mengatur pengiriman data dari interface yang berbeda.</a:t>
                      </a:r>
                      <a:r>
                        <a:rPr lang="en-US" sz="1600">
                          <a:effectLst/>
                        </a:rPr>
                        <a:t> M</a:t>
                      </a:r>
                      <a:r>
                        <a:rPr lang="id-ID" sz="1600">
                          <a:effectLst/>
                        </a:rPr>
                        <a:t>isal</a:t>
                      </a:r>
                      <a:r>
                        <a:rPr lang="en-US" sz="1600">
                          <a:effectLst/>
                        </a:rPr>
                        <a:t>kan</a:t>
                      </a:r>
                      <a:r>
                        <a:rPr lang="id-ID" sz="1600">
                          <a:effectLst/>
                        </a:rPr>
                        <a:t> pengiriman data dari ethernet 802.3 menuju ke High-level Data Link Control (HDLC), pengiriman data WAN.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indent="0" algn="l">
                        <a:lnSpc>
                          <a:spcPct val="100000"/>
                        </a:lnSpc>
                      </a:pPr>
                      <a:r>
                        <a:rPr lang="id-ID" sz="1600" dirty="0">
                          <a:effectLst/>
                        </a:rPr>
                        <a:t>IEEE 802.2/802.3, HDLC,</a:t>
                      </a:r>
                    </a:p>
                    <a:p>
                      <a:pPr marL="89535" indent="0" algn="l">
                        <a:lnSpc>
                          <a:spcPct val="100000"/>
                        </a:lnSpc>
                      </a:pPr>
                      <a:r>
                        <a:rPr lang="id-ID" sz="1600" dirty="0" err="1">
                          <a:effectLst/>
                        </a:rPr>
                        <a:t>Frame</a:t>
                      </a:r>
                      <a:r>
                        <a:rPr lang="id-ID" sz="1600" dirty="0">
                          <a:effectLst/>
                        </a:rPr>
                        <a:t> </a:t>
                      </a:r>
                      <a:r>
                        <a:rPr lang="id-ID" sz="1600" dirty="0" err="1">
                          <a:effectLst/>
                        </a:rPr>
                        <a:t>relay</a:t>
                      </a:r>
                      <a:r>
                        <a:rPr lang="id-ID" sz="1600" dirty="0">
                          <a:effectLst/>
                        </a:rPr>
                        <a:t>, PPP, FDDI, ATM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90881175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marL="69215" indent="0" algn="l">
                        <a:lnSpc>
                          <a:spcPct val="100000"/>
                        </a:lnSpc>
                      </a:pPr>
                      <a:r>
                        <a:rPr lang="id-ID" sz="1600">
                          <a:effectLst/>
                        </a:rPr>
                        <a:t>Physical (Layer 1)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 marR="10541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</a:rPr>
                        <a:t>Layer ini mengatur tentang bentuk interface yang berbeda-beda dari sebuah media transmisi. Spesifikasi yang berbeda misal</a:t>
                      </a:r>
                      <a:r>
                        <a:rPr lang="en-US" sz="1600">
                          <a:effectLst/>
                        </a:rPr>
                        <a:t>nya</a:t>
                      </a:r>
                      <a:r>
                        <a:rPr lang="id-ID" sz="1600">
                          <a:effectLst/>
                        </a:rPr>
                        <a:t> konektor, pin, penggunaan pin, arus listrik yang lewat, encoding, sumber cahaya</a:t>
                      </a:r>
                      <a:r>
                        <a:rPr lang="en-US" sz="1600">
                          <a:effectLst/>
                        </a:rPr>
                        <a:t>,</a:t>
                      </a:r>
                      <a:r>
                        <a:rPr lang="id-ID" sz="1600">
                          <a:effectLst/>
                        </a:rPr>
                        <a:t> d</a:t>
                      </a:r>
                      <a:r>
                        <a:rPr lang="en-US" sz="1600">
                          <a:effectLst/>
                        </a:rPr>
                        <a:t>an lain-lain.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indent="0" algn="l">
                        <a:lnSpc>
                          <a:spcPct val="100000"/>
                        </a:lnSpc>
                      </a:pPr>
                      <a:r>
                        <a:rPr lang="id-ID" sz="1600" dirty="0">
                          <a:effectLst/>
                        </a:rPr>
                        <a:t>EIA/TIA-232, V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r>
                        <a:rPr lang="id-ID" sz="1600" dirty="0">
                          <a:effectLst/>
                        </a:rPr>
                        <a:t>35,</a:t>
                      </a:r>
                    </a:p>
                    <a:p>
                      <a:pPr marL="89535" indent="0" algn="l">
                        <a:lnSpc>
                          <a:spcPct val="100000"/>
                        </a:lnSpc>
                      </a:pPr>
                      <a:r>
                        <a:rPr lang="id-ID" sz="1600" dirty="0">
                          <a:effectLst/>
                        </a:rPr>
                        <a:t>EIA/TIA-449, V.24, RJ45, </a:t>
                      </a:r>
                      <a:r>
                        <a:rPr lang="id-ID" sz="1600" dirty="0" err="1">
                          <a:effectLst/>
                        </a:rPr>
                        <a:t>Ethernet</a:t>
                      </a:r>
                      <a:r>
                        <a:rPr lang="id-ID" sz="1600" dirty="0">
                          <a:effectLst/>
                        </a:rPr>
                        <a:t>, NRZI, NRZ, B8ZS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20925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82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s-ES" dirty="0"/>
              <a:t>INTERAKSI ANTAR LAYER PADA OSI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dirty="0"/>
              <a:t>Proses bagaimana komputer berinteraksi dengan menggunakan layer pada OSI, mempunyai dua fungsi umum, antara lain:</a:t>
            </a:r>
          </a:p>
          <a:p>
            <a:r>
              <a:rPr lang="en-US" dirty="0" err="1"/>
              <a:t>Tiap</a:t>
            </a:r>
            <a:r>
              <a:rPr lang="en-US" dirty="0"/>
              <a:t> layer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pelayanan</a:t>
            </a:r>
            <a:r>
              <a:rPr lang="en-US" dirty="0"/>
              <a:t> pada layer di </a:t>
            </a:r>
            <a:r>
              <a:rPr lang="en-US" dirty="0" err="1"/>
              <a:t>atasnya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spesifikasi</a:t>
            </a:r>
            <a:r>
              <a:rPr lang="en-US" dirty="0"/>
              <a:t> </a:t>
            </a:r>
            <a:r>
              <a:rPr lang="en-US" dirty="0" err="1"/>
              <a:t>protokolnya</a:t>
            </a:r>
            <a:r>
              <a:rPr lang="en-US" dirty="0"/>
              <a:t>;</a:t>
            </a:r>
            <a:endParaRPr lang="id-ID" dirty="0"/>
          </a:p>
          <a:p>
            <a:r>
              <a:rPr lang="en-US" dirty="0" err="1"/>
              <a:t>Tiap</a:t>
            </a:r>
            <a:r>
              <a:rPr lang="en-US" dirty="0"/>
              <a:t> layer </a:t>
            </a:r>
            <a:r>
              <a:rPr lang="en-US" dirty="0" err="1"/>
              <a:t>mengirimkan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software dan hardware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759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s-ES" dirty="0"/>
              <a:t>INTERAKSI ANTAR LAYER PADA OSI</a:t>
            </a:r>
            <a:endParaRPr lang="id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B07796-E795-40FE-B7F9-FA8551DDD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d-ID" dirty="0"/>
              <a:t>Sebuah data dibuat oleh aplikasi pada </a:t>
            </a:r>
            <a:r>
              <a:rPr lang="id-ID" dirty="0" err="1"/>
              <a:t>host</a:t>
            </a:r>
            <a:r>
              <a:rPr lang="id-ID" dirty="0"/>
              <a:t> A, contoh</a:t>
            </a:r>
            <a:r>
              <a:rPr lang="en-US" dirty="0" err="1"/>
              <a:t>nya</a:t>
            </a:r>
            <a:r>
              <a:rPr lang="id-ID" dirty="0"/>
              <a:t> seseorang menuliskan email. Pada tiap layer ditambahkan </a:t>
            </a:r>
            <a:r>
              <a:rPr lang="id-ID" dirty="0" err="1"/>
              <a:t>header</a:t>
            </a:r>
            <a:r>
              <a:rPr lang="id-ID" dirty="0"/>
              <a:t> dan dilanjutkan ke layer berikutnya (langkah 1 Gambar berikut). Contoh: pada layer </a:t>
            </a:r>
            <a:r>
              <a:rPr lang="id-ID" dirty="0" err="1"/>
              <a:t>transport</a:t>
            </a:r>
            <a:r>
              <a:rPr lang="id-ID" dirty="0"/>
              <a:t> menyalurkan data dan </a:t>
            </a:r>
            <a:r>
              <a:rPr lang="id-ID" dirty="0" err="1"/>
              <a:t>header</a:t>
            </a:r>
            <a:r>
              <a:rPr lang="id-ID" dirty="0"/>
              <a:t> yang ditambahkannya ke layer </a:t>
            </a:r>
            <a:r>
              <a:rPr lang="id-ID" dirty="0" err="1"/>
              <a:t>network</a:t>
            </a:r>
            <a:r>
              <a:rPr lang="id-ID" dirty="0"/>
              <a:t>, sedangkan pada layer </a:t>
            </a:r>
            <a:r>
              <a:rPr lang="id-ID" dirty="0" err="1"/>
              <a:t>network</a:t>
            </a:r>
            <a:r>
              <a:rPr lang="id-ID" dirty="0"/>
              <a:t> ditambahkan </a:t>
            </a:r>
            <a:r>
              <a:rPr lang="id-ID" dirty="0" err="1"/>
              <a:t>header</a:t>
            </a:r>
            <a:r>
              <a:rPr lang="id-ID" dirty="0"/>
              <a:t> alamat tujuannya supaya data bisa sampai pada komputer tujuannya.</a:t>
            </a:r>
          </a:p>
          <a:p>
            <a:r>
              <a:rPr lang="id-ID" dirty="0"/>
              <a:t>Setelah aplikasi memuat data, </a:t>
            </a:r>
            <a:r>
              <a:rPr lang="id-ID" dirty="0" err="1"/>
              <a:t>software</a:t>
            </a:r>
            <a:r>
              <a:rPr lang="id-ID" dirty="0"/>
              <a:t> dan </a:t>
            </a:r>
            <a:r>
              <a:rPr lang="id-ID" dirty="0" err="1"/>
              <a:t>hardware</a:t>
            </a:r>
            <a:r>
              <a:rPr lang="id-ID" dirty="0"/>
              <a:t> pada komputer menambahkan </a:t>
            </a:r>
            <a:r>
              <a:rPr lang="id-ID" dirty="0" err="1"/>
              <a:t>header</a:t>
            </a:r>
            <a:r>
              <a:rPr lang="id-ID" dirty="0"/>
              <a:t> dan trailernya. Pada layer fisik dapat menggunakan medianya untuk mengirimkan sinyal untuk transmisi (langkah 2 Gambar berikut).</a:t>
            </a:r>
          </a:p>
          <a:p>
            <a:r>
              <a:rPr lang="id-ID" dirty="0"/>
              <a:t>Di sisi penerima (langkah 3 Gambar berikut), </a:t>
            </a:r>
            <a:r>
              <a:rPr lang="id-ID" dirty="0" err="1"/>
              <a:t>Host</a:t>
            </a:r>
            <a:r>
              <a:rPr lang="id-ID" dirty="0"/>
              <a:t> B mulai mengatur interaksi antar layer pada </a:t>
            </a:r>
            <a:r>
              <a:rPr lang="id-ID" dirty="0" err="1"/>
              <a:t>host</a:t>
            </a:r>
            <a:r>
              <a:rPr lang="id-ID" dirty="0"/>
              <a:t> B. Panah ke atas (langkah 4 Gambar berikut) menunjukkan proses pemecahan </a:t>
            </a:r>
            <a:r>
              <a:rPr lang="id-ID" dirty="0" err="1"/>
              <a:t>header</a:t>
            </a:r>
            <a:r>
              <a:rPr lang="id-ID" dirty="0"/>
              <a:t> dan trailer sehingga pada akhirnya data dapat diterima oleh pengguna di </a:t>
            </a:r>
            <a:r>
              <a:rPr lang="id-ID" dirty="0" err="1"/>
              <a:t>host</a:t>
            </a:r>
            <a:r>
              <a:rPr lang="id-ID" dirty="0"/>
              <a:t> B.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0663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s-ES" dirty="0"/>
              <a:t>INTERAKSI ANTAR LAYER PADA OSI</a:t>
            </a:r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513DEF-B7C3-4B9F-B62F-25250B45B72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25" y="1614804"/>
            <a:ext cx="10593374" cy="3752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828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s-ES" dirty="0"/>
              <a:t>DATA ENKAPSULASI</a:t>
            </a:r>
            <a:endParaRPr lang="id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B07796-E795-40FE-B7F9-FA8551DDD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</a:t>
            </a:r>
            <a:r>
              <a:rPr lang="id-ID" dirty="0" err="1"/>
              <a:t>angkah</a:t>
            </a:r>
            <a:r>
              <a:rPr lang="id-ID" dirty="0"/>
              <a:t>-langkah untuk melakukan data enkapsulasi dapat dijabarkan sebagai berikut: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4C5103-3F35-4FFF-B327-10A7216BF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768884"/>
              </p:ext>
            </p:extLst>
          </p:nvPr>
        </p:nvGraphicFramePr>
        <p:xfrm>
          <a:off x="1027043" y="2919032"/>
          <a:ext cx="10137913" cy="338151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023605">
                  <a:extLst>
                    <a:ext uri="{9D8B030D-6E8A-4147-A177-3AD203B41FA5}">
                      <a16:colId xmlns:a16="http://schemas.microsoft.com/office/drawing/2014/main" val="1936709236"/>
                    </a:ext>
                  </a:extLst>
                </a:gridCol>
                <a:gridCol w="8114308">
                  <a:extLst>
                    <a:ext uri="{9D8B030D-6E8A-4147-A177-3AD203B41FA5}">
                      <a16:colId xmlns:a16="http://schemas.microsoft.com/office/drawing/2014/main" val="314097362"/>
                    </a:ext>
                  </a:extLst>
                </a:gridCol>
              </a:tblGrid>
              <a:tr h="36399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id-ID" sz="1800" dirty="0">
                          <a:effectLst/>
                        </a:rPr>
                        <a:t>Langkah 1</a:t>
                      </a:r>
                      <a:endParaRPr lang="id-ID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id-ID" sz="1800">
                          <a:effectLst/>
                        </a:rPr>
                        <a:t>Membuat data – artinya sebuah aplikasi memiliki data untuk dikirim</a:t>
                      </a:r>
                      <a:endParaRPr lang="id-ID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8669762"/>
                  </a:ext>
                </a:extLst>
              </a:tr>
              <a:tr h="54598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id-ID" sz="1800" dirty="0">
                          <a:effectLst/>
                        </a:rPr>
                        <a:t>Langkah 2</a:t>
                      </a:r>
                      <a:endParaRPr lang="id-ID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id-ID" sz="1800" dirty="0">
                          <a:effectLst/>
                        </a:rPr>
                        <a:t>Paketkan data untuk ditransportasikan – artinya pada layer </a:t>
                      </a:r>
                      <a:r>
                        <a:rPr lang="id-ID" sz="1800" dirty="0" err="1">
                          <a:effectLst/>
                        </a:rPr>
                        <a:t>transport</a:t>
                      </a:r>
                      <a:r>
                        <a:rPr lang="id-ID" sz="1800" dirty="0">
                          <a:effectLst/>
                        </a:rPr>
                        <a:t> ditambahkan </a:t>
                      </a:r>
                      <a:r>
                        <a:rPr lang="id-ID" sz="1800" dirty="0" err="1">
                          <a:effectLst/>
                        </a:rPr>
                        <a:t>header</a:t>
                      </a:r>
                      <a:r>
                        <a:rPr lang="id-ID" sz="1800" dirty="0">
                          <a:effectLst/>
                        </a:rPr>
                        <a:t> dan masukkan data di balik </a:t>
                      </a:r>
                      <a:r>
                        <a:rPr lang="id-ID" sz="1800" dirty="0" err="1">
                          <a:effectLst/>
                        </a:rPr>
                        <a:t>header</a:t>
                      </a:r>
                      <a:r>
                        <a:rPr lang="id-ID" sz="1800" dirty="0">
                          <a:effectLst/>
                        </a:rPr>
                        <a:t>. Pada proses ini terbentuk L4PDU.</a:t>
                      </a:r>
                      <a:endParaRPr lang="id-ID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346616"/>
                  </a:ext>
                </a:extLst>
              </a:tr>
              <a:tr h="727981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id-ID" sz="1800" dirty="0">
                          <a:effectLst/>
                        </a:rPr>
                        <a:t>Langkah 3</a:t>
                      </a:r>
                      <a:endParaRPr lang="id-ID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id-ID" sz="1800">
                          <a:effectLst/>
                        </a:rPr>
                        <a:t>Tambahkan alamat tujuan layer network pada data – layer network membuat header network, di mana didalamnya terdapat juga alamat layer network, dan tempatkan L4PDU di baliknya. Di sini terbentuk L3PDU.</a:t>
                      </a:r>
                      <a:endParaRPr lang="id-ID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949484"/>
                  </a:ext>
                </a:extLst>
              </a:tr>
              <a:tr h="727981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id-ID" sz="1800">
                          <a:effectLst/>
                        </a:rPr>
                        <a:t>Langkah 4</a:t>
                      </a:r>
                      <a:endParaRPr lang="id-ID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id-ID" sz="1800">
                          <a:effectLst/>
                        </a:rPr>
                        <a:t>Tambahkan alamat tujuan layer data link pada data – layer data link membuat header dan menempatkan L3PDU di baliknya, kemudian menambahkan trailer setelahnya. Di sini terbentuk L2PDU.</a:t>
                      </a:r>
                      <a:endParaRPr lang="id-ID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1279015"/>
                  </a:ext>
                </a:extLst>
              </a:tr>
              <a:tr h="54598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id-ID" sz="1800">
                          <a:effectLst/>
                        </a:rPr>
                        <a:t>Langkah 5</a:t>
                      </a:r>
                      <a:endParaRPr lang="id-ID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id-ID" sz="1800" dirty="0" err="1">
                          <a:effectLst/>
                        </a:rPr>
                        <a:t>Transmit</a:t>
                      </a:r>
                      <a:r>
                        <a:rPr lang="id-ID" sz="1800" dirty="0">
                          <a:effectLst/>
                        </a:rPr>
                        <a:t> dalam </a:t>
                      </a:r>
                      <a:r>
                        <a:rPr lang="id-ID" sz="1800" dirty="0" err="1">
                          <a:effectLst/>
                        </a:rPr>
                        <a:t>bentu</a:t>
                      </a:r>
                      <a:r>
                        <a:rPr lang="en-US" sz="1800" dirty="0">
                          <a:effectLst/>
                        </a:rPr>
                        <a:t>k</a:t>
                      </a:r>
                      <a:r>
                        <a:rPr lang="id-ID" sz="1800" dirty="0">
                          <a:effectLst/>
                        </a:rPr>
                        <a:t> bit – pada layer </a:t>
                      </a:r>
                      <a:r>
                        <a:rPr lang="id-ID" sz="1800" dirty="0" err="1">
                          <a:effectLst/>
                        </a:rPr>
                        <a:t>fisikal</a:t>
                      </a:r>
                      <a:r>
                        <a:rPr lang="id-ID" sz="1800" dirty="0">
                          <a:effectLst/>
                        </a:rPr>
                        <a:t>, lakukan </a:t>
                      </a:r>
                      <a:r>
                        <a:rPr lang="id-ID" sz="1800" dirty="0" err="1">
                          <a:effectLst/>
                        </a:rPr>
                        <a:t>encoding</a:t>
                      </a:r>
                      <a:r>
                        <a:rPr lang="id-ID" sz="1800" dirty="0">
                          <a:effectLst/>
                        </a:rPr>
                        <a:t> pada sinyal kemudian lakukan pengiriman </a:t>
                      </a:r>
                      <a:r>
                        <a:rPr lang="id-ID" sz="1800" dirty="0" err="1">
                          <a:effectLst/>
                        </a:rPr>
                        <a:t>frame</a:t>
                      </a:r>
                      <a:r>
                        <a:rPr lang="id-ID" sz="1800" dirty="0">
                          <a:effectLst/>
                        </a:rPr>
                        <a:t>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id-ID" sz="1800" dirty="0">
                          <a:effectLst/>
                        </a:rPr>
                        <a:t> </a:t>
                      </a:r>
                      <a:endParaRPr lang="id-ID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4145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15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t-IT" dirty="0"/>
              <a:t>MODEL REFERENSI OSI DAN TCP/IP</a:t>
            </a:r>
            <a:endParaRPr lang="id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B07796-E795-40FE-B7F9-FA8551DDD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P</a:t>
            </a:r>
            <a:r>
              <a:rPr lang="en-US" dirty="0" err="1"/>
              <a:t>erbandingan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model OSI dan model TCP/IP</a:t>
            </a:r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C9B50C-8E8E-4049-B452-E3E47FEF51E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310" y="2615192"/>
            <a:ext cx="4825379" cy="33217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847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/>
          <a:lstStyle/>
          <a:p>
            <a:r>
              <a:rPr lang="id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6000" dirty="0"/>
              <a:t> Terima kasih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C32D82AF-76C9-4626-8D5F-3D997DDAB14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79145591"/>
                  </p:ext>
                </p:extLst>
              </p:nvPr>
            </p:nvGraphicFramePr>
            <p:xfrm>
              <a:off x="-1749287" y="5113711"/>
              <a:ext cx="3048000" cy="1714500"/>
            </p:xfrm>
            <a:graphic>
              <a:graphicData uri="http://schemas.microsoft.com/office/powerpoint/2016/slidezoom">
                <pslz:sldZm>
                  <pslz:sldZmObj sldId="270" cId="1884983817">
                    <pslz:zmPr id="{DBC27D69-1CEC-4B4A-BFEF-143AC6635ADC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C32D82AF-76C9-4626-8D5F-3D997DDAB1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749287" y="511371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49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2956</TotalTime>
  <Words>773</Words>
  <Application>Microsoft Office PowerPoint</Application>
  <PresentationFormat>Widescreen</PresentationFormat>
  <Paragraphs>65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Britannic Bold</vt:lpstr>
      <vt:lpstr>Calibri</vt:lpstr>
      <vt:lpstr>Calibri Light</vt:lpstr>
      <vt:lpstr>Century Gothic</vt:lpstr>
      <vt:lpstr>Times New Roman</vt:lpstr>
      <vt:lpstr>Office Theme</vt:lpstr>
      <vt:lpstr>PowerPoint Presentation</vt:lpstr>
      <vt:lpstr>LAYER PADA OSI</vt:lpstr>
      <vt:lpstr>Model Referensi OSI</vt:lpstr>
      <vt:lpstr>INTERAKSI ANTAR LAYER PADA OSI</vt:lpstr>
      <vt:lpstr>INTERAKSI ANTAR LAYER PADA OSI</vt:lpstr>
      <vt:lpstr>INTERAKSI ANTAR LAYER PADA OSI</vt:lpstr>
      <vt:lpstr>DATA ENKAPSULASI</vt:lpstr>
      <vt:lpstr>MODEL REFERENSI OSI DAN TCP/IP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Nurdiana, S.Kom., M.Kom.</cp:lastModifiedBy>
  <cp:revision>180</cp:revision>
  <dcterms:created xsi:type="dcterms:W3CDTF">2018-01-15T03:36:45Z</dcterms:created>
  <dcterms:modified xsi:type="dcterms:W3CDTF">2023-06-21T07:36:24Z</dcterms:modified>
</cp:coreProperties>
</file>