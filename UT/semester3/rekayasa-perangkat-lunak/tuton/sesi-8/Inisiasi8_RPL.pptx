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76" r:id="rId3"/>
    <p:sldId id="277" r:id="rId4"/>
    <p:sldId id="278" r:id="rId5"/>
    <p:sldId id="279" r:id="rId6"/>
    <p:sldId id="280" r:id="rId7"/>
    <p:sldId id="281" r:id="rId8"/>
    <p:sldId id="27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4" autoAdjust="0"/>
    <p:restoredTop sz="94630" autoAdjust="0"/>
  </p:normalViewPr>
  <p:slideViewPr>
    <p:cSldViewPr snapToGrid="0">
      <p:cViewPr varScale="1">
        <p:scale>
          <a:sx n="72" d="100"/>
          <a:sy n="72" d="100"/>
        </p:scale>
        <p:origin x="4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8/13/2021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8/13/2021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8/13/2021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8/13/2021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8/13/2021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dirty="0"/>
              <a:t>MATERI PENGAYAAAN </a:t>
            </a:r>
          </a:p>
          <a:p>
            <a:pPr algn="ctr">
              <a:buNone/>
            </a:pPr>
            <a:r>
              <a:rPr lang="id-ID" sz="2400" b="1" dirty="0"/>
              <a:t>MSIM4303 REKAYASA PERANGAKAT LUNAK</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1424376" y="3059668"/>
            <a:ext cx="9193542" cy="1323439"/>
          </a:xfrm>
          <a:prstGeom prst="rect">
            <a:avLst/>
          </a:prstGeom>
          <a:noFill/>
        </p:spPr>
        <p:txBody>
          <a:bodyPr wrap="none" rtlCol="0">
            <a:spAutoFit/>
          </a:bodyPr>
          <a:lstStyle/>
          <a:p>
            <a:pPr algn="ctr">
              <a:spcBef>
                <a:spcPct val="0"/>
              </a:spcBef>
              <a:buNone/>
            </a:pPr>
            <a:r>
              <a:rPr lang="id-ID" sz="4000" dirty="0"/>
              <a:t>SESI 8</a:t>
            </a:r>
          </a:p>
          <a:p>
            <a:pPr algn="ctr">
              <a:spcBef>
                <a:spcPct val="0"/>
              </a:spcBef>
              <a:buNone/>
            </a:pPr>
            <a:r>
              <a:rPr lang="fi-FI" sz="4000" dirty="0"/>
              <a:t>Manajemen Risiko Proyek Perangkat Lunak </a:t>
            </a:r>
            <a:endParaRPr lang="id-ID" altLang="en-US" sz="5400" dirty="0">
              <a:solidFill>
                <a:srgbClr val="FF0000"/>
              </a:solidFill>
              <a:latin typeface="Britannic Bold" panose="020B0903060703020204" pitchFamily="34" charset="0"/>
            </a:endParaRP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Pendahuluan Manajemen Risiko</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Manajemen risiko merupakan tindakan-tindakan untuk memahami dan mengatur  ketidakpastian. Dalam proses pengembangan perangkat  lunak banyak permasalahan- permasalahan yang mengganggu dalam pelaksanaan proyek. Sebuah risiko merupakan permasalahan potensial yang mungkin terjadi. Oleh sebab itu, alangkah lebih baiknya untuk  mengidentifikasi,  memperkirakan  kemungkinan  terjadi,  memperkirakan dampaknya, dan menetapkan rencana apabila masalah tersebut terjadi. </a:t>
            </a:r>
          </a:p>
        </p:txBody>
      </p:sp>
    </p:spTree>
    <p:extLst>
      <p:ext uri="{BB962C8B-B14F-4D97-AF65-F5344CB8AC3E}">
        <p14:creationId xmlns:p14="http://schemas.microsoft.com/office/powerpoint/2010/main" val="2997523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id-ID" dirty="0"/>
              <a:t>STRATEGI RISIKO PROAKTIF VERSUS REAKTIF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lnSpcReduction="10000"/>
          </a:bodyPr>
          <a:lstStyle/>
          <a:p>
            <a:r>
              <a:rPr lang="id-ID" dirty="0"/>
              <a:t>1.  Strategi Reaktif </a:t>
            </a:r>
          </a:p>
          <a:p>
            <a:r>
              <a:rPr lang="id-ID" dirty="0"/>
              <a:t>Strategi  reaktif  lebih  fokus  terhadap  risiko  yang  benar-benar  sedang  terjadi, biasanya tim proyek perangkat lunak tidak berbuat apa-apa seputar pengelolaan risiko sampai  sesuatu  yang  tidak  beres  terjadi  dan  kemudian  tim  tersebut  beraksi  untuk membetulkan  masalah  dengan  cepat.  Seperti  halnya  bencana  kebakaran  gedung, sebagian besar gedung-gedung tidak mengelola risiko kebakaran yang mungkin terjadi, mereka  tidak menyiapkan aturan, prosedur maupun perlengkapan pemadam  (APAR) yang  digunakan  untuk  mengelola  risiko  kebakaran,  ketika  kebakaran  terjadi  baru mereka menyelesaikan permasalahan tersebut. </a:t>
            </a:r>
          </a:p>
        </p:txBody>
      </p:sp>
    </p:spTree>
    <p:extLst>
      <p:ext uri="{BB962C8B-B14F-4D97-AF65-F5344CB8AC3E}">
        <p14:creationId xmlns:p14="http://schemas.microsoft.com/office/powerpoint/2010/main" val="112540680"/>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10000"/>
          </a:bodyPr>
          <a:lstStyle/>
          <a:p>
            <a:r>
              <a:rPr lang="id-ID" dirty="0"/>
              <a:t>2.  Strategi Proaktif </a:t>
            </a:r>
          </a:p>
          <a:p>
            <a:r>
              <a:rPr lang="id-ID" dirty="0"/>
              <a:t>Strategi proaktif lebih fokus dalam mengelola risiko walaupun hal tersebut belum terjadi.  Tim  manajemen  risiko  disiapkan  secara  teknis  untuk  mengidentifikasi probabilitas, menilai setiap risiko, dan membuat peringkat risiko yang mungkin terjadi. Strategi  proaktif  dimulai  sebelum  kerja  teknis  pengembangan  proyek  dimulai.  Tim proyek akan menetapkan rencana dan mengelola risiko yang mungkin terjadi. Tujuan utama  dilakukan  hal  tersebut  untuk menghindari  risiko  walaupun  dalam mengelola risiko  tidak  sepenuhnya bisa menghindari  risiko,  akan  tetapi  rencana  cadangan yang memungkinkan  untuk  bisa  merespons  dan  mengendalikannya  secara  efektif  bisa disiapkan sebelum risiko  tersebut benar-benar  terjadi. Pada modul  ini kita akan  lebih membahas tentang manajemen risiko proaktif. </a:t>
            </a:r>
          </a:p>
        </p:txBody>
      </p:sp>
    </p:spTree>
    <p:extLst>
      <p:ext uri="{BB962C8B-B14F-4D97-AF65-F5344CB8AC3E}">
        <p14:creationId xmlns:p14="http://schemas.microsoft.com/office/powerpoint/2010/main" val="2350531471"/>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RISIKO-RISIKO PERANGKAT LUNAK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1.  Risiko Proyek </a:t>
            </a:r>
          </a:p>
          <a:p>
            <a:r>
              <a:rPr lang="id-ID" dirty="0"/>
              <a:t>2.  Risiko Teknis </a:t>
            </a:r>
          </a:p>
          <a:p>
            <a:r>
              <a:rPr lang="id-ID" dirty="0"/>
              <a:t>3.  Risiko Bisnis </a:t>
            </a:r>
          </a:p>
        </p:txBody>
      </p:sp>
    </p:spTree>
    <p:extLst>
      <p:ext uri="{BB962C8B-B14F-4D97-AF65-F5344CB8AC3E}">
        <p14:creationId xmlns:p14="http://schemas.microsoft.com/office/powerpoint/2010/main" val="4243085911"/>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IDENTIFIKASI RISIKO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fi-FI" dirty="0"/>
              <a:t>1.  Menilai Keseluruhan Risiko Proyek </a:t>
            </a:r>
            <a:endParaRPr lang="id-ID" dirty="0"/>
          </a:p>
          <a:p>
            <a:r>
              <a:rPr lang="id-ID" dirty="0"/>
              <a:t>2.  Komponen-komponen dan Penggerak Risiko </a:t>
            </a:r>
          </a:p>
        </p:txBody>
      </p:sp>
    </p:spTree>
    <p:extLst>
      <p:ext uri="{BB962C8B-B14F-4D97-AF65-F5344CB8AC3E}">
        <p14:creationId xmlns:p14="http://schemas.microsoft.com/office/powerpoint/2010/main" val="96012529"/>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Implementasi Manajemen Risiko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A.   PROYEKSI RISIKO </a:t>
            </a:r>
          </a:p>
          <a:p>
            <a:pPr lvl="1"/>
            <a:r>
              <a:rPr lang="id-ID" dirty="0"/>
              <a:t>1.  Membuat Tabel Risiko </a:t>
            </a:r>
          </a:p>
          <a:p>
            <a:pPr lvl="1"/>
            <a:r>
              <a:rPr lang="id-ID" dirty="0"/>
              <a:t>2.  Menilai Dampak Risiko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id-ID" sz="2800" b="0" i="0" u="none" strike="noStrike" kern="1200" cap="none" spc="0" normalizeH="0" baseline="0" noProof="0" dirty="0">
                <a:ln>
                  <a:noFill/>
                </a:ln>
                <a:solidFill>
                  <a:prstClr val="black"/>
                </a:solidFill>
                <a:effectLst/>
                <a:uLnTx/>
                <a:uFillTx/>
                <a:latin typeface="Calibri" panose="020F0502020204030204"/>
                <a:ea typeface="+mn-ea"/>
                <a:cs typeface="+mn-cs"/>
              </a:rPr>
              <a:t>B.   PERBAIKAN RISIKO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fi-FI" sz="2800" b="0" i="0" u="none" strike="noStrike" kern="1200" cap="none" spc="0" normalizeH="0" baseline="0" noProof="0" dirty="0">
                <a:ln>
                  <a:noFill/>
                </a:ln>
                <a:solidFill>
                  <a:prstClr val="black"/>
                </a:solidFill>
                <a:effectLst/>
                <a:uLnTx/>
                <a:uFillTx/>
                <a:latin typeface="Calibri" panose="020F0502020204030204"/>
                <a:ea typeface="+mn-ea"/>
                <a:cs typeface="+mn-cs"/>
              </a:rPr>
              <a:t>C.   MITIGASI, PEMANTAUAN, DAN MANAJEMEN RISIKO </a:t>
            </a:r>
            <a:endParaRPr lang="id-ID" dirty="0">
              <a:solidFill>
                <a:prstClr val="black"/>
              </a:solidFill>
              <a:latin typeface="Calibri" panose="020F05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id-ID" sz="2800" b="0" i="0" u="none" strike="noStrike" kern="1200" cap="none" spc="0" normalizeH="0" baseline="0" noProof="0" dirty="0">
                <a:ln>
                  <a:noFill/>
                </a:ln>
                <a:solidFill>
                  <a:prstClr val="black"/>
                </a:solidFill>
                <a:effectLst/>
                <a:uLnTx/>
                <a:uFillTx/>
                <a:latin typeface="Calibri" panose="020F0502020204030204"/>
                <a:ea typeface="+mn-ea"/>
                <a:cs typeface="+mn-cs"/>
              </a:rPr>
              <a:t>D.   RENCANA RMMM </a:t>
            </a:r>
          </a:p>
          <a:p>
            <a:pPr lvl="1"/>
            <a:endParaRPr lang="id-ID" dirty="0"/>
          </a:p>
        </p:txBody>
      </p:sp>
    </p:spTree>
    <p:extLst>
      <p:ext uri="{BB962C8B-B14F-4D97-AF65-F5344CB8AC3E}">
        <p14:creationId xmlns:p14="http://schemas.microsoft.com/office/powerpoint/2010/main" val="143915498"/>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3146</TotalTime>
  <Words>355</Words>
  <Application>Microsoft Office PowerPoint</Application>
  <PresentationFormat>Widescreen</PresentationFormat>
  <Paragraphs>31</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Britannic Bold</vt:lpstr>
      <vt:lpstr>Calibri</vt:lpstr>
      <vt:lpstr>Calibri Light</vt:lpstr>
      <vt:lpstr>Century Gothic</vt:lpstr>
      <vt:lpstr>Office Theme</vt:lpstr>
      <vt:lpstr>PowerPoint Presentation</vt:lpstr>
      <vt:lpstr>Pendahuluan Manajemen Risiko</vt:lpstr>
      <vt:lpstr>STRATEGI RISIKO PROAKTIF VERSUS REAKTIF </vt:lpstr>
      <vt:lpstr>PowerPoint Presentation</vt:lpstr>
      <vt:lpstr>RISIKO-RISIKO PERANGKAT LUNAK </vt:lpstr>
      <vt:lpstr>IDENTIFIKASI RISIKO </vt:lpstr>
      <vt:lpstr>Implementasi Manajemen Risiko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219</cp:revision>
  <dcterms:created xsi:type="dcterms:W3CDTF">2018-01-15T03:36:45Z</dcterms:created>
  <dcterms:modified xsi:type="dcterms:W3CDTF">2021-08-13T04:10:34Z</dcterms:modified>
</cp:coreProperties>
</file>