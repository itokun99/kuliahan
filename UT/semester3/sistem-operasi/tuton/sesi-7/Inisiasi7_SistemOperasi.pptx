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MSIM4201 SISTEM OPERASI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2775611" y="3059668"/>
            <a:ext cx="64910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7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Manajemen </a:t>
            </a:r>
            <a:r>
              <a:rPr lang="id-ID" sz="4000" dirty="0" err="1"/>
              <a:t>File</a:t>
            </a:r>
            <a:r>
              <a:rPr lang="id-ID" sz="4000" dirty="0"/>
              <a:t> dan </a:t>
            </a:r>
            <a:r>
              <a:rPr lang="id-ID" sz="4000" dirty="0" err="1"/>
              <a:t>Direktori</a:t>
            </a:r>
            <a:r>
              <a:rPr lang="id-ID" sz="4000" dirty="0"/>
              <a:t> 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Manajemen </a:t>
            </a:r>
            <a:r>
              <a:rPr lang="id-ID" i="1" dirty="0" err="1"/>
              <a:t>File</a:t>
            </a:r>
            <a:r>
              <a:rPr lang="id-ID" i="1" dirty="0"/>
              <a:t> dan </a:t>
            </a:r>
            <a:r>
              <a:rPr lang="id-ID" i="1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Manajemen </a:t>
            </a:r>
            <a:r>
              <a:rPr lang="id-ID" i="1" dirty="0" err="1"/>
              <a:t>File</a:t>
            </a:r>
            <a:r>
              <a:rPr lang="id-ID" dirty="0"/>
              <a:t> dan </a:t>
            </a:r>
            <a:r>
              <a:rPr lang="id-ID" dirty="0" err="1"/>
              <a:t>direktori</a:t>
            </a:r>
            <a:r>
              <a:rPr lang="id-ID" dirty="0"/>
              <a:t> adalah sebuah metode dan struktur data yang digunakan sistem operasi pada komputer dalam mengatur dan mengorganisir </a:t>
            </a:r>
            <a:r>
              <a:rPr lang="id-ID" i="1" dirty="0" err="1"/>
              <a:t>file</a:t>
            </a:r>
            <a:r>
              <a:rPr lang="id-ID" dirty="0"/>
              <a:t> dan </a:t>
            </a:r>
            <a:r>
              <a:rPr lang="id-ID" dirty="0" err="1"/>
              <a:t>direktori</a:t>
            </a:r>
            <a:r>
              <a:rPr lang="id-ID" dirty="0"/>
              <a:t> yang ada pada </a:t>
            </a:r>
            <a:r>
              <a:rPr lang="id-ID" dirty="0" err="1"/>
              <a:t>disk</a:t>
            </a:r>
            <a:r>
              <a:rPr lang="id-ID" dirty="0"/>
              <a:t> atau partisi </a:t>
            </a:r>
            <a:r>
              <a:rPr lang="id-ID" dirty="0" err="1"/>
              <a:t>disk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Manfaat Manajemen 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dirty="0"/>
              <a:t>dan </a:t>
            </a:r>
            <a:r>
              <a:rPr lang="id-ID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Meminimalisir</a:t>
            </a:r>
            <a:r>
              <a:rPr lang="id-ID" dirty="0"/>
              <a:t> Risiko Kehilangan </a:t>
            </a:r>
            <a:r>
              <a:rPr lang="id-ID" dirty="0" err="1"/>
              <a:t>File</a:t>
            </a:r>
            <a:endParaRPr lang="id-ID" dirty="0"/>
          </a:p>
          <a:p>
            <a:pPr lvl="1"/>
            <a:r>
              <a:rPr lang="id-ID" dirty="0" err="1"/>
              <a:t>File</a:t>
            </a:r>
            <a:r>
              <a:rPr lang="id-ID" dirty="0"/>
              <a:t> bisa tidak sengaja terhapus. Dalam banyak kasus, kejadian tidak sengaja menghapus </a:t>
            </a:r>
            <a:r>
              <a:rPr lang="id-ID" dirty="0" err="1"/>
              <a:t>file</a:t>
            </a:r>
            <a:r>
              <a:rPr lang="id-ID" dirty="0"/>
              <a:t> ini bisa merugikan dan menimbulkan kekacauan.</a:t>
            </a:r>
          </a:p>
          <a:p>
            <a:r>
              <a:rPr lang="id-ID" dirty="0"/>
              <a:t>Memudahkan Pencarian </a:t>
            </a:r>
            <a:r>
              <a:rPr lang="id-ID" dirty="0" err="1"/>
              <a:t>File</a:t>
            </a:r>
            <a:endParaRPr lang="id-ID" dirty="0"/>
          </a:p>
          <a:p>
            <a:pPr lvl="1"/>
            <a:r>
              <a:rPr lang="id-ID" dirty="0"/>
              <a:t>Apabila penyimpanan </a:t>
            </a:r>
            <a:r>
              <a:rPr lang="id-ID" dirty="0" err="1"/>
              <a:t>file</a:t>
            </a:r>
            <a:r>
              <a:rPr lang="id-ID" dirty="0"/>
              <a:t> dalam sistem operasi komputer dilakukan secara teratur, baik penamaan </a:t>
            </a:r>
            <a:r>
              <a:rPr lang="id-ID" dirty="0" err="1"/>
              <a:t>file</a:t>
            </a:r>
            <a:r>
              <a:rPr lang="id-ID" dirty="0"/>
              <a:t> maupun letak </a:t>
            </a:r>
            <a:r>
              <a:rPr lang="id-ID" dirty="0" err="1"/>
              <a:t>file</a:t>
            </a:r>
            <a:r>
              <a:rPr lang="id-ID" dirty="0"/>
              <a:t>. Hal ini dapat memudahkan pencarian </a:t>
            </a:r>
            <a:r>
              <a:rPr lang="id-ID" dirty="0" err="1"/>
              <a:t>user</a:t>
            </a:r>
            <a:r>
              <a:rPr lang="id-ID" dirty="0"/>
              <a:t> ketika akan menggunakan kembali </a:t>
            </a:r>
            <a:r>
              <a:rPr lang="id-ID" dirty="0" err="1"/>
              <a:t>file</a:t>
            </a:r>
            <a:r>
              <a:rPr lang="id-ID" dirty="0"/>
              <a:t> tersebut. </a:t>
            </a:r>
          </a:p>
          <a:p>
            <a:r>
              <a:rPr lang="id-ID" dirty="0"/>
              <a:t>Mengetahui </a:t>
            </a:r>
            <a:r>
              <a:rPr lang="id-ID" dirty="0" err="1"/>
              <a:t>File</a:t>
            </a:r>
            <a:r>
              <a:rPr lang="id-ID" dirty="0"/>
              <a:t> yang tak Terpakai</a:t>
            </a:r>
          </a:p>
          <a:p>
            <a:pPr lvl="1"/>
            <a:r>
              <a:rPr lang="id-ID" dirty="0"/>
              <a:t>Terkadang </a:t>
            </a:r>
            <a:r>
              <a:rPr lang="id-ID" dirty="0" err="1"/>
              <a:t>file</a:t>
            </a:r>
            <a:r>
              <a:rPr lang="id-ID" dirty="0"/>
              <a:t> yang disimpan sudah tidak diperlukan lagi. Dalam rangka menghemat kapasitas penyimpanan maka </a:t>
            </a:r>
            <a:r>
              <a:rPr lang="id-ID" dirty="0" err="1"/>
              <a:t>file</a:t>
            </a:r>
            <a:r>
              <a:rPr lang="id-ID" dirty="0"/>
              <a:t> yang tak terpakai dapat dihapus dengan mudah. 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6986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Fungsi Manajemen 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dirty="0"/>
              <a:t>dan </a:t>
            </a:r>
            <a:r>
              <a:rPr lang="id-ID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id-ID" dirty="0"/>
              <a:t>Memudahkan cara kerja atau mekanisme pemakaian </a:t>
            </a:r>
            <a:r>
              <a:rPr lang="id-ID" i="1" dirty="0" err="1"/>
              <a:t>file</a:t>
            </a:r>
            <a:r>
              <a:rPr lang="id-ID" dirty="0"/>
              <a:t> secara bersama (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i="1" dirty="0" err="1"/>
              <a:t>sharing</a:t>
            </a:r>
            <a:r>
              <a:rPr lang="id-ID" dirty="0"/>
              <a:t>)</a:t>
            </a:r>
          </a:p>
          <a:p>
            <a:pPr lvl="0"/>
            <a:r>
              <a:rPr lang="id-ID" dirty="0"/>
              <a:t>Kemudahan dalam membuat, mengedit, dan menghapus </a:t>
            </a:r>
            <a:r>
              <a:rPr lang="id-ID" i="1" dirty="0" err="1"/>
              <a:t>file</a:t>
            </a:r>
            <a:endParaRPr lang="id-ID" dirty="0"/>
          </a:p>
          <a:p>
            <a:pPr lvl="0"/>
            <a:r>
              <a:rPr lang="id-ID" dirty="0"/>
              <a:t>Kemudahan dalam melakukan </a:t>
            </a:r>
            <a:r>
              <a:rPr lang="id-ID" i="1" dirty="0" err="1"/>
              <a:t>backup</a:t>
            </a:r>
            <a:r>
              <a:rPr lang="id-ID" dirty="0"/>
              <a:t> dan </a:t>
            </a:r>
            <a:r>
              <a:rPr lang="id-ID" i="1" dirty="0" err="1"/>
              <a:t>recovery</a:t>
            </a:r>
            <a:r>
              <a:rPr lang="id-ID" dirty="0"/>
              <a:t> untuk antisipasi kehilangan </a:t>
            </a:r>
            <a:r>
              <a:rPr lang="id-ID" i="1" dirty="0" err="1"/>
              <a:t>file</a:t>
            </a:r>
            <a:r>
              <a:rPr lang="id-ID" dirty="0"/>
              <a:t> akibat kecelakaan atau upaya </a:t>
            </a:r>
            <a:r>
              <a:rPr lang="id-ID" i="1" dirty="0" err="1"/>
              <a:t>unauthorized</a:t>
            </a:r>
            <a:r>
              <a:rPr lang="id-ID" i="1" dirty="0"/>
              <a:t> </a:t>
            </a:r>
            <a:r>
              <a:rPr lang="id-ID" i="1" dirty="0" err="1"/>
              <a:t>user</a:t>
            </a:r>
            <a:r>
              <a:rPr lang="id-ID" dirty="0"/>
              <a:t> untuk merusak/ menghancurkan </a:t>
            </a:r>
            <a:r>
              <a:rPr lang="id-ID" i="1" dirty="0" err="1"/>
              <a:t>file</a:t>
            </a:r>
            <a:endParaRPr lang="id-ID" dirty="0"/>
          </a:p>
          <a:p>
            <a:pPr lvl="0"/>
            <a:r>
              <a:rPr lang="id-ID" i="1" dirty="0" err="1"/>
              <a:t>User</a:t>
            </a:r>
            <a:r>
              <a:rPr lang="id-ID" dirty="0"/>
              <a:t> dapat mengacu </a:t>
            </a:r>
            <a:r>
              <a:rPr lang="id-ID" i="1" dirty="0" err="1"/>
              <a:t>file</a:t>
            </a:r>
            <a:r>
              <a:rPr lang="id-ID" dirty="0"/>
              <a:t> dengan simbolik (</a:t>
            </a:r>
            <a:r>
              <a:rPr lang="id-ID" i="1" dirty="0" err="1"/>
              <a:t>symbolic</a:t>
            </a:r>
            <a:r>
              <a:rPr lang="id-ID" i="1" dirty="0"/>
              <a:t> </a:t>
            </a:r>
            <a:r>
              <a:rPr lang="id-ID" i="1" dirty="0" err="1"/>
              <a:t>name</a:t>
            </a:r>
            <a:r>
              <a:rPr lang="id-ID" dirty="0"/>
              <a:t>) tidak menggunakan penamaan yang mengacu pada perangkat fisik</a:t>
            </a:r>
          </a:p>
          <a:p>
            <a:pPr lvl="0"/>
            <a:r>
              <a:rPr lang="id-ID" dirty="0"/>
              <a:t>Data dapat disimpan dengan aman dan rahasia pada lingkungan yang </a:t>
            </a:r>
            <a:r>
              <a:rPr lang="id-ID" i="1" dirty="0" err="1"/>
              <a:t>sensitive</a:t>
            </a:r>
            <a:endParaRPr lang="id-ID" dirty="0"/>
          </a:p>
          <a:p>
            <a:pPr lvl="0"/>
            <a:r>
              <a:rPr lang="id-ID" dirty="0"/>
              <a:t>Tampilan antar muka yang </a:t>
            </a:r>
            <a:r>
              <a:rPr lang="id-ID" i="1" dirty="0" err="1"/>
              <a:t>user-friendly</a:t>
            </a:r>
            <a:r>
              <a:rPr lang="id-ID" dirty="0"/>
              <a:t> pada sistem </a:t>
            </a:r>
            <a:r>
              <a:rPr lang="id-ID" i="1" dirty="0" err="1"/>
              <a:t>file</a:t>
            </a:r>
            <a:r>
              <a:rPr lang="id-ID" dirty="0"/>
              <a:t> akan memudahkan </a:t>
            </a:r>
            <a:r>
              <a:rPr lang="id-ID" i="1" dirty="0" err="1"/>
              <a:t>user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3558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Sasaran Manajemen </a:t>
            </a:r>
            <a:r>
              <a:rPr lang="id-ID" i="1" dirty="0" err="1"/>
              <a:t>File</a:t>
            </a:r>
            <a:r>
              <a:rPr lang="id-ID" dirty="0"/>
              <a:t> dan </a:t>
            </a:r>
            <a:r>
              <a:rPr lang="id-ID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id-ID" dirty="0"/>
              <a:t>Untuk memenuhi kebutuhan dari manajemen data bagi </a:t>
            </a:r>
            <a:r>
              <a:rPr lang="id-ID" i="1" dirty="0" err="1"/>
              <a:t>user</a:t>
            </a:r>
            <a:r>
              <a:rPr lang="id-ID" dirty="0"/>
              <a:t> atau operator komputer</a:t>
            </a:r>
          </a:p>
          <a:p>
            <a:pPr lvl="0"/>
            <a:r>
              <a:rPr lang="id-ID" dirty="0"/>
              <a:t>Memastikan data di dalam </a:t>
            </a:r>
            <a:r>
              <a:rPr lang="id-ID" i="1" dirty="0" err="1"/>
              <a:t>file</a:t>
            </a:r>
            <a:r>
              <a:rPr lang="id-ID" dirty="0"/>
              <a:t> adalah benar</a:t>
            </a:r>
          </a:p>
          <a:p>
            <a:pPr lvl="0"/>
            <a:r>
              <a:rPr lang="id-ID" dirty="0"/>
              <a:t>Memberikan dukungan berupa masukan (</a:t>
            </a:r>
            <a:r>
              <a:rPr lang="id-ID" i="1" dirty="0" err="1"/>
              <a:t>input</a:t>
            </a:r>
            <a:r>
              <a:rPr lang="id-ID" dirty="0"/>
              <a:t>) dan keluaran (</a:t>
            </a:r>
            <a:r>
              <a:rPr lang="id-ID" i="1" dirty="0" err="1"/>
              <a:t>output</a:t>
            </a:r>
            <a:r>
              <a:rPr lang="id-ID" dirty="0"/>
              <a:t>) berbagai tipe perangkat penyimpanan</a:t>
            </a:r>
          </a:p>
          <a:p>
            <a:pPr lvl="0"/>
            <a:r>
              <a:rPr lang="id-ID" dirty="0" err="1"/>
              <a:t>Meminimalisir</a:t>
            </a:r>
            <a:r>
              <a:rPr lang="id-ID" dirty="0"/>
              <a:t> atau bahkan menghilangkan potensi kehilangan data atau upaya perusakan data</a:t>
            </a:r>
          </a:p>
          <a:p>
            <a:pPr lvl="0"/>
            <a:r>
              <a:rPr lang="id-ID" dirty="0"/>
              <a:t>Menyediakan sekumpulan rutin antar muka masukan (</a:t>
            </a:r>
            <a:r>
              <a:rPr lang="id-ID" i="1" dirty="0" err="1"/>
              <a:t>input</a:t>
            </a:r>
            <a:r>
              <a:rPr lang="id-ID" dirty="0"/>
              <a:t>) atau keluaran (</a:t>
            </a:r>
            <a:r>
              <a:rPr lang="id-ID" i="1" dirty="0" err="1"/>
              <a:t>output</a:t>
            </a:r>
            <a:r>
              <a:rPr lang="id-ID" dirty="0"/>
              <a:t>)</a:t>
            </a:r>
          </a:p>
          <a:p>
            <a:pPr lvl="0"/>
            <a:r>
              <a:rPr lang="id-ID" dirty="0"/>
              <a:t>Memberikan dukungan berupa masukan (</a:t>
            </a:r>
            <a:r>
              <a:rPr lang="id-ID" i="1" dirty="0" err="1"/>
              <a:t>input</a:t>
            </a:r>
            <a:r>
              <a:rPr lang="id-ID" dirty="0"/>
              <a:t>) dan keluaran (</a:t>
            </a:r>
            <a:r>
              <a:rPr lang="id-ID" i="1" dirty="0" err="1"/>
              <a:t>output</a:t>
            </a:r>
            <a:r>
              <a:rPr lang="id-ID" dirty="0"/>
              <a:t>) kepada banyak pengguna (</a:t>
            </a:r>
            <a:r>
              <a:rPr lang="id-ID" i="1" dirty="0" err="1"/>
              <a:t>user</a:t>
            </a:r>
            <a:r>
              <a:rPr lang="id-ID" dirty="0"/>
              <a:t>) pada sistem </a:t>
            </a:r>
            <a:r>
              <a:rPr lang="id-ID" i="1" dirty="0" err="1"/>
              <a:t>multiuser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4940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Arsitektur Manajemen 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dirty="0"/>
              <a:t>dan </a:t>
            </a:r>
            <a:r>
              <a:rPr lang="id-ID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id-ID" dirty="0"/>
              <a:t>Sistem Akses</a:t>
            </a:r>
          </a:p>
          <a:p>
            <a:pPr lvl="1"/>
            <a:r>
              <a:rPr lang="id-ID" dirty="0"/>
              <a:t>Manajemen </a:t>
            </a:r>
            <a:r>
              <a:rPr lang="id-ID" i="1" dirty="0" err="1"/>
              <a:t>File</a:t>
            </a:r>
            <a:endParaRPr lang="id-ID" dirty="0"/>
          </a:p>
          <a:p>
            <a:pPr lvl="1"/>
            <a:r>
              <a:rPr lang="id-ID" dirty="0"/>
              <a:t>Manajemen Ruang Penyimpanan</a:t>
            </a:r>
          </a:p>
          <a:p>
            <a:pPr lvl="1"/>
            <a:r>
              <a:rPr lang="id-ID" dirty="0"/>
              <a:t>Mekanisme Integritas </a:t>
            </a:r>
            <a:r>
              <a:rPr lang="id-ID" i="1" dirty="0" err="1"/>
              <a:t>File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263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Tipe </a:t>
            </a:r>
            <a:r>
              <a:rPr lang="id-ID" i="1" dirty="0" err="1"/>
              <a:t>File</a:t>
            </a:r>
            <a:r>
              <a:rPr lang="id-ID" dirty="0"/>
              <a:t> Pada Sistem Operasi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b="1" i="1" dirty="0" err="1"/>
              <a:t>Regular</a:t>
            </a:r>
            <a:r>
              <a:rPr lang="id-ID" b="1" i="1" dirty="0"/>
              <a:t> </a:t>
            </a:r>
            <a:r>
              <a:rPr lang="id-ID" b="1" i="1" dirty="0" err="1"/>
              <a:t>File</a:t>
            </a:r>
            <a:endParaRPr lang="id-ID" b="1" dirty="0"/>
          </a:p>
          <a:p>
            <a:r>
              <a:rPr lang="id-ID" b="1" dirty="0"/>
              <a:t> </a:t>
            </a:r>
            <a:r>
              <a:rPr lang="id-ID" b="1" i="1" dirty="0" err="1"/>
              <a:t>Directory</a:t>
            </a:r>
            <a:r>
              <a:rPr lang="id-ID" b="1" i="1" dirty="0"/>
              <a:t> </a:t>
            </a:r>
            <a:r>
              <a:rPr lang="id-ID" b="1" i="1" dirty="0" err="1"/>
              <a:t>File</a:t>
            </a:r>
            <a:endParaRPr lang="id-ID" b="1" dirty="0"/>
          </a:p>
          <a:p>
            <a:r>
              <a:rPr lang="id-ID" b="1" dirty="0"/>
              <a:t> </a:t>
            </a:r>
            <a:r>
              <a:rPr lang="id-ID" b="1" i="1" dirty="0" err="1"/>
              <a:t>Special</a:t>
            </a:r>
            <a:r>
              <a:rPr lang="id-ID" b="1" i="1" dirty="0"/>
              <a:t> </a:t>
            </a:r>
            <a:r>
              <a:rPr lang="id-ID" b="1" i="1" dirty="0" err="1"/>
              <a:t>File</a:t>
            </a:r>
            <a:endParaRPr lang="id-ID" b="1" dirty="0"/>
          </a:p>
          <a:p>
            <a:r>
              <a:rPr lang="id-ID" b="1" dirty="0"/>
              <a:t> Menguasai </a:t>
            </a:r>
            <a:r>
              <a:rPr lang="id-ID" b="1" i="1" dirty="0" err="1"/>
              <a:t>File</a:t>
            </a:r>
            <a:r>
              <a:rPr lang="id-ID" b="1" dirty="0"/>
              <a:t> </a:t>
            </a:r>
            <a:r>
              <a:rPr lang="id-ID" b="1" i="1" dirty="0"/>
              <a:t>Explorer</a:t>
            </a:r>
          </a:p>
          <a:p>
            <a:r>
              <a:rPr lang="id-ID" b="1" dirty="0"/>
              <a:t>Menyimpan Data di Lokasi yang Sama</a:t>
            </a:r>
          </a:p>
          <a:p>
            <a:r>
              <a:rPr lang="id-ID" b="1" dirty="0"/>
              <a:t>Menggunakan </a:t>
            </a:r>
            <a:r>
              <a:rPr lang="id-ID" b="1" i="1" dirty="0" err="1"/>
              <a:t>Shortcuts</a:t>
            </a:r>
            <a:endParaRPr lang="id-ID" b="1" dirty="0"/>
          </a:p>
          <a:p>
            <a:r>
              <a:rPr lang="id-ID" b="1" dirty="0" err="1"/>
              <a:t>Shared</a:t>
            </a:r>
            <a:r>
              <a:rPr lang="id-ID" b="1" dirty="0"/>
              <a:t> </a:t>
            </a:r>
            <a:r>
              <a:rPr lang="id-ID" b="1" dirty="0" err="1"/>
              <a:t>Document</a:t>
            </a:r>
            <a:endParaRPr lang="id-ID" b="1" dirty="0"/>
          </a:p>
          <a:p>
            <a:endParaRPr lang="id-ID" b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8013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i="1" dirty="0" err="1"/>
              <a:t>Security</a:t>
            </a:r>
            <a:r>
              <a:rPr lang="id-ID" i="1" dirty="0"/>
              <a:t> </a:t>
            </a:r>
            <a:r>
              <a:rPr lang="id-ID" i="1" dirty="0" err="1"/>
              <a:t>File</a:t>
            </a:r>
            <a:r>
              <a:rPr lang="id-ID" i="1" dirty="0"/>
              <a:t> Windows </a:t>
            </a:r>
            <a:r>
              <a:rPr lang="id-ID" dirty="0"/>
              <a:t>dan</a:t>
            </a:r>
            <a:r>
              <a:rPr lang="id-ID" i="1" dirty="0"/>
              <a:t> </a:t>
            </a:r>
            <a:r>
              <a:rPr lang="id-ID" i="1" dirty="0" err="1"/>
              <a:t>Linux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Jenis Ijin pada Windows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EA244-3D63-4A57-85BC-68A5D1838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51441"/>
              </p:ext>
            </p:extLst>
          </p:nvPr>
        </p:nvGraphicFramePr>
        <p:xfrm>
          <a:off x="1036944" y="2368163"/>
          <a:ext cx="10118111" cy="36497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0512">
                  <a:extLst>
                    <a:ext uri="{9D8B030D-6E8A-4147-A177-3AD203B41FA5}">
                      <a16:colId xmlns:a16="http://schemas.microsoft.com/office/drawing/2014/main" val="4029989161"/>
                    </a:ext>
                  </a:extLst>
                </a:gridCol>
                <a:gridCol w="4342693">
                  <a:extLst>
                    <a:ext uri="{9D8B030D-6E8A-4147-A177-3AD203B41FA5}">
                      <a16:colId xmlns:a16="http://schemas.microsoft.com/office/drawing/2014/main" val="1441434001"/>
                    </a:ext>
                  </a:extLst>
                </a:gridCol>
                <a:gridCol w="4874906">
                  <a:extLst>
                    <a:ext uri="{9D8B030D-6E8A-4147-A177-3AD203B41FA5}">
                      <a16:colId xmlns:a16="http://schemas.microsoft.com/office/drawing/2014/main" val="3586676471"/>
                    </a:ext>
                  </a:extLst>
                </a:gridCol>
              </a:tblGrid>
              <a:tr h="6322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 dirty="0">
                          <a:effectLst/>
                        </a:rPr>
                        <a:t>No.</a:t>
                      </a:r>
                      <a:endParaRPr lang="id-ID" sz="3600" spc="1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 dirty="0">
                          <a:effectLst/>
                        </a:rPr>
                        <a:t>Jenis ijin</a:t>
                      </a:r>
                      <a:endParaRPr lang="id-ID" sz="3600" spc="1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Arti jenis ijin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904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1.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Full control (kontrol penuh)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Pengguna dapat membaca, menulis, mengubah, atau menghapus berkas.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247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2.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Modify (modifikasi)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Pengguna bisa membaca, menulis, dan mengganti berkas.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701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3.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Read and execute (baca dan eksekusi)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Pengguna dapat membaca atau menjalankan berkas yang dipilih.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3059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4.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List folder contents (mendaftar isi folder)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Pengguna dapat melihat berkas dalam folder yang dipilih.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508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5.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Read (baca)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Pengguna bisa membuka berkas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550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6.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d-ID" sz="1800" spc="0">
                          <a:effectLst/>
                        </a:rPr>
                        <a:t>Write (menulis)</a:t>
                      </a:r>
                      <a:endParaRPr lang="id-ID" sz="3600" spc="1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800" spc="0" dirty="0">
                          <a:effectLst/>
                        </a:rPr>
                        <a:t>Pengguna bisa mengedit berkas atau membuat berkas baru.</a:t>
                      </a:r>
                      <a:endParaRPr lang="id-ID" sz="3600" spc="1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812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55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i="1" dirty="0" err="1"/>
              <a:t>Permissions</a:t>
            </a:r>
            <a:r>
              <a:rPr lang="id-ID" i="1" dirty="0"/>
              <a:t> pada </a:t>
            </a:r>
            <a:r>
              <a:rPr lang="id-ID" i="1" dirty="0" err="1"/>
              <a:t>Linux</a:t>
            </a:r>
            <a:endParaRPr lang="id-ID" i="1" dirty="0"/>
          </a:p>
          <a:p>
            <a:pPr lvl="1"/>
            <a:r>
              <a:rPr lang="id-ID" i="1" dirty="0" err="1"/>
              <a:t>Read</a:t>
            </a:r>
            <a:r>
              <a:rPr lang="id-ID" dirty="0"/>
              <a:t>: Perijinan </a:t>
            </a:r>
            <a:r>
              <a:rPr lang="id-ID" i="1" dirty="0" err="1"/>
              <a:t>read</a:t>
            </a:r>
            <a:r>
              <a:rPr lang="id-ID" dirty="0"/>
              <a:t> memberikan pengguna otoritas melihat daftar </a:t>
            </a:r>
            <a:r>
              <a:rPr lang="id-ID" dirty="0" err="1"/>
              <a:t>direktori</a:t>
            </a:r>
            <a:r>
              <a:rPr lang="id-ID" dirty="0"/>
              <a:t>, membuka dan membaca sebuah </a:t>
            </a:r>
            <a:r>
              <a:rPr lang="id-ID" i="1" dirty="0" err="1"/>
              <a:t>file</a:t>
            </a:r>
            <a:r>
              <a:rPr lang="id-ID" dirty="0"/>
              <a:t>. </a:t>
            </a:r>
          </a:p>
          <a:p>
            <a:pPr lvl="1"/>
            <a:r>
              <a:rPr lang="id-ID" i="1" dirty="0" err="1"/>
              <a:t>Write</a:t>
            </a:r>
            <a:r>
              <a:rPr lang="id-ID" dirty="0"/>
              <a:t>: Perijinan </a:t>
            </a:r>
            <a:r>
              <a:rPr lang="id-ID" i="1" dirty="0" err="1"/>
              <a:t>write</a:t>
            </a:r>
            <a:r>
              <a:rPr lang="id-ID" dirty="0"/>
              <a:t> memberikan pengguna otoritas untuk dapat memodifikasi sebuah </a:t>
            </a:r>
            <a:r>
              <a:rPr lang="id-ID" i="1" dirty="0" err="1"/>
              <a:t>file</a:t>
            </a:r>
            <a:r>
              <a:rPr lang="id-ID" dirty="0"/>
              <a:t>. Selain itu perijinan ini dapat menambah (</a:t>
            </a:r>
            <a:r>
              <a:rPr lang="id-ID" i="1" dirty="0" err="1"/>
              <a:t>add</a:t>
            </a:r>
            <a:r>
              <a:rPr lang="id-ID" dirty="0"/>
              <a:t>), menghapus (</a:t>
            </a:r>
            <a:r>
              <a:rPr lang="id-ID" i="1" dirty="0" err="1"/>
              <a:t>delete</a:t>
            </a:r>
            <a:r>
              <a:rPr lang="id-ID" dirty="0"/>
              <a:t>) dan memberi ulang nama (</a:t>
            </a:r>
            <a:r>
              <a:rPr lang="id-ID" i="1" dirty="0" err="1"/>
              <a:t>rename</a:t>
            </a:r>
            <a:r>
              <a:rPr lang="id-ID" dirty="0"/>
              <a:t>) sebuah 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dirty="0"/>
              <a:t>dan </a:t>
            </a:r>
            <a:r>
              <a:rPr lang="id-ID" dirty="0" err="1"/>
              <a:t>direktori</a:t>
            </a:r>
            <a:r>
              <a:rPr lang="id-ID" dirty="0"/>
              <a:t>. Tetapi ada ketentuan dimana jika seorang pengguna memiliki perijinan </a:t>
            </a:r>
            <a:r>
              <a:rPr lang="id-ID" i="1" dirty="0" err="1"/>
              <a:t>write</a:t>
            </a:r>
            <a:r>
              <a:rPr lang="id-ID" i="1" dirty="0"/>
              <a:t> </a:t>
            </a:r>
            <a:r>
              <a:rPr lang="id-ID" dirty="0"/>
              <a:t>dalam sebuah </a:t>
            </a:r>
            <a:r>
              <a:rPr lang="id-ID" i="1" dirty="0" err="1"/>
              <a:t>file</a:t>
            </a:r>
            <a:r>
              <a:rPr lang="id-ID" i="1" dirty="0"/>
              <a:t> </a:t>
            </a:r>
            <a:r>
              <a:rPr lang="id-ID" dirty="0"/>
              <a:t>namun tidak memiliki perijinan </a:t>
            </a:r>
            <a:r>
              <a:rPr lang="id-ID" i="1" dirty="0" err="1"/>
              <a:t>write</a:t>
            </a:r>
            <a:r>
              <a:rPr lang="id-ID" i="1" dirty="0"/>
              <a:t> </a:t>
            </a:r>
            <a:r>
              <a:rPr lang="id-ID" dirty="0"/>
              <a:t>pada sebuah </a:t>
            </a:r>
            <a:r>
              <a:rPr lang="id-ID" dirty="0" err="1"/>
              <a:t>direktori</a:t>
            </a:r>
            <a:r>
              <a:rPr lang="id-ID" dirty="0"/>
              <a:t> maka pengguna tersebut dapat memodifikasi </a:t>
            </a:r>
            <a:r>
              <a:rPr lang="id-ID" i="1" dirty="0" err="1"/>
              <a:t>file</a:t>
            </a:r>
            <a:r>
              <a:rPr lang="id-ID" dirty="0"/>
              <a:t> namun tidak dapat memodifikasi </a:t>
            </a:r>
            <a:r>
              <a:rPr lang="id-ID" dirty="0" err="1"/>
              <a:t>direktori</a:t>
            </a:r>
            <a:r>
              <a:rPr lang="id-ID" dirty="0"/>
              <a:t>.</a:t>
            </a:r>
          </a:p>
          <a:p>
            <a:pPr lvl="1"/>
            <a:r>
              <a:rPr lang="id-ID" i="1" dirty="0" err="1"/>
              <a:t>Execute</a:t>
            </a:r>
            <a:r>
              <a:rPr lang="id-ID" dirty="0"/>
              <a:t>: Perijinan </a:t>
            </a:r>
            <a:r>
              <a:rPr lang="id-ID" i="1" dirty="0" err="1"/>
              <a:t>execute</a:t>
            </a:r>
            <a:r>
              <a:rPr lang="id-ID" dirty="0"/>
              <a:t> memberikan pengguna untuk dapat mengeksekusi sebuah program </a:t>
            </a:r>
            <a:r>
              <a:rPr lang="id-ID" dirty="0" err="1"/>
              <a:t>exe</a:t>
            </a:r>
            <a:r>
              <a:rPr lang="id-ID" dirty="0"/>
              <a:t>. Dalam sebuah sistem operasi </a:t>
            </a:r>
            <a:r>
              <a:rPr lang="id-ID" dirty="0" err="1"/>
              <a:t>windows</a:t>
            </a:r>
            <a:r>
              <a:rPr lang="id-ID" dirty="0"/>
              <a:t> program </a:t>
            </a:r>
            <a:r>
              <a:rPr lang="id-ID" dirty="0" err="1"/>
              <a:t>berekstensi</a:t>
            </a:r>
            <a:r>
              <a:rPr lang="id-ID" dirty="0"/>
              <a:t> </a:t>
            </a:r>
            <a:r>
              <a:rPr lang="id-ID" dirty="0" err="1"/>
              <a:t>exe</a:t>
            </a:r>
            <a:r>
              <a:rPr lang="id-ID" dirty="0"/>
              <a:t> dapat dengan mudah dijalankan oleh </a:t>
            </a:r>
            <a:r>
              <a:rPr lang="id-ID" dirty="0" err="1"/>
              <a:t>siapapun</a:t>
            </a:r>
            <a:r>
              <a:rPr lang="id-ID" dirty="0"/>
              <a:t>. Namun dalam sistem operasi </a:t>
            </a:r>
            <a:r>
              <a:rPr lang="id-ID" dirty="0" err="1"/>
              <a:t>linux</a:t>
            </a:r>
            <a:r>
              <a:rPr lang="id-ID" dirty="0"/>
              <a:t> jika pengguna tidak diberikan perijinan ini maka pengguna tersebut tidak dapat menjalankan program itu. 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260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</TotalTime>
  <Words>623</Words>
  <Application>Microsoft Office PowerPoint</Application>
  <PresentationFormat>Widescreen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Britannic Bold</vt:lpstr>
      <vt:lpstr>Calibri</vt:lpstr>
      <vt:lpstr>Calibri Light</vt:lpstr>
      <vt:lpstr>Century Gothic</vt:lpstr>
      <vt:lpstr>Trebuchet MS</vt:lpstr>
      <vt:lpstr>Office Theme</vt:lpstr>
      <vt:lpstr>PowerPoint Presentation</vt:lpstr>
      <vt:lpstr>Manajemen File dan Direktori</vt:lpstr>
      <vt:lpstr>Manfaat Manajemen File dan Direktori</vt:lpstr>
      <vt:lpstr>Fungsi Manajemen File dan direktori</vt:lpstr>
      <vt:lpstr>Sasaran Manajemen File dan direktori</vt:lpstr>
      <vt:lpstr>Arsitektur Manajemen File dan direktori</vt:lpstr>
      <vt:lpstr>Tipe File Pada Sistem Operasi</vt:lpstr>
      <vt:lpstr>Security File Windows dan Linux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186</cp:revision>
  <dcterms:created xsi:type="dcterms:W3CDTF">2018-01-15T03:36:45Z</dcterms:created>
  <dcterms:modified xsi:type="dcterms:W3CDTF">2020-08-31T12:07:32Z</dcterms:modified>
</cp:coreProperties>
</file>