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85" r:id="rId3"/>
    <p:sldId id="291" r:id="rId4"/>
    <p:sldId id="286" r:id="rId5"/>
    <p:sldId id="298" r:id="rId6"/>
    <p:sldId id="297" r:id="rId7"/>
    <p:sldId id="295" r:id="rId8"/>
    <p:sldId id="299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Searching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Referensi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7129F-01E9-4CA8-BEFC-E398E2C0EB84}"/>
              </a:ext>
            </a:extLst>
          </p:cNvPr>
          <p:cNvSpPr txBox="1"/>
          <p:nvPr/>
        </p:nvSpPr>
        <p:spPr>
          <a:xfrm>
            <a:off x="7938966" y="1859389"/>
            <a:ext cx="3652644" cy="408623"/>
          </a:xfrm>
          <a:prstGeom prst="round2Diag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Videos of http://geeksforgeeks.com/</a:t>
            </a:r>
          </a:p>
        </p:txBody>
      </p:sp>
    </p:spTree>
    <p:extLst>
      <p:ext uri="{BB962C8B-B14F-4D97-AF65-F5344CB8AC3E}">
        <p14:creationId xmlns:p14="http://schemas.microsoft.com/office/powerpoint/2010/main" val="333041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828800"/>
            <a:ext cx="1784011" cy="387191"/>
          </a:xfrm>
          <a:prstGeom prst="round2Same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 err="1"/>
              <a:t>Binary</a:t>
            </a:r>
            <a:r>
              <a:rPr lang="ms-MY" dirty="0"/>
              <a:t> Search</a:t>
            </a:r>
          </a:p>
        </p:txBody>
      </p:sp>
    </p:spTree>
    <p:extLst>
      <p:ext uri="{BB962C8B-B14F-4D97-AF65-F5344CB8AC3E}">
        <p14:creationId xmlns:p14="http://schemas.microsoft.com/office/powerpoint/2010/main" val="299478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Searching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52A00-051B-48E1-9CCB-5D2BD55FAC2C}"/>
              </a:ext>
            </a:extLst>
          </p:cNvPr>
          <p:cNvSpPr txBox="1"/>
          <p:nvPr/>
        </p:nvSpPr>
        <p:spPr>
          <a:xfrm>
            <a:off x="2534418" y="1674674"/>
            <a:ext cx="6502399" cy="19409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Pencarian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array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,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paling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dicari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Jika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array,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diindeks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Jika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array,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-1 </a:t>
            </a:r>
            <a:r>
              <a:rPr lang="en-US" dirty="0" err="1"/>
              <a:t>dan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60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A52A00-051B-48E1-9CCB-5D2BD55FAC2C}"/>
              </a:ext>
            </a:extLst>
          </p:cNvPr>
          <p:cNvSpPr txBox="1"/>
          <p:nvPr/>
        </p:nvSpPr>
        <p:spPr>
          <a:xfrm>
            <a:off x="479694" y="1322981"/>
            <a:ext cx="6502399" cy="53801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Java code for linearly searching x in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[]. If x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is present then return its location, otherwise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return -1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class GFG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int search(int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[], int x)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int n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for(int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if(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 == x)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-1;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 = { 2, 3, 4, 10, 40 };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int x = 10;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int result = search(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if(result == -1)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("Element is not present in array");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("Element is present at index " + result);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5E89ECA-92C1-42DD-A8BB-871E96974AD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945304-6A80-4CD7-A7AA-7107FA1BD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194" y="2432317"/>
            <a:ext cx="2257425" cy="33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5FCE9-5A2E-469C-AE61-1BA9A1C4B720}"/>
              </a:ext>
            </a:extLst>
          </p:cNvPr>
          <p:cNvSpPr txBox="1"/>
          <p:nvPr/>
        </p:nvSpPr>
        <p:spPr>
          <a:xfrm>
            <a:off x="8273194" y="1770741"/>
            <a:ext cx="1858589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1166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1FF198-01A6-45D0-AA7F-DD17A46A23E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90848-6955-4932-BCB3-FDECE73A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93" y="1503265"/>
            <a:ext cx="7598138" cy="38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6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66477DD9-2F89-48A3-A26B-B7B7BB8E8A2C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F93BA-C0CD-473A-BCE6-46E04A1470E7}"/>
              </a:ext>
            </a:extLst>
          </p:cNvPr>
          <p:cNvSpPr txBox="1"/>
          <p:nvPr/>
        </p:nvSpPr>
        <p:spPr>
          <a:xfrm>
            <a:off x="0" y="1384343"/>
            <a:ext cx="7441809" cy="52099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Java implementation of recursive Binary Search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// Returns index of x if it is present in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[l..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// r], else return -1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[], int l, int r, int x)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if (r &gt;= l) 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int mid = l + (r - l) / 2;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If the element is present at the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middle itself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[mid] == x)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	return mid;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If element is smaller than mid, then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it can only be present in left subarray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[mid] &gt; x)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	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l, mid - 1, x);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Else the element can only be present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// in right subarray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mid + 1, r, x);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// We reach here when element is not present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// in array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-1;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66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66477DD9-2F89-48A3-A26B-B7B7BB8E8A2C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Code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Lanjutan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BD396-94C2-4705-A137-34A9DEA8510B}"/>
              </a:ext>
            </a:extLst>
          </p:cNvPr>
          <p:cNvSpPr txBox="1"/>
          <p:nvPr/>
        </p:nvSpPr>
        <p:spPr>
          <a:xfrm>
            <a:off x="1021479" y="1551759"/>
            <a:ext cx="7549662" cy="28263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// Driver method to test above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 = { 2, 3, 4, 10, 40 };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int n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int x = 10;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int result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ob.binarySearch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0, n - 1, x);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if (result == -1)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("Element not present");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("Element found at index " + result);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/* This code is contributed by Rajat Mishra */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67FF5-478A-4BA0-A79B-8ACD90E55136}"/>
              </a:ext>
            </a:extLst>
          </p:cNvPr>
          <p:cNvSpPr txBox="1"/>
          <p:nvPr/>
        </p:nvSpPr>
        <p:spPr>
          <a:xfrm>
            <a:off x="9311932" y="2410021"/>
            <a:ext cx="1858589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0E3158-E4E4-460D-B198-19C082514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932" y="2964912"/>
            <a:ext cx="23145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8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642</Words>
  <Application>Microsoft Macintosh PowerPoint</Application>
  <PresentationFormat>Widescreen</PresentationFormat>
  <Paragraphs>98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Berlin Sans FB</vt:lpstr>
      <vt:lpstr>Britannic Bold</vt:lpstr>
      <vt:lpstr>Calibri</vt:lpstr>
      <vt:lpstr>Calibri Light</vt:lpstr>
      <vt:lpstr>Century Gothic</vt:lpstr>
      <vt:lpstr>Courier New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87</cp:revision>
  <dcterms:created xsi:type="dcterms:W3CDTF">2018-01-15T03:36:45Z</dcterms:created>
  <dcterms:modified xsi:type="dcterms:W3CDTF">2023-08-30T16:09:36Z</dcterms:modified>
</cp:coreProperties>
</file>