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8" r:id="rId3"/>
    <p:sldId id="296" r:id="rId4"/>
    <p:sldId id="283" r:id="rId5"/>
    <p:sldId id="284" r:id="rId6"/>
    <p:sldId id="294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97" autoAdjust="0"/>
  </p:normalViewPr>
  <p:slideViewPr>
    <p:cSldViewPr snapToGrid="0">
      <p:cViewPr varScale="1">
        <p:scale>
          <a:sx n="85" d="100"/>
          <a:sy n="85" d="100"/>
        </p:scale>
        <p:origin x="1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062221-660B-49B9-B4F7-1712FFBD1662}" type="doc">
      <dgm:prSet loTypeId="urn:microsoft.com/office/officeart/2005/8/layout/arrow6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33264DA5-DBAE-456C-87C2-5AE14339D138}">
      <dgm:prSet/>
      <dgm:spPr/>
      <dgm:t>
        <a:bodyPr/>
        <a:lstStyle/>
        <a:p>
          <a:r>
            <a:rPr lang="en-US" dirty="0"/>
            <a:t>Not Comparison-Based Sorting</a:t>
          </a:r>
        </a:p>
      </dgm:t>
    </dgm:pt>
    <dgm:pt modelId="{DB841BD7-DB94-4330-8FD4-DC04D28A8A6E}" type="parTrans" cxnId="{A33E02D4-029D-42D8-8879-FE1292AA21DC}">
      <dgm:prSet/>
      <dgm:spPr/>
      <dgm:t>
        <a:bodyPr/>
        <a:lstStyle/>
        <a:p>
          <a:endParaRPr lang="en-US"/>
        </a:p>
      </dgm:t>
    </dgm:pt>
    <dgm:pt modelId="{F7EFD596-2882-4201-90C2-9D312F7EBA27}" type="sibTrans" cxnId="{A33E02D4-029D-42D8-8879-FE1292AA21DC}">
      <dgm:prSet/>
      <dgm:spPr/>
      <dgm:t>
        <a:bodyPr/>
        <a:lstStyle/>
        <a:p>
          <a:endParaRPr lang="en-US"/>
        </a:p>
      </dgm:t>
    </dgm:pt>
    <dgm:pt modelId="{74C1EF5A-82AC-4858-8B8C-7B5862D0A8FA}" type="pres">
      <dgm:prSet presAssocID="{26062221-660B-49B9-B4F7-1712FFBD1662}" presName="compositeShape" presStyleCnt="0">
        <dgm:presLayoutVars>
          <dgm:chMax val="2"/>
          <dgm:dir/>
          <dgm:resizeHandles val="exact"/>
        </dgm:presLayoutVars>
      </dgm:prSet>
      <dgm:spPr/>
    </dgm:pt>
    <dgm:pt modelId="{38829216-4480-496E-B625-2C05C0D67C29}" type="pres">
      <dgm:prSet presAssocID="{26062221-660B-49B9-B4F7-1712FFBD1662}" presName="ribbon" presStyleLbl="node1" presStyleIdx="0" presStyleCnt="1"/>
      <dgm:spPr/>
    </dgm:pt>
    <dgm:pt modelId="{3ED20D18-C246-4889-9E02-FE67A6302B83}" type="pres">
      <dgm:prSet presAssocID="{26062221-660B-49B9-B4F7-1712FFBD1662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8EE3E76D-6208-4DE6-BBD6-4E20B221DF3F}" type="pres">
      <dgm:prSet presAssocID="{26062221-660B-49B9-B4F7-1712FFBD1662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CF8B72C-B280-4B65-BF81-390E5322F87A}" type="presOf" srcId="{26062221-660B-49B9-B4F7-1712FFBD1662}" destId="{74C1EF5A-82AC-4858-8B8C-7B5862D0A8FA}" srcOrd="0" destOrd="0" presId="urn:microsoft.com/office/officeart/2005/8/layout/arrow6"/>
    <dgm:cxn modelId="{350BE0B4-4B9D-A34F-8E3B-6CB0E6BBF57A}" type="presOf" srcId="{33264DA5-DBAE-456C-87C2-5AE14339D138}" destId="{3ED20D18-C246-4889-9E02-FE67A6302B83}" srcOrd="0" destOrd="0" presId="urn:microsoft.com/office/officeart/2005/8/layout/arrow6"/>
    <dgm:cxn modelId="{A33E02D4-029D-42D8-8879-FE1292AA21DC}" srcId="{26062221-660B-49B9-B4F7-1712FFBD1662}" destId="{33264DA5-DBAE-456C-87C2-5AE14339D138}" srcOrd="0" destOrd="0" parTransId="{DB841BD7-DB94-4330-8FD4-DC04D28A8A6E}" sibTransId="{F7EFD596-2882-4201-90C2-9D312F7EBA27}"/>
    <dgm:cxn modelId="{8CD0828A-BF7B-46B5-8990-C60E5F2B23A3}" type="presParOf" srcId="{74C1EF5A-82AC-4858-8B8C-7B5862D0A8FA}" destId="{38829216-4480-496E-B625-2C05C0D67C29}" srcOrd="0" destOrd="0" presId="urn:microsoft.com/office/officeart/2005/8/layout/arrow6"/>
    <dgm:cxn modelId="{7D42B033-D4F7-4C53-BD64-52FEAA63B578}" type="presParOf" srcId="{74C1EF5A-82AC-4858-8B8C-7B5862D0A8FA}" destId="{3ED20D18-C246-4889-9E02-FE67A6302B83}" srcOrd="1" destOrd="0" presId="urn:microsoft.com/office/officeart/2005/8/layout/arrow6"/>
    <dgm:cxn modelId="{A0A4B0A4-2A6F-4DE2-9517-07596EED1C99}" type="presParOf" srcId="{74C1EF5A-82AC-4858-8B8C-7B5862D0A8FA}" destId="{8EE3E76D-6208-4DE6-BBD6-4E20B221DF3F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062221-660B-49B9-B4F7-1712FFBD1662}" type="doc">
      <dgm:prSet loTypeId="urn:microsoft.com/office/officeart/2009/3/layout/SubStepProcess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3264DA5-DBAE-456C-87C2-5AE14339D138}">
      <dgm:prSet/>
      <dgm:spPr/>
      <dgm:t>
        <a:bodyPr/>
        <a:lstStyle/>
        <a:p>
          <a:r>
            <a:rPr lang="en-US" dirty="0" err="1"/>
            <a:t>Adapun</a:t>
          </a:r>
          <a:r>
            <a:rPr lang="en-US" dirty="0"/>
            <a:t> </a:t>
          </a:r>
          <a:r>
            <a:rPr lang="en-US" dirty="0" err="1"/>
            <a:t>algoritm</a:t>
          </a:r>
          <a:r>
            <a:rPr lang="en-US" dirty="0"/>
            <a:t> assorting yang </a:t>
          </a:r>
          <a:r>
            <a:rPr lang="en-US" dirty="0" err="1"/>
            <a:t>termasuk</a:t>
          </a:r>
          <a:r>
            <a:rPr lang="en-US" dirty="0"/>
            <a:t> </a:t>
          </a:r>
          <a:r>
            <a:rPr lang="en-US" dirty="0" err="1"/>
            <a:t>kedalam</a:t>
          </a:r>
          <a:r>
            <a:rPr lang="en-US" dirty="0"/>
            <a:t> Not Comparison-Based Sorting </a:t>
          </a:r>
          <a:r>
            <a:rPr lang="en-US" dirty="0" err="1"/>
            <a:t>adalah</a:t>
          </a:r>
          <a:r>
            <a:rPr lang="en-US" dirty="0"/>
            <a:t>:</a:t>
          </a:r>
        </a:p>
      </dgm:t>
    </dgm:pt>
    <dgm:pt modelId="{DB841BD7-DB94-4330-8FD4-DC04D28A8A6E}" type="parTrans" cxnId="{A33E02D4-029D-42D8-8879-FE1292AA21DC}">
      <dgm:prSet/>
      <dgm:spPr/>
      <dgm:t>
        <a:bodyPr/>
        <a:lstStyle/>
        <a:p>
          <a:endParaRPr lang="en-US"/>
        </a:p>
      </dgm:t>
    </dgm:pt>
    <dgm:pt modelId="{F7EFD596-2882-4201-90C2-9D312F7EBA27}" type="sibTrans" cxnId="{A33E02D4-029D-42D8-8879-FE1292AA21DC}">
      <dgm:prSet/>
      <dgm:spPr/>
      <dgm:t>
        <a:bodyPr/>
        <a:lstStyle/>
        <a:p>
          <a:endParaRPr lang="en-US"/>
        </a:p>
      </dgm:t>
    </dgm:pt>
    <dgm:pt modelId="{40509EBE-0C84-4AFD-9BD8-B16E9B15F8C6}">
      <dgm:prSet/>
      <dgm:spPr/>
      <dgm:t>
        <a:bodyPr/>
        <a:lstStyle/>
        <a:p>
          <a:r>
            <a:rPr lang="en-US"/>
            <a:t>Counting Sort</a:t>
          </a:r>
        </a:p>
      </dgm:t>
    </dgm:pt>
    <dgm:pt modelId="{9284E266-6292-45B1-8955-BD3458CFA6C2}" type="parTrans" cxnId="{7EF92D36-C3BC-4C51-B7E6-864CEC0AE666}">
      <dgm:prSet/>
      <dgm:spPr/>
      <dgm:t>
        <a:bodyPr/>
        <a:lstStyle/>
        <a:p>
          <a:endParaRPr lang="en-US"/>
        </a:p>
      </dgm:t>
    </dgm:pt>
    <dgm:pt modelId="{319C383E-91D5-4045-8857-6580113937A0}" type="sibTrans" cxnId="{7EF92D36-C3BC-4C51-B7E6-864CEC0AE666}">
      <dgm:prSet/>
      <dgm:spPr/>
      <dgm:t>
        <a:bodyPr/>
        <a:lstStyle/>
        <a:p>
          <a:endParaRPr lang="en-US"/>
        </a:p>
      </dgm:t>
    </dgm:pt>
    <dgm:pt modelId="{3565D56A-C1A7-4B1F-9CDD-FE44027D9078}" type="pres">
      <dgm:prSet presAssocID="{26062221-660B-49B9-B4F7-1712FFBD1662}" presName="Name0" presStyleCnt="0">
        <dgm:presLayoutVars>
          <dgm:chMax val="7"/>
          <dgm:dir/>
          <dgm:animOne val="branch"/>
        </dgm:presLayoutVars>
      </dgm:prSet>
      <dgm:spPr/>
    </dgm:pt>
    <dgm:pt modelId="{E506CBD3-52F0-4CD3-BE7C-9945CE1B60D1}" type="pres">
      <dgm:prSet presAssocID="{33264DA5-DBAE-456C-87C2-5AE14339D138}" presName="parTx1" presStyleLbl="node1" presStyleIdx="0" presStyleCnt="1"/>
      <dgm:spPr/>
    </dgm:pt>
    <dgm:pt modelId="{0C43BF30-E920-4A06-A9F4-78E4C7810991}" type="pres">
      <dgm:prSet presAssocID="{33264DA5-DBAE-456C-87C2-5AE14339D138}" presName="spPre1" presStyleCnt="0"/>
      <dgm:spPr/>
    </dgm:pt>
    <dgm:pt modelId="{EA11FC8B-973D-495C-B255-C7667C37059C}" type="pres">
      <dgm:prSet presAssocID="{33264DA5-DBAE-456C-87C2-5AE14339D138}" presName="chLin1" presStyleCnt="0"/>
      <dgm:spPr/>
    </dgm:pt>
    <dgm:pt modelId="{C86437ED-6B21-4087-9604-6401C8F2D99A}" type="pres">
      <dgm:prSet presAssocID="{9284E266-6292-45B1-8955-BD3458CFA6C2}" presName="Name11" presStyleLbl="parChTrans1D1" presStyleIdx="0" presStyleCnt="2"/>
      <dgm:spPr/>
    </dgm:pt>
    <dgm:pt modelId="{BC7871EA-DB93-451A-B2C2-B419DAA8DD8F}" type="pres">
      <dgm:prSet presAssocID="{40509EBE-0C84-4AFD-9BD8-B16E9B15F8C6}" presName="top1" presStyleCnt="0"/>
      <dgm:spPr/>
    </dgm:pt>
    <dgm:pt modelId="{7EEA1E78-D5E4-46F4-A5E8-73886021B66B}" type="pres">
      <dgm:prSet presAssocID="{40509EBE-0C84-4AFD-9BD8-B16E9B15F8C6}" presName="txAndLines1" presStyleCnt="0"/>
      <dgm:spPr/>
    </dgm:pt>
    <dgm:pt modelId="{9AFCB341-E47F-456C-9C4E-95146BEC2A61}" type="pres">
      <dgm:prSet presAssocID="{40509EBE-0C84-4AFD-9BD8-B16E9B15F8C6}" presName="anchor1" presStyleCnt="0"/>
      <dgm:spPr/>
    </dgm:pt>
    <dgm:pt modelId="{634E6852-10F4-4102-ABBE-FDA65DDD5003}" type="pres">
      <dgm:prSet presAssocID="{40509EBE-0C84-4AFD-9BD8-B16E9B15F8C6}" presName="backup1" presStyleCnt="0"/>
      <dgm:spPr/>
    </dgm:pt>
    <dgm:pt modelId="{7E34EF23-0597-4099-8593-7CA8CB5BB79F}" type="pres">
      <dgm:prSet presAssocID="{40509EBE-0C84-4AFD-9BD8-B16E9B15F8C6}" presName="preLine1" presStyleLbl="parChTrans1D1" presStyleIdx="1" presStyleCnt="2"/>
      <dgm:spPr/>
    </dgm:pt>
    <dgm:pt modelId="{BF5389B9-AF17-4432-BC2B-E0136E574799}" type="pres">
      <dgm:prSet presAssocID="{40509EBE-0C84-4AFD-9BD8-B16E9B15F8C6}" presName="desTx1" presStyleLbl="revTx" presStyleIdx="0" presStyleCnt="0">
        <dgm:presLayoutVars>
          <dgm:bulletEnabled val="1"/>
        </dgm:presLayoutVars>
      </dgm:prSet>
      <dgm:spPr/>
    </dgm:pt>
  </dgm:ptLst>
  <dgm:cxnLst>
    <dgm:cxn modelId="{1203C629-FF04-4D9F-85F7-052253DAB100}" type="presOf" srcId="{40509EBE-0C84-4AFD-9BD8-B16E9B15F8C6}" destId="{BF5389B9-AF17-4432-BC2B-E0136E574799}" srcOrd="0" destOrd="0" presId="urn:microsoft.com/office/officeart/2009/3/layout/SubStepProcess"/>
    <dgm:cxn modelId="{7EF92D36-C3BC-4C51-B7E6-864CEC0AE666}" srcId="{33264DA5-DBAE-456C-87C2-5AE14339D138}" destId="{40509EBE-0C84-4AFD-9BD8-B16E9B15F8C6}" srcOrd="0" destOrd="0" parTransId="{9284E266-6292-45B1-8955-BD3458CFA6C2}" sibTransId="{319C383E-91D5-4045-8857-6580113937A0}"/>
    <dgm:cxn modelId="{153C3D90-9929-4324-A23E-8920F4341FCF}" type="presOf" srcId="{26062221-660B-49B9-B4F7-1712FFBD1662}" destId="{3565D56A-C1A7-4B1F-9CDD-FE44027D9078}" srcOrd="0" destOrd="0" presId="urn:microsoft.com/office/officeart/2009/3/layout/SubStepProcess"/>
    <dgm:cxn modelId="{B1828997-8743-40E7-B8CC-CAA2192ACEBC}" type="presOf" srcId="{33264DA5-DBAE-456C-87C2-5AE14339D138}" destId="{E506CBD3-52F0-4CD3-BE7C-9945CE1B60D1}" srcOrd="0" destOrd="0" presId="urn:microsoft.com/office/officeart/2009/3/layout/SubStepProcess"/>
    <dgm:cxn modelId="{A33E02D4-029D-42D8-8879-FE1292AA21DC}" srcId="{26062221-660B-49B9-B4F7-1712FFBD1662}" destId="{33264DA5-DBAE-456C-87C2-5AE14339D138}" srcOrd="0" destOrd="0" parTransId="{DB841BD7-DB94-4330-8FD4-DC04D28A8A6E}" sibTransId="{F7EFD596-2882-4201-90C2-9D312F7EBA27}"/>
    <dgm:cxn modelId="{B98F59C8-2EF3-4223-ACC6-88CCDDC65AE8}" type="presParOf" srcId="{3565D56A-C1A7-4B1F-9CDD-FE44027D9078}" destId="{E506CBD3-52F0-4CD3-BE7C-9945CE1B60D1}" srcOrd="0" destOrd="0" presId="urn:microsoft.com/office/officeart/2009/3/layout/SubStepProcess"/>
    <dgm:cxn modelId="{EBC29FD7-9CDF-4B93-AB9D-AFDE08F30235}" type="presParOf" srcId="{3565D56A-C1A7-4B1F-9CDD-FE44027D9078}" destId="{0C43BF30-E920-4A06-A9F4-78E4C7810991}" srcOrd="1" destOrd="0" presId="urn:microsoft.com/office/officeart/2009/3/layout/SubStepProcess"/>
    <dgm:cxn modelId="{1E639B6A-7114-45D7-80D7-5353F33C16E1}" type="presParOf" srcId="{3565D56A-C1A7-4B1F-9CDD-FE44027D9078}" destId="{EA11FC8B-973D-495C-B255-C7667C37059C}" srcOrd="2" destOrd="0" presId="urn:microsoft.com/office/officeart/2009/3/layout/SubStepProcess"/>
    <dgm:cxn modelId="{AA6A3F90-C671-482C-A40A-D5C5D57828D3}" type="presParOf" srcId="{EA11FC8B-973D-495C-B255-C7667C37059C}" destId="{C86437ED-6B21-4087-9604-6401C8F2D99A}" srcOrd="0" destOrd="0" presId="urn:microsoft.com/office/officeart/2009/3/layout/SubStepProcess"/>
    <dgm:cxn modelId="{3EA40D03-A37E-43D4-9DC4-76DBF4A5D68F}" type="presParOf" srcId="{EA11FC8B-973D-495C-B255-C7667C37059C}" destId="{BC7871EA-DB93-451A-B2C2-B419DAA8DD8F}" srcOrd="1" destOrd="0" presId="urn:microsoft.com/office/officeart/2009/3/layout/SubStepProcess"/>
    <dgm:cxn modelId="{2D318F08-A1CB-4027-9C5B-ADF05F752212}" type="presParOf" srcId="{EA11FC8B-973D-495C-B255-C7667C37059C}" destId="{7EEA1E78-D5E4-46F4-A5E8-73886021B66B}" srcOrd="2" destOrd="0" presId="urn:microsoft.com/office/officeart/2009/3/layout/SubStepProcess"/>
    <dgm:cxn modelId="{D519F2B1-4A9C-4268-82F7-642E9CA80AE6}" type="presParOf" srcId="{7EEA1E78-D5E4-46F4-A5E8-73886021B66B}" destId="{9AFCB341-E47F-456C-9C4E-95146BEC2A61}" srcOrd="0" destOrd="0" presId="urn:microsoft.com/office/officeart/2009/3/layout/SubStepProcess"/>
    <dgm:cxn modelId="{44DC0BCF-DC40-40E5-AFD4-E4770E9D8595}" type="presParOf" srcId="{7EEA1E78-D5E4-46F4-A5E8-73886021B66B}" destId="{634E6852-10F4-4102-ABBE-FDA65DDD5003}" srcOrd="1" destOrd="0" presId="urn:microsoft.com/office/officeart/2009/3/layout/SubStepProcess"/>
    <dgm:cxn modelId="{2FCB54CD-15A1-4E68-9F5B-FE0A7C40685E}" type="presParOf" srcId="{7EEA1E78-D5E4-46F4-A5E8-73886021B66B}" destId="{7E34EF23-0597-4099-8593-7CA8CB5BB79F}" srcOrd="2" destOrd="0" presId="urn:microsoft.com/office/officeart/2009/3/layout/SubStepProcess"/>
    <dgm:cxn modelId="{258D832B-85C3-4197-A58F-4573EA7ED826}" type="presParOf" srcId="{7EEA1E78-D5E4-46F4-A5E8-73886021B66B}" destId="{BF5389B9-AF17-4432-BC2B-E0136E574799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layout/CircleArrow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/>
      <dgm:spPr/>
      <dgm:t>
        <a:bodyPr/>
        <a:lstStyle/>
        <a:p>
          <a:r>
            <a:rPr lang="en-US" dirty="0" err="1"/>
            <a:t>Semoga</a:t>
          </a:r>
          <a:r>
            <a:rPr lang="en-US" dirty="0"/>
            <a:t> </a:t>
          </a:r>
          <a:r>
            <a:rPr lang="en-US" dirty="0" err="1"/>
            <a:t>ilmunya</a:t>
          </a:r>
          <a:r>
            <a:rPr lang="en-US" dirty="0"/>
            <a:t> </a:t>
          </a:r>
          <a:r>
            <a:rPr lang="en-US" dirty="0" err="1"/>
            <a:t>bermanfaat</a:t>
          </a:r>
          <a:r>
            <a:rPr lang="en-US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/>
        </a:p>
      </dgm:t>
    </dgm:pt>
    <dgm:pt modelId="{C0DBF704-87C4-495C-8476-124308F435A3}">
      <dgm:prSet phldrT="[Text]"/>
      <dgm:spPr/>
      <dgm:t>
        <a:bodyPr/>
        <a:lstStyle/>
        <a:p>
          <a:r>
            <a:rPr lang="en-US" dirty="0" err="1"/>
            <a:t>Sampai</a:t>
          </a:r>
          <a:r>
            <a:rPr lang="en-US" dirty="0"/>
            <a:t> </a:t>
          </a:r>
          <a:r>
            <a:rPr lang="en-US" dirty="0" err="1"/>
            <a:t>berjumpa</a:t>
          </a:r>
          <a:r>
            <a:rPr lang="en-US" dirty="0"/>
            <a:t> </a:t>
          </a:r>
          <a:r>
            <a:rPr lang="en-US" dirty="0" err="1"/>
            <a:t>lagi</a:t>
          </a:r>
          <a:r>
            <a:rPr lang="en-US" dirty="0"/>
            <a:t> di </a:t>
          </a:r>
          <a:r>
            <a:rPr lang="en-US" dirty="0" err="1"/>
            <a:t>inisiasi</a:t>
          </a:r>
          <a:r>
            <a:rPr lang="en-US" dirty="0"/>
            <a:t> </a:t>
          </a:r>
          <a:r>
            <a:rPr lang="en-US"/>
            <a:t>berikutnya </a:t>
          </a:r>
          <a:r>
            <a:rPr lang="en-US" dirty="0" err="1"/>
            <a:t>Struktur</a:t>
          </a:r>
          <a:r>
            <a:rPr lang="en-US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/>
        </a:p>
      </dgm:t>
    </dgm:pt>
    <dgm:pt modelId="{9591FD88-6F65-4B89-B532-6C96E3F12BB2}" type="pres">
      <dgm:prSet presAssocID="{596726B1-4A41-46F7-83D4-8F7A06E2177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BC0754BF-6601-416D-8698-8AE0B5E6B96D}" type="pres">
      <dgm:prSet presAssocID="{376E8285-9AF6-4CE0-A508-E22048EFC234}" presName="Accent1" presStyleCnt="0"/>
      <dgm:spPr/>
    </dgm:pt>
    <dgm:pt modelId="{2F5816A3-4683-4374-954E-8DE6B5F9FF22}" type="pres">
      <dgm:prSet presAssocID="{376E8285-9AF6-4CE0-A508-E22048EFC234}" presName="Accent" presStyleLbl="node1" presStyleIdx="0" presStyleCnt="2"/>
      <dgm:spPr/>
    </dgm:pt>
    <dgm:pt modelId="{1BEAD1EA-D0F7-46B2-B6BF-1159A15D3DA5}" type="pres">
      <dgm:prSet presAssocID="{376E8285-9AF6-4CE0-A508-E22048EFC234}" presName="Parent1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1EB312B3-688E-42C1-BCEA-024D0B5F1770}" type="pres">
      <dgm:prSet presAssocID="{C0DBF704-87C4-495C-8476-124308F435A3}" presName="Accent2" presStyleCnt="0"/>
      <dgm:spPr/>
    </dgm:pt>
    <dgm:pt modelId="{F26DAB72-7B3B-4F30-B5F1-2027C006A3F0}" type="pres">
      <dgm:prSet presAssocID="{C0DBF704-87C4-495C-8476-124308F435A3}" presName="Accent" presStyleLbl="node1" presStyleIdx="1" presStyleCnt="2"/>
      <dgm:spPr/>
    </dgm:pt>
    <dgm:pt modelId="{5FF6F5FB-58F7-42CB-ADB9-8440F981799A}" type="pres">
      <dgm:prSet presAssocID="{C0DBF704-87C4-495C-8476-124308F435A3}" presName="Parent2" presStyleLbl="revTx" presStyleIdx="1" presStyleCnt="2">
        <dgm:presLayoutVars>
          <dgm:chMax val="1"/>
          <dgm:chPref val="1"/>
          <dgm:bulletEnabled val="1"/>
        </dgm:presLayoutVars>
      </dgm:prSet>
      <dgm:spPr/>
    </dgm:pt>
  </dgm:ptLst>
  <dgm:cxnLst>
    <dgm:cxn modelId="{E2F61B10-6181-4C13-8AC3-B0F832E939AB}" type="presOf" srcId="{C0DBF704-87C4-495C-8476-124308F435A3}" destId="{5FF6F5FB-58F7-42CB-ADB9-8440F981799A}" srcOrd="0" destOrd="0" presId="urn:microsoft.com/office/officeart/2009/layout/CircleArrowProcess"/>
    <dgm:cxn modelId="{C1475C16-09D3-440C-BBC3-09B49C04BBD2}" type="presOf" srcId="{596726B1-4A41-46F7-83D4-8F7A06E2177E}" destId="{9591FD88-6F65-4B89-B532-6C96E3F12BB2}" srcOrd="0" destOrd="0" presId="urn:microsoft.com/office/officeart/2009/layout/CircleArrow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3F3B10B3-FB45-4E23-9518-E54804890964}" type="presOf" srcId="{376E8285-9AF6-4CE0-A508-E22048EFC234}" destId="{1BEAD1EA-D0F7-46B2-B6BF-1159A15D3DA5}" srcOrd="0" destOrd="0" presId="urn:microsoft.com/office/officeart/2009/layout/CircleArrowProcess"/>
    <dgm:cxn modelId="{BC83F5B4-ACC7-494B-B0FF-8E08420FB8BD}" type="presParOf" srcId="{9591FD88-6F65-4B89-B532-6C96E3F12BB2}" destId="{BC0754BF-6601-416D-8698-8AE0B5E6B96D}" srcOrd="0" destOrd="0" presId="urn:microsoft.com/office/officeart/2009/layout/CircleArrowProcess"/>
    <dgm:cxn modelId="{6B6F3E04-CC9C-4EFA-BEE7-291DAC303CE4}" type="presParOf" srcId="{BC0754BF-6601-416D-8698-8AE0B5E6B96D}" destId="{2F5816A3-4683-4374-954E-8DE6B5F9FF22}" srcOrd="0" destOrd="0" presId="urn:microsoft.com/office/officeart/2009/layout/CircleArrowProcess"/>
    <dgm:cxn modelId="{747A2ADA-E776-47E9-893B-9790DA581996}" type="presParOf" srcId="{9591FD88-6F65-4B89-B532-6C96E3F12BB2}" destId="{1BEAD1EA-D0F7-46B2-B6BF-1159A15D3DA5}" srcOrd="1" destOrd="0" presId="urn:microsoft.com/office/officeart/2009/layout/CircleArrowProcess"/>
    <dgm:cxn modelId="{9099AB76-0DB3-45FB-8157-959DF0194616}" type="presParOf" srcId="{9591FD88-6F65-4B89-B532-6C96E3F12BB2}" destId="{1EB312B3-688E-42C1-BCEA-024D0B5F1770}" srcOrd="2" destOrd="0" presId="urn:microsoft.com/office/officeart/2009/layout/CircleArrowProcess"/>
    <dgm:cxn modelId="{ECD25F1D-323D-43D1-BD95-3AB9EECB76A8}" type="presParOf" srcId="{1EB312B3-688E-42C1-BCEA-024D0B5F1770}" destId="{F26DAB72-7B3B-4F30-B5F1-2027C006A3F0}" srcOrd="0" destOrd="0" presId="urn:microsoft.com/office/officeart/2009/layout/CircleArrowProcess"/>
    <dgm:cxn modelId="{56008FE2-8D07-4CFC-BDD2-54A0F720380D}" type="presParOf" srcId="{9591FD88-6F65-4B89-B532-6C96E3F12BB2}" destId="{5FF6F5FB-58F7-42CB-ADB9-8440F981799A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29216-4480-496E-B625-2C05C0D67C29}">
      <dsp:nvSpPr>
        <dsp:cNvPr id="0" name=""/>
        <dsp:cNvSpPr/>
      </dsp:nvSpPr>
      <dsp:spPr>
        <a:xfrm>
          <a:off x="0" y="95115"/>
          <a:ext cx="5295232" cy="2118092"/>
        </a:xfrm>
        <a:prstGeom prst="leftRightRibb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20D18-C246-4889-9E02-FE67A6302B83}">
      <dsp:nvSpPr>
        <dsp:cNvPr id="0" name=""/>
        <dsp:cNvSpPr/>
      </dsp:nvSpPr>
      <dsp:spPr>
        <a:xfrm>
          <a:off x="635427" y="465781"/>
          <a:ext cx="1747426" cy="103786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74676" rIns="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Not Comparison-Based Sorting</a:t>
          </a:r>
        </a:p>
      </dsp:txBody>
      <dsp:txXfrm>
        <a:off x="635427" y="465781"/>
        <a:ext cx="1747426" cy="10378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6CBD3-52F0-4CD3-BE7C-9945CE1B60D1}">
      <dsp:nvSpPr>
        <dsp:cNvPr id="0" name=""/>
        <dsp:cNvSpPr/>
      </dsp:nvSpPr>
      <dsp:spPr>
        <a:xfrm>
          <a:off x="689" y="217007"/>
          <a:ext cx="1874308" cy="18743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 err="1"/>
            <a:t>Adapun</a:t>
          </a:r>
          <a:r>
            <a:rPr lang="en-US" sz="1300" kern="1200" dirty="0"/>
            <a:t> </a:t>
          </a:r>
          <a:r>
            <a:rPr lang="en-US" sz="1300" kern="1200" dirty="0" err="1"/>
            <a:t>algoritm</a:t>
          </a:r>
          <a:r>
            <a:rPr lang="en-US" sz="1300" kern="1200" dirty="0"/>
            <a:t> assorting yang </a:t>
          </a:r>
          <a:r>
            <a:rPr lang="en-US" sz="1300" kern="1200" dirty="0" err="1"/>
            <a:t>termasuk</a:t>
          </a:r>
          <a:r>
            <a:rPr lang="en-US" sz="1300" kern="1200" dirty="0"/>
            <a:t> </a:t>
          </a:r>
          <a:r>
            <a:rPr lang="en-US" sz="1300" kern="1200" dirty="0" err="1"/>
            <a:t>kedalam</a:t>
          </a:r>
          <a:r>
            <a:rPr lang="en-US" sz="1300" kern="1200" dirty="0"/>
            <a:t> Not Comparison-Based Sorting </a:t>
          </a:r>
          <a:r>
            <a:rPr lang="en-US" sz="1300" kern="1200" dirty="0" err="1"/>
            <a:t>adalah</a:t>
          </a:r>
          <a:r>
            <a:rPr lang="en-US" sz="1300" kern="1200" dirty="0"/>
            <a:t>:</a:t>
          </a:r>
        </a:p>
      </dsp:txBody>
      <dsp:txXfrm>
        <a:off x="275175" y="491493"/>
        <a:ext cx="1325336" cy="1325336"/>
      </dsp:txXfrm>
    </dsp:sp>
    <dsp:sp modelId="{C86437ED-6B21-4087-9604-6401C8F2D99A}">
      <dsp:nvSpPr>
        <dsp:cNvPr id="0" name=""/>
        <dsp:cNvSpPr/>
      </dsp:nvSpPr>
      <dsp:spPr>
        <a:xfrm rot="2558555">
          <a:off x="1849719" y="1412816"/>
          <a:ext cx="6122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1228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4EF23-0597-4099-8593-7CA8CB5BB79F}">
      <dsp:nvSpPr>
        <dsp:cNvPr id="0" name=""/>
        <dsp:cNvSpPr/>
      </dsp:nvSpPr>
      <dsp:spPr>
        <a:xfrm>
          <a:off x="2381062" y="1620205"/>
          <a:ext cx="21908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5389B9-AF17-4432-BC2B-E0136E574799}">
      <dsp:nvSpPr>
        <dsp:cNvPr id="0" name=""/>
        <dsp:cNvSpPr/>
      </dsp:nvSpPr>
      <dsp:spPr>
        <a:xfrm>
          <a:off x="2600142" y="1154162"/>
          <a:ext cx="1553479" cy="93208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Counting Sort</a:t>
          </a:r>
        </a:p>
      </dsp:txBody>
      <dsp:txXfrm>
        <a:off x="2600142" y="1154162"/>
        <a:ext cx="1553479" cy="932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816A3-4683-4374-954E-8DE6B5F9FF22}">
      <dsp:nvSpPr>
        <dsp:cNvPr id="0" name=""/>
        <dsp:cNvSpPr/>
      </dsp:nvSpPr>
      <dsp:spPr>
        <a:xfrm>
          <a:off x="3382861" y="0"/>
          <a:ext cx="2993848" cy="299393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EAD1EA-D0F7-46B2-B6BF-1159A15D3DA5}">
      <dsp:nvSpPr>
        <dsp:cNvPr id="0" name=""/>
        <dsp:cNvSpPr/>
      </dsp:nvSpPr>
      <dsp:spPr>
        <a:xfrm>
          <a:off x="4044079" y="1083925"/>
          <a:ext cx="1670331" cy="83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Semoga</a:t>
          </a:r>
          <a:r>
            <a:rPr lang="en-US" sz="1400" kern="1200" dirty="0"/>
            <a:t> </a:t>
          </a:r>
          <a:r>
            <a:rPr lang="en-US" sz="1400" kern="1200" dirty="0" err="1"/>
            <a:t>ilmunya</a:t>
          </a:r>
          <a:r>
            <a:rPr lang="en-US" sz="1400" kern="1200" dirty="0"/>
            <a:t> </a:t>
          </a:r>
          <a:r>
            <a:rPr lang="en-US" sz="1400" kern="1200" dirty="0" err="1"/>
            <a:t>bermanfaat</a:t>
          </a:r>
          <a:r>
            <a:rPr lang="en-US" sz="1400" kern="1200" dirty="0"/>
            <a:t>.</a:t>
          </a:r>
        </a:p>
      </dsp:txBody>
      <dsp:txXfrm>
        <a:off x="4044079" y="1083925"/>
        <a:ext cx="1670331" cy="835067"/>
      </dsp:txXfrm>
    </dsp:sp>
    <dsp:sp modelId="{F26DAB72-7B3B-4F30-B5F1-2027C006A3F0}">
      <dsp:nvSpPr>
        <dsp:cNvPr id="0" name=""/>
        <dsp:cNvSpPr/>
      </dsp:nvSpPr>
      <dsp:spPr>
        <a:xfrm>
          <a:off x="2764860" y="1918992"/>
          <a:ext cx="2571943" cy="257303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F6F5FB-58F7-42CB-ADB9-8440F981799A}">
      <dsp:nvSpPr>
        <dsp:cNvPr id="0" name=""/>
        <dsp:cNvSpPr/>
      </dsp:nvSpPr>
      <dsp:spPr>
        <a:xfrm>
          <a:off x="3208913" y="2807515"/>
          <a:ext cx="1670331" cy="83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Sampai</a:t>
          </a:r>
          <a:r>
            <a:rPr lang="en-US" sz="1400" kern="1200" dirty="0"/>
            <a:t> </a:t>
          </a:r>
          <a:r>
            <a:rPr lang="en-US" sz="1400" kern="1200" dirty="0" err="1"/>
            <a:t>berjumpa</a:t>
          </a:r>
          <a:r>
            <a:rPr lang="en-US" sz="1400" kern="1200" dirty="0"/>
            <a:t> </a:t>
          </a:r>
          <a:r>
            <a:rPr lang="en-US" sz="1400" kern="1200" dirty="0" err="1"/>
            <a:t>lagi</a:t>
          </a:r>
          <a:r>
            <a:rPr lang="en-US" sz="1400" kern="1200" dirty="0"/>
            <a:t> di </a:t>
          </a:r>
          <a:r>
            <a:rPr lang="en-US" sz="1400" kern="1200" dirty="0" err="1"/>
            <a:t>inisiasi</a:t>
          </a:r>
          <a:r>
            <a:rPr lang="en-US" sz="1400" kern="1200" dirty="0"/>
            <a:t> </a:t>
          </a:r>
          <a:r>
            <a:rPr lang="en-US" sz="1400" kern="1200"/>
            <a:t>berikutnya </a:t>
          </a:r>
          <a:r>
            <a:rPr lang="en-US" sz="1400" kern="1200" dirty="0" err="1"/>
            <a:t>Struktur</a:t>
          </a:r>
          <a:r>
            <a:rPr lang="en-US" sz="1400" kern="1200" dirty="0"/>
            <a:t> Data</a:t>
          </a:r>
        </a:p>
      </dsp:txBody>
      <dsp:txXfrm>
        <a:off x="3208913" y="2807515"/>
        <a:ext cx="1670331" cy="835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audio" Target="../media/audio1.wav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 err="1">
                <a:latin typeface="Britannic Bold" panose="020B0903060703020204" pitchFamily="34" charset="0"/>
              </a:rPr>
              <a:t>Praktikum</a:t>
            </a:r>
            <a:r>
              <a:rPr lang="en-US" altLang="en-US" sz="5441" dirty="0">
                <a:latin typeface="Britannic Bold" panose="020B0903060703020204" pitchFamily="34" charset="0"/>
              </a:rPr>
              <a:t> Sorting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45D74-FA67-46D1-8005-93276EC9BE10}"/>
              </a:ext>
            </a:extLst>
          </p:cNvPr>
          <p:cNvSpPr txBox="1"/>
          <p:nvPr/>
        </p:nvSpPr>
        <p:spPr>
          <a:xfrm>
            <a:off x="1411855" y="2022418"/>
            <a:ext cx="5444696" cy="408623"/>
          </a:xfrm>
          <a:prstGeom prst="round2Diag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Website compiler Java by https://www.compilejava.net/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0CCE0-92ED-46E6-8204-98AA20C082CE}"/>
              </a:ext>
            </a:extLst>
          </p:cNvPr>
          <p:cNvSpPr txBox="1"/>
          <p:nvPr/>
        </p:nvSpPr>
        <p:spPr>
          <a:xfrm>
            <a:off x="4732919" y="3047215"/>
            <a:ext cx="2988927" cy="408623"/>
          </a:xfrm>
          <a:prstGeom prst="round2Diag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Codes by https://github.com/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FFCFE-B4FF-4C9B-B0DD-35CC48AAA773}"/>
              </a:ext>
            </a:extLst>
          </p:cNvPr>
          <p:cNvSpPr txBox="1"/>
          <p:nvPr/>
        </p:nvSpPr>
        <p:spPr>
          <a:xfrm>
            <a:off x="5353810" y="4072012"/>
            <a:ext cx="3652644" cy="408623"/>
          </a:xfrm>
          <a:prstGeom prst="round2Diag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Videos of http://geeksforgeeks.com/</a:t>
            </a:r>
          </a:p>
        </p:txBody>
      </p:sp>
    </p:spTree>
    <p:extLst>
      <p:ext uri="{BB962C8B-B14F-4D97-AF65-F5344CB8AC3E}">
        <p14:creationId xmlns:p14="http://schemas.microsoft.com/office/powerpoint/2010/main" val="291997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Sorting Algorithm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B195E0-3A64-4C6C-B1F9-75513A465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8677459"/>
              </p:ext>
            </p:extLst>
          </p:nvPr>
        </p:nvGraphicFramePr>
        <p:xfrm>
          <a:off x="3000096" y="2929593"/>
          <a:ext cx="5295232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D3C955A-15E6-4E60-9092-F31D0535E0A5}"/>
              </a:ext>
            </a:extLst>
          </p:cNvPr>
          <p:cNvSpPr txBox="1"/>
          <p:nvPr/>
        </p:nvSpPr>
        <p:spPr>
          <a:xfrm>
            <a:off x="880533" y="1975555"/>
            <a:ext cx="6733638" cy="408623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Materi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praktikum</a:t>
            </a:r>
            <a:r>
              <a:rPr lang="en-US" dirty="0"/>
              <a:t> kali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mengengai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73283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0">
              <a:buNone/>
            </a:pPr>
            <a:r>
              <a:rPr lang="en-US" sz="2800" dirty="0">
                <a:latin typeface="Berlin Sans FB" panose="020E0602020502020306" pitchFamily="34" charset="0"/>
              </a:rPr>
              <a:t>Not Comparison-Based Sorting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B195E0-3A64-4C6C-B1F9-75513A465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581127"/>
              </p:ext>
            </p:extLst>
          </p:nvPr>
        </p:nvGraphicFramePr>
        <p:xfrm>
          <a:off x="2302933" y="3429000"/>
          <a:ext cx="4154312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DE73F8B5-A058-44AD-94F8-B8CD876DDB78}"/>
              </a:ext>
            </a:extLst>
          </p:cNvPr>
          <p:cNvSpPr/>
          <p:nvPr/>
        </p:nvSpPr>
        <p:spPr>
          <a:xfrm>
            <a:off x="5362222" y="2061529"/>
            <a:ext cx="6096000" cy="1021556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/>
              <a:t>Not Comparison-Based Sorting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sorting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sorting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data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1239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14948"/>
            <a:ext cx="5571045" cy="4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2400" dirty="0">
                <a:latin typeface="Berlin Sans FB" panose="020E0602020502020306" pitchFamily="34" charset="0"/>
              </a:rPr>
              <a:t>Counting Sort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93D253-D6E8-4515-9578-50981C6906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64" y="2067042"/>
            <a:ext cx="5591528" cy="3810000"/>
          </a:xfrm>
          <a:prstGeom prst="rect">
            <a:avLst/>
          </a:prstGeom>
        </p:spPr>
      </p:pic>
      <p:pic>
        <p:nvPicPr>
          <p:cNvPr id="5" name="Counting Sort _ GeeksforGeeks [360p]">
            <a:hlinkClick r:id="" action="ppaction://media"/>
            <a:extLst>
              <a:ext uri="{FF2B5EF4-FFF2-40B4-BE49-F238E27FC236}">
                <a16:creationId xmlns:a16="http://schemas.microsoft.com/office/drawing/2014/main" id="{EB972285-69FD-4CD5-B04A-A11AFF8DB2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2936" y="2020409"/>
            <a:ext cx="60960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F7AE16-EC2A-436D-A9B9-DB3C35C21168}"/>
              </a:ext>
            </a:extLst>
          </p:cNvPr>
          <p:cNvSpPr txBox="1"/>
          <p:nvPr/>
        </p:nvSpPr>
        <p:spPr>
          <a:xfrm>
            <a:off x="5731958" y="1272613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3E969-1744-4C7A-8068-0FA0CECD84DB}"/>
              </a:ext>
            </a:extLst>
          </p:cNvPr>
          <p:cNvSpPr txBox="1"/>
          <p:nvPr/>
        </p:nvSpPr>
        <p:spPr>
          <a:xfrm>
            <a:off x="373656" y="1513233"/>
            <a:ext cx="1675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8" name="Right Arrow 11">
            <a:extLst>
              <a:ext uri="{FF2B5EF4-FFF2-40B4-BE49-F238E27FC236}">
                <a16:creationId xmlns:a16="http://schemas.microsoft.com/office/drawing/2014/main" id="{8EBC9CF3-B81A-4C4B-AE25-0532288ACC1E}"/>
              </a:ext>
            </a:extLst>
          </p:cNvPr>
          <p:cNvSpPr/>
          <p:nvPr/>
        </p:nvSpPr>
        <p:spPr>
          <a:xfrm rot="13696545" flipH="1">
            <a:off x="2147978" y="1663446"/>
            <a:ext cx="384464" cy="438239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11">
            <a:extLst>
              <a:ext uri="{FF2B5EF4-FFF2-40B4-BE49-F238E27FC236}">
                <a16:creationId xmlns:a16="http://schemas.microsoft.com/office/drawing/2014/main" id="{2C27D84A-4D41-4472-AC31-F5BAB092B0D9}"/>
              </a:ext>
            </a:extLst>
          </p:cNvPr>
          <p:cNvSpPr/>
          <p:nvPr/>
        </p:nvSpPr>
        <p:spPr>
          <a:xfrm rot="13696545" flipH="1">
            <a:off x="6534458" y="1478780"/>
            <a:ext cx="384464" cy="438239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0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4" name="whoosh.wav"/>
          </p:stSnd>
        </p:sndAc>
      </p:transition>
    </mc:Choice>
    <mc:Fallback xmlns="">
      <p:transition spd="slow">
        <p:blinds dir="vert"/>
        <p:sndAc>
          <p:stSnd>
            <p:snd r:embed="rId7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5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14948"/>
            <a:ext cx="5571045" cy="4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2400" dirty="0">
                <a:latin typeface="Berlin Sans FB" panose="020E0602020502020306" pitchFamily="34" charset="0"/>
              </a:rPr>
              <a:t>Counting Sort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4E04A-43DC-4CB8-B8B6-0977B8666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243" y="4741865"/>
            <a:ext cx="5830649" cy="3721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EF78A8-F59B-44F3-8A76-8C27EB4B5AC4}"/>
              </a:ext>
            </a:extLst>
          </p:cNvPr>
          <p:cNvSpPr txBox="1"/>
          <p:nvPr/>
        </p:nvSpPr>
        <p:spPr>
          <a:xfrm>
            <a:off x="6340885" y="4372533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Hasil Running: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78ED9D-C1F7-4EE8-8BFC-0A4F3B42A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45716"/>
            <a:ext cx="6169022" cy="5612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85DD1C-50AA-475F-BFBA-D56297021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461" y="1245716"/>
            <a:ext cx="5980450" cy="15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1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6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151245-AFBB-4F88-822E-AE09E54773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2545900"/>
              </p:ext>
            </p:extLst>
          </p:nvPr>
        </p:nvGraphicFramePr>
        <p:xfrm>
          <a:off x="1472671" y="1352962"/>
          <a:ext cx="9141570" cy="4492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113</Words>
  <Application>Microsoft Macintosh PowerPoint</Application>
  <PresentationFormat>Widescreen</PresentationFormat>
  <Paragraphs>26</Paragraphs>
  <Slides>7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80</cp:revision>
  <dcterms:created xsi:type="dcterms:W3CDTF">2018-01-15T03:36:45Z</dcterms:created>
  <dcterms:modified xsi:type="dcterms:W3CDTF">2023-08-30T16:01:39Z</dcterms:modified>
</cp:coreProperties>
</file>