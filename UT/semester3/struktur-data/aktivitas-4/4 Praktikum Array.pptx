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81" r:id="rId3"/>
    <p:sldId id="335" r:id="rId4"/>
    <p:sldId id="297" r:id="rId5"/>
    <p:sldId id="311" r:id="rId6"/>
    <p:sldId id="315" r:id="rId7"/>
    <p:sldId id="322" r:id="rId8"/>
    <p:sldId id="331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AFB6"/>
    <a:srgbClr val="BAEDF0"/>
    <a:srgbClr val="176367"/>
    <a:srgbClr val="D2F3F6"/>
    <a:srgbClr val="EB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1" autoAdjust="0"/>
    <p:restoredTop sz="94630" autoAdjust="0"/>
  </p:normalViewPr>
  <p:slideViewPr>
    <p:cSldViewPr snapToGrid="0">
      <p:cViewPr varScale="1">
        <p:scale>
          <a:sx n="90" d="100"/>
          <a:sy n="90" d="100"/>
        </p:scale>
        <p:origin x="10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4B22BE-1DC4-4786-91D5-621EDB6D2A65}" type="doc">
      <dgm:prSet loTypeId="urn:microsoft.com/office/officeart/2008/layout/IncreasingCircleProces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C0C5720-8EE2-49FE-AFF9-8CCFFCE300E7}">
      <dgm:prSet phldrT="[Text]" custT="1"/>
      <dgm:spPr/>
      <dgm:t>
        <a:bodyPr/>
        <a:lstStyle/>
        <a:p>
          <a:r>
            <a:rPr lang="en-US" sz="1800" dirty="0" err="1"/>
            <a:t>Tipe</a:t>
          </a:r>
          <a:r>
            <a:rPr lang="en-US" sz="1800" dirty="0"/>
            <a:t> data array</a:t>
          </a:r>
        </a:p>
      </dgm:t>
    </dgm:pt>
    <dgm:pt modelId="{C72653AE-BF09-49A8-93B2-1047C45DA12E}" type="parTrans" cxnId="{9BA43780-1B12-4A75-AABF-3D616BEB5032}">
      <dgm:prSet/>
      <dgm:spPr/>
      <dgm:t>
        <a:bodyPr/>
        <a:lstStyle/>
        <a:p>
          <a:endParaRPr lang="en-US" sz="1800"/>
        </a:p>
      </dgm:t>
    </dgm:pt>
    <dgm:pt modelId="{0A00FD8C-00AA-4378-B2A8-D74F0DAB6F39}" type="sibTrans" cxnId="{9BA43780-1B12-4A75-AABF-3D616BEB5032}">
      <dgm:prSet/>
      <dgm:spPr/>
      <dgm:t>
        <a:bodyPr/>
        <a:lstStyle/>
        <a:p>
          <a:endParaRPr lang="en-US" sz="1800"/>
        </a:p>
      </dgm:t>
    </dgm:pt>
    <dgm:pt modelId="{E1CCB44A-A6D4-4C1D-97D1-34111DA3A032}" type="pres">
      <dgm:prSet presAssocID="{7F4B22BE-1DC4-4786-91D5-621EDB6D2A65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6357715D-6C6E-486C-911D-B7CA0642DCC3}" type="pres">
      <dgm:prSet presAssocID="{3C0C5720-8EE2-49FE-AFF9-8CCFFCE300E7}" presName="composite" presStyleCnt="0"/>
      <dgm:spPr/>
    </dgm:pt>
    <dgm:pt modelId="{9B983C09-23E5-4169-96BC-F503EDEBFF21}" type="pres">
      <dgm:prSet presAssocID="{3C0C5720-8EE2-49FE-AFF9-8CCFFCE300E7}" presName="BackAccent" presStyleLbl="bgShp" presStyleIdx="0" presStyleCnt="1"/>
      <dgm:spPr>
        <a:solidFill>
          <a:srgbClr val="BAEDF0"/>
        </a:solidFill>
        <a:ln>
          <a:solidFill>
            <a:srgbClr val="BAEDF0"/>
          </a:solidFill>
        </a:ln>
      </dgm:spPr>
    </dgm:pt>
    <dgm:pt modelId="{FED961DC-6021-4451-9487-EC16CF638541}" type="pres">
      <dgm:prSet presAssocID="{3C0C5720-8EE2-49FE-AFF9-8CCFFCE300E7}" presName="Accent" presStyleLbl="alignNode1" presStyleIdx="0" presStyleCnt="1"/>
      <dgm:spPr>
        <a:solidFill>
          <a:srgbClr val="28AFB6"/>
        </a:solidFill>
        <a:ln>
          <a:solidFill>
            <a:srgbClr val="28AFB6"/>
          </a:solidFill>
        </a:ln>
        <a:effectLst/>
      </dgm:spPr>
    </dgm:pt>
    <dgm:pt modelId="{0703DFD7-969B-4AAB-9865-37AEABB91BC7}" type="pres">
      <dgm:prSet presAssocID="{3C0C5720-8EE2-49FE-AFF9-8CCFFCE300E7}" presName="Child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66078457-CB38-45C1-AFD4-4430C6F54D8E}" type="pres">
      <dgm:prSet presAssocID="{3C0C5720-8EE2-49FE-AFF9-8CCFFCE300E7}" presName="Parent" presStyleLbl="revTx" presStyleIdx="0" presStyleCnt="1">
        <dgm:presLayoutVars>
          <dgm:chMax val="1"/>
          <dgm:chPref val="1"/>
          <dgm:bulletEnabled val="1"/>
        </dgm:presLayoutVars>
      </dgm:prSet>
      <dgm:spPr/>
    </dgm:pt>
  </dgm:ptLst>
  <dgm:cxnLst>
    <dgm:cxn modelId="{E225DF19-30DF-4E2A-AFE2-83BB63E12016}" type="presOf" srcId="{7F4B22BE-1DC4-4786-91D5-621EDB6D2A65}" destId="{E1CCB44A-A6D4-4C1D-97D1-34111DA3A032}" srcOrd="0" destOrd="0" presId="urn:microsoft.com/office/officeart/2008/layout/IncreasingCircleProcess"/>
    <dgm:cxn modelId="{9BA43780-1B12-4A75-AABF-3D616BEB5032}" srcId="{7F4B22BE-1DC4-4786-91D5-621EDB6D2A65}" destId="{3C0C5720-8EE2-49FE-AFF9-8CCFFCE300E7}" srcOrd="0" destOrd="0" parTransId="{C72653AE-BF09-49A8-93B2-1047C45DA12E}" sibTransId="{0A00FD8C-00AA-4378-B2A8-D74F0DAB6F39}"/>
    <dgm:cxn modelId="{8FB2998F-A709-4C4E-9C74-E7A25056F5A7}" type="presOf" srcId="{3C0C5720-8EE2-49FE-AFF9-8CCFFCE300E7}" destId="{66078457-CB38-45C1-AFD4-4430C6F54D8E}" srcOrd="0" destOrd="0" presId="urn:microsoft.com/office/officeart/2008/layout/IncreasingCircleProcess"/>
    <dgm:cxn modelId="{6FDB634C-DCE9-4D51-B0D7-01078F4A19C1}" type="presParOf" srcId="{E1CCB44A-A6D4-4C1D-97D1-34111DA3A032}" destId="{6357715D-6C6E-486C-911D-B7CA0642DCC3}" srcOrd="0" destOrd="0" presId="urn:microsoft.com/office/officeart/2008/layout/IncreasingCircleProcess"/>
    <dgm:cxn modelId="{D201C10D-0A94-4727-A2B0-CC259036E8CC}" type="presParOf" srcId="{6357715D-6C6E-486C-911D-B7CA0642DCC3}" destId="{9B983C09-23E5-4169-96BC-F503EDEBFF21}" srcOrd="0" destOrd="0" presId="urn:microsoft.com/office/officeart/2008/layout/IncreasingCircleProcess"/>
    <dgm:cxn modelId="{96B89E26-63B4-456C-A94F-C8A94E7815EA}" type="presParOf" srcId="{6357715D-6C6E-486C-911D-B7CA0642DCC3}" destId="{FED961DC-6021-4451-9487-EC16CF638541}" srcOrd="1" destOrd="0" presId="urn:microsoft.com/office/officeart/2008/layout/IncreasingCircleProcess"/>
    <dgm:cxn modelId="{5C96BB45-96A1-466A-A965-E10365A36872}" type="presParOf" srcId="{6357715D-6C6E-486C-911D-B7CA0642DCC3}" destId="{0703DFD7-969B-4AAB-9865-37AEABB91BC7}" srcOrd="2" destOrd="0" presId="urn:microsoft.com/office/officeart/2008/layout/IncreasingCircleProcess"/>
    <dgm:cxn modelId="{57170598-8135-430A-9447-F78C963DCA3E}" type="presParOf" srcId="{6357715D-6C6E-486C-911D-B7CA0642DCC3}" destId="{66078457-CB38-45C1-AFD4-4430C6F54D8E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4B22BE-1DC4-4786-91D5-621EDB6D2A65}" type="doc">
      <dgm:prSet loTypeId="urn:microsoft.com/office/officeart/2008/layout/IncreasingCircleProcess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2577C01-A9FC-4761-A99D-5AE0A69EC216}">
      <dgm:prSet phldrT="[Text]" custT="1"/>
      <dgm:spPr/>
      <dgm:t>
        <a:bodyPr/>
        <a:lstStyle/>
        <a:p>
          <a:r>
            <a:rPr lang="en-US" sz="1800" dirty="0"/>
            <a:t>Nama variable array</a:t>
          </a:r>
        </a:p>
      </dgm:t>
    </dgm:pt>
    <dgm:pt modelId="{B2255755-8B50-457E-8AB0-7B8CF0A3D360}" type="parTrans" cxnId="{8D6A88C0-AD87-4BB2-9E81-B9DE40360B83}">
      <dgm:prSet/>
      <dgm:spPr/>
      <dgm:t>
        <a:bodyPr/>
        <a:lstStyle/>
        <a:p>
          <a:endParaRPr lang="en-US"/>
        </a:p>
      </dgm:t>
    </dgm:pt>
    <dgm:pt modelId="{68124E2A-7933-4134-A280-F762DA9F6A66}" type="sibTrans" cxnId="{8D6A88C0-AD87-4BB2-9E81-B9DE40360B83}">
      <dgm:prSet/>
      <dgm:spPr/>
      <dgm:t>
        <a:bodyPr/>
        <a:lstStyle/>
        <a:p>
          <a:endParaRPr lang="en-US"/>
        </a:p>
      </dgm:t>
    </dgm:pt>
    <dgm:pt modelId="{E1CCB44A-A6D4-4C1D-97D1-34111DA3A032}" type="pres">
      <dgm:prSet presAssocID="{7F4B22BE-1DC4-4786-91D5-621EDB6D2A65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04EAB3E8-5A0B-4094-B304-C5DC88B0C46E}" type="pres">
      <dgm:prSet presAssocID="{32577C01-A9FC-4761-A99D-5AE0A69EC216}" presName="composite" presStyleCnt="0"/>
      <dgm:spPr/>
    </dgm:pt>
    <dgm:pt modelId="{B4C95087-18C7-4368-BCE1-70F9E18CA9F8}" type="pres">
      <dgm:prSet presAssocID="{32577C01-A9FC-4761-A99D-5AE0A69EC216}" presName="BackAccent" presStyleLbl="bgShp" presStyleIdx="0" presStyleCnt="1"/>
      <dgm:spPr/>
    </dgm:pt>
    <dgm:pt modelId="{88AD4734-EDA0-489C-86A7-62C0EB69E4B4}" type="pres">
      <dgm:prSet presAssocID="{32577C01-A9FC-4761-A99D-5AE0A69EC216}" presName="Accent" presStyleLbl="alignNode1" presStyleIdx="0" presStyleCnt="1"/>
      <dgm:spPr>
        <a:solidFill>
          <a:srgbClr val="28AFB6"/>
        </a:solidFill>
        <a:ln>
          <a:solidFill>
            <a:srgbClr val="28AFB6"/>
          </a:solidFill>
        </a:ln>
      </dgm:spPr>
    </dgm:pt>
    <dgm:pt modelId="{91DA69D9-D1FB-41AF-89F2-41D27AE80AF7}" type="pres">
      <dgm:prSet presAssocID="{32577C01-A9FC-4761-A99D-5AE0A69EC216}" presName="Child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8C3E4A4F-CF3B-410C-AC03-C545C72007E4}" type="pres">
      <dgm:prSet presAssocID="{32577C01-A9FC-4761-A99D-5AE0A69EC216}" presName="Parent" presStyleLbl="revTx" presStyleIdx="0" presStyleCnt="1">
        <dgm:presLayoutVars>
          <dgm:chMax val="1"/>
          <dgm:chPref val="1"/>
          <dgm:bulletEnabled val="1"/>
        </dgm:presLayoutVars>
      </dgm:prSet>
      <dgm:spPr/>
    </dgm:pt>
  </dgm:ptLst>
  <dgm:cxnLst>
    <dgm:cxn modelId="{46B98470-9F7D-4C8E-AE9F-787E5759CFDC}" type="presOf" srcId="{7F4B22BE-1DC4-4786-91D5-621EDB6D2A65}" destId="{E1CCB44A-A6D4-4C1D-97D1-34111DA3A032}" srcOrd="0" destOrd="0" presId="urn:microsoft.com/office/officeart/2008/layout/IncreasingCircleProcess"/>
    <dgm:cxn modelId="{835D5199-2EBA-4667-95B0-616DF4E2FD37}" type="presOf" srcId="{32577C01-A9FC-4761-A99D-5AE0A69EC216}" destId="{8C3E4A4F-CF3B-410C-AC03-C545C72007E4}" srcOrd="0" destOrd="0" presId="urn:microsoft.com/office/officeart/2008/layout/IncreasingCircleProcess"/>
    <dgm:cxn modelId="{8D6A88C0-AD87-4BB2-9E81-B9DE40360B83}" srcId="{7F4B22BE-1DC4-4786-91D5-621EDB6D2A65}" destId="{32577C01-A9FC-4761-A99D-5AE0A69EC216}" srcOrd="0" destOrd="0" parTransId="{B2255755-8B50-457E-8AB0-7B8CF0A3D360}" sibTransId="{68124E2A-7933-4134-A280-F762DA9F6A66}"/>
    <dgm:cxn modelId="{09663C81-5E56-4501-9FDF-7ABD384CD89B}" type="presParOf" srcId="{E1CCB44A-A6D4-4C1D-97D1-34111DA3A032}" destId="{04EAB3E8-5A0B-4094-B304-C5DC88B0C46E}" srcOrd="0" destOrd="0" presId="urn:microsoft.com/office/officeart/2008/layout/IncreasingCircleProcess"/>
    <dgm:cxn modelId="{B3B5185E-2224-44B4-823E-2FD1BA3106D6}" type="presParOf" srcId="{04EAB3E8-5A0B-4094-B304-C5DC88B0C46E}" destId="{B4C95087-18C7-4368-BCE1-70F9E18CA9F8}" srcOrd="0" destOrd="0" presId="urn:microsoft.com/office/officeart/2008/layout/IncreasingCircleProcess"/>
    <dgm:cxn modelId="{E7EE9BCE-8A71-40F0-829F-395DDB62BA84}" type="presParOf" srcId="{04EAB3E8-5A0B-4094-B304-C5DC88B0C46E}" destId="{88AD4734-EDA0-489C-86A7-62C0EB69E4B4}" srcOrd="1" destOrd="0" presId="urn:microsoft.com/office/officeart/2008/layout/IncreasingCircleProcess"/>
    <dgm:cxn modelId="{05407FE5-76E1-4536-82D1-D06A7505E9F2}" type="presParOf" srcId="{04EAB3E8-5A0B-4094-B304-C5DC88B0C46E}" destId="{91DA69D9-D1FB-41AF-89F2-41D27AE80AF7}" srcOrd="2" destOrd="0" presId="urn:microsoft.com/office/officeart/2008/layout/IncreasingCircleProcess"/>
    <dgm:cxn modelId="{81C6A055-BF93-4514-A38E-81A89B14B933}" type="presParOf" srcId="{04EAB3E8-5A0B-4094-B304-C5DC88B0C46E}" destId="{8C3E4A4F-CF3B-410C-AC03-C545C72007E4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4B22BE-1DC4-4786-91D5-621EDB6D2A65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B72FE818-F507-4604-927F-83A0F04693F1}">
      <dgm:prSet phldrT="[Text]" custT="1"/>
      <dgm:spPr/>
      <dgm:t>
        <a:bodyPr/>
        <a:lstStyle/>
        <a:p>
          <a:r>
            <a:rPr lang="en-US" sz="1800" dirty="0"/>
            <a:t>Isi variable/</a:t>
          </a:r>
          <a:r>
            <a:rPr lang="en-US" sz="1800" dirty="0" err="1"/>
            <a:t>elemen</a:t>
          </a:r>
          <a:r>
            <a:rPr lang="en-US" sz="1800" dirty="0"/>
            <a:t> array</a:t>
          </a:r>
        </a:p>
      </dgm:t>
    </dgm:pt>
    <dgm:pt modelId="{122D0B21-BF5B-4C6B-8A81-33295391509E}" type="parTrans" cxnId="{784EAB59-699E-49D0-991C-057C25A39507}">
      <dgm:prSet/>
      <dgm:spPr/>
      <dgm:t>
        <a:bodyPr/>
        <a:lstStyle/>
        <a:p>
          <a:endParaRPr lang="en-US" sz="1800"/>
        </a:p>
      </dgm:t>
    </dgm:pt>
    <dgm:pt modelId="{24D80875-68B5-458C-8D02-58719CE25D16}" type="sibTrans" cxnId="{784EAB59-699E-49D0-991C-057C25A39507}">
      <dgm:prSet/>
      <dgm:spPr/>
      <dgm:t>
        <a:bodyPr/>
        <a:lstStyle/>
        <a:p>
          <a:endParaRPr lang="en-US" sz="1800"/>
        </a:p>
      </dgm:t>
    </dgm:pt>
    <dgm:pt modelId="{E1CCB44A-A6D4-4C1D-97D1-34111DA3A032}" type="pres">
      <dgm:prSet presAssocID="{7F4B22BE-1DC4-4786-91D5-621EDB6D2A65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E58BCB25-44BE-4F00-ADD8-8B8EDE5AAC21}" type="pres">
      <dgm:prSet presAssocID="{B72FE818-F507-4604-927F-83A0F04693F1}" presName="composite" presStyleCnt="0"/>
      <dgm:spPr/>
    </dgm:pt>
    <dgm:pt modelId="{351D2E1F-E3DC-4C17-B7BB-8DCF6F20F1BF}" type="pres">
      <dgm:prSet presAssocID="{B72FE818-F507-4604-927F-83A0F04693F1}" presName="BackAccent" presStyleLbl="bgShp" presStyleIdx="0" presStyleCnt="1"/>
      <dgm:spPr/>
    </dgm:pt>
    <dgm:pt modelId="{46B284B7-9B73-4AC7-A890-89713BC1DAC2}" type="pres">
      <dgm:prSet presAssocID="{B72FE818-F507-4604-927F-83A0F04693F1}" presName="Accent" presStyleLbl="alignNode1" presStyleIdx="0" presStyleCnt="1"/>
      <dgm:spPr>
        <a:solidFill>
          <a:srgbClr val="28AFB6"/>
        </a:solidFill>
        <a:ln>
          <a:solidFill>
            <a:srgbClr val="28AFB6"/>
          </a:solidFill>
        </a:ln>
      </dgm:spPr>
    </dgm:pt>
    <dgm:pt modelId="{7225EED5-7B92-4255-8B75-0815B3447FD7}" type="pres">
      <dgm:prSet presAssocID="{B72FE818-F507-4604-927F-83A0F04693F1}" presName="Child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CFBBCE4-1987-4B00-91D1-A93AB4380A05}" type="pres">
      <dgm:prSet presAssocID="{B72FE818-F507-4604-927F-83A0F04693F1}" presName="Parent" presStyleLbl="revTx" presStyleIdx="0" presStyleCnt="1">
        <dgm:presLayoutVars>
          <dgm:chMax val="1"/>
          <dgm:chPref val="1"/>
          <dgm:bulletEnabled val="1"/>
        </dgm:presLayoutVars>
      </dgm:prSet>
      <dgm:spPr/>
    </dgm:pt>
  </dgm:ptLst>
  <dgm:cxnLst>
    <dgm:cxn modelId="{784EAB59-699E-49D0-991C-057C25A39507}" srcId="{7F4B22BE-1DC4-4786-91D5-621EDB6D2A65}" destId="{B72FE818-F507-4604-927F-83A0F04693F1}" srcOrd="0" destOrd="0" parTransId="{122D0B21-BF5B-4C6B-8A81-33295391509E}" sibTransId="{24D80875-68B5-458C-8D02-58719CE25D16}"/>
    <dgm:cxn modelId="{36C95C6C-AAE7-4203-AE02-BDA3269E1699}" type="presOf" srcId="{7F4B22BE-1DC4-4786-91D5-621EDB6D2A65}" destId="{E1CCB44A-A6D4-4C1D-97D1-34111DA3A032}" srcOrd="0" destOrd="0" presId="urn:microsoft.com/office/officeart/2008/layout/IncreasingCircleProcess"/>
    <dgm:cxn modelId="{57D4769B-9447-4678-B1C3-FAE365745C92}" type="presOf" srcId="{B72FE818-F507-4604-927F-83A0F04693F1}" destId="{1CFBBCE4-1987-4B00-91D1-A93AB4380A05}" srcOrd="0" destOrd="0" presId="urn:microsoft.com/office/officeart/2008/layout/IncreasingCircleProcess"/>
    <dgm:cxn modelId="{034B68B4-C705-4A02-868F-63C2CDAF91F7}" type="presParOf" srcId="{E1CCB44A-A6D4-4C1D-97D1-34111DA3A032}" destId="{E58BCB25-44BE-4F00-ADD8-8B8EDE5AAC21}" srcOrd="0" destOrd="0" presId="urn:microsoft.com/office/officeart/2008/layout/IncreasingCircleProcess"/>
    <dgm:cxn modelId="{9FD4FE3A-DC30-4D81-9368-CF0D15DA5473}" type="presParOf" srcId="{E58BCB25-44BE-4F00-ADD8-8B8EDE5AAC21}" destId="{351D2E1F-E3DC-4C17-B7BB-8DCF6F20F1BF}" srcOrd="0" destOrd="0" presId="urn:microsoft.com/office/officeart/2008/layout/IncreasingCircleProcess"/>
    <dgm:cxn modelId="{82EF058D-E0FA-4623-BCF2-815F84AC5D13}" type="presParOf" srcId="{E58BCB25-44BE-4F00-ADD8-8B8EDE5AAC21}" destId="{46B284B7-9B73-4AC7-A890-89713BC1DAC2}" srcOrd="1" destOrd="0" presId="urn:microsoft.com/office/officeart/2008/layout/IncreasingCircleProcess"/>
    <dgm:cxn modelId="{4E5842F2-CF32-4C1F-8787-3E983D935837}" type="presParOf" srcId="{E58BCB25-44BE-4F00-ADD8-8B8EDE5AAC21}" destId="{7225EED5-7B92-4255-8B75-0815B3447FD7}" srcOrd="2" destOrd="0" presId="urn:microsoft.com/office/officeart/2008/layout/IncreasingCircleProcess"/>
    <dgm:cxn modelId="{A135D148-305E-495A-81FE-42C8EAD60BD3}" type="presParOf" srcId="{E58BCB25-44BE-4F00-ADD8-8B8EDE5AAC21}" destId="{1CFBBCE4-1987-4B00-91D1-A93AB4380A05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4B22BE-1DC4-4786-91D5-621EDB6D2A65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EA0FA0DD-5D56-4895-B02A-8977AE4D9D46}">
      <dgm:prSet phldrT="[Text]" custT="1"/>
      <dgm:spPr/>
      <dgm:t>
        <a:bodyPr/>
        <a:lstStyle/>
        <a:p>
          <a:r>
            <a:rPr lang="en-US" sz="1800" dirty="0" err="1"/>
            <a:t>Tanda</a:t>
          </a:r>
          <a:r>
            <a:rPr lang="en-US" sz="1800" dirty="0"/>
            <a:t> variable array</a:t>
          </a:r>
        </a:p>
      </dgm:t>
    </dgm:pt>
    <dgm:pt modelId="{72E5BC35-86B7-437D-8A3A-ED1A6DA8F65D}" type="parTrans" cxnId="{2938C572-1E98-490E-B963-27DE34E449BC}">
      <dgm:prSet/>
      <dgm:spPr/>
      <dgm:t>
        <a:bodyPr/>
        <a:lstStyle/>
        <a:p>
          <a:endParaRPr lang="en-US" sz="1800"/>
        </a:p>
      </dgm:t>
    </dgm:pt>
    <dgm:pt modelId="{4BA11C10-B17A-4A63-A0AA-F04941DC6B84}" type="sibTrans" cxnId="{2938C572-1E98-490E-B963-27DE34E449BC}">
      <dgm:prSet/>
      <dgm:spPr/>
      <dgm:t>
        <a:bodyPr/>
        <a:lstStyle/>
        <a:p>
          <a:endParaRPr lang="en-US" sz="1800"/>
        </a:p>
      </dgm:t>
    </dgm:pt>
    <dgm:pt modelId="{E1CCB44A-A6D4-4C1D-97D1-34111DA3A032}" type="pres">
      <dgm:prSet presAssocID="{7F4B22BE-1DC4-4786-91D5-621EDB6D2A65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6CB40AEA-9FD5-4F0C-A147-B792DAE10C5C}" type="pres">
      <dgm:prSet presAssocID="{EA0FA0DD-5D56-4895-B02A-8977AE4D9D46}" presName="composite" presStyleCnt="0"/>
      <dgm:spPr/>
    </dgm:pt>
    <dgm:pt modelId="{C85B2D4F-F4AE-4575-B6E3-01A8EC8EE5A0}" type="pres">
      <dgm:prSet presAssocID="{EA0FA0DD-5D56-4895-B02A-8977AE4D9D46}" presName="BackAccent" presStyleLbl="bgShp" presStyleIdx="0" presStyleCnt="1"/>
      <dgm:spPr/>
    </dgm:pt>
    <dgm:pt modelId="{3069920B-57D5-4D06-89E0-6C31900BF28D}" type="pres">
      <dgm:prSet presAssocID="{EA0FA0DD-5D56-4895-B02A-8977AE4D9D46}" presName="Accent" presStyleLbl="alignNode1" presStyleIdx="0" presStyleCnt="1"/>
      <dgm:spPr>
        <a:solidFill>
          <a:srgbClr val="28AFB6">
            <a:alpha val="90000"/>
          </a:srgbClr>
        </a:solidFill>
        <a:ln>
          <a:solidFill>
            <a:srgbClr val="28AFB6">
              <a:alpha val="90000"/>
            </a:srgbClr>
          </a:solidFill>
        </a:ln>
      </dgm:spPr>
    </dgm:pt>
    <dgm:pt modelId="{B89B7579-D520-40AB-815A-308133682DC1}" type="pres">
      <dgm:prSet presAssocID="{EA0FA0DD-5D56-4895-B02A-8977AE4D9D46}" presName="Child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D42DBEFE-F1EB-4664-BA17-489B3CD1E0F9}" type="pres">
      <dgm:prSet presAssocID="{EA0FA0DD-5D56-4895-B02A-8977AE4D9D46}" presName="Parent" presStyleLbl="revTx" presStyleIdx="0" presStyleCnt="1">
        <dgm:presLayoutVars>
          <dgm:chMax val="1"/>
          <dgm:chPref val="1"/>
          <dgm:bulletEnabled val="1"/>
        </dgm:presLayoutVars>
      </dgm:prSet>
      <dgm:spPr/>
    </dgm:pt>
  </dgm:ptLst>
  <dgm:cxnLst>
    <dgm:cxn modelId="{21D56D37-4AF9-4318-9620-43BF88196C90}" type="presOf" srcId="{7F4B22BE-1DC4-4786-91D5-621EDB6D2A65}" destId="{E1CCB44A-A6D4-4C1D-97D1-34111DA3A032}" srcOrd="0" destOrd="0" presId="urn:microsoft.com/office/officeart/2008/layout/IncreasingCircleProcess"/>
    <dgm:cxn modelId="{2938C572-1E98-490E-B963-27DE34E449BC}" srcId="{7F4B22BE-1DC4-4786-91D5-621EDB6D2A65}" destId="{EA0FA0DD-5D56-4895-B02A-8977AE4D9D46}" srcOrd="0" destOrd="0" parTransId="{72E5BC35-86B7-437D-8A3A-ED1A6DA8F65D}" sibTransId="{4BA11C10-B17A-4A63-A0AA-F04941DC6B84}"/>
    <dgm:cxn modelId="{83323FE1-B5E0-4F33-B09F-6591CF480FD3}" type="presOf" srcId="{EA0FA0DD-5D56-4895-B02A-8977AE4D9D46}" destId="{D42DBEFE-F1EB-4664-BA17-489B3CD1E0F9}" srcOrd="0" destOrd="0" presId="urn:microsoft.com/office/officeart/2008/layout/IncreasingCircleProcess"/>
    <dgm:cxn modelId="{4F4B2F1E-555D-4494-9F95-6F2FFCE0EAF0}" type="presParOf" srcId="{E1CCB44A-A6D4-4C1D-97D1-34111DA3A032}" destId="{6CB40AEA-9FD5-4F0C-A147-B792DAE10C5C}" srcOrd="0" destOrd="0" presId="urn:microsoft.com/office/officeart/2008/layout/IncreasingCircleProcess"/>
    <dgm:cxn modelId="{0E604000-D9CA-4CE9-ABFC-BE3964E9BE98}" type="presParOf" srcId="{6CB40AEA-9FD5-4F0C-A147-B792DAE10C5C}" destId="{C85B2D4F-F4AE-4575-B6E3-01A8EC8EE5A0}" srcOrd="0" destOrd="0" presId="urn:microsoft.com/office/officeart/2008/layout/IncreasingCircleProcess"/>
    <dgm:cxn modelId="{1AD88EC1-032C-43E2-A77F-4E1B409BCA2A}" type="presParOf" srcId="{6CB40AEA-9FD5-4F0C-A147-B792DAE10C5C}" destId="{3069920B-57D5-4D06-89E0-6C31900BF28D}" srcOrd="1" destOrd="0" presId="urn:microsoft.com/office/officeart/2008/layout/IncreasingCircleProcess"/>
    <dgm:cxn modelId="{A08B2AEB-EFE8-49D5-8B3E-09530A33D046}" type="presParOf" srcId="{6CB40AEA-9FD5-4F0C-A147-B792DAE10C5C}" destId="{B89B7579-D520-40AB-815A-308133682DC1}" srcOrd="2" destOrd="0" presId="urn:microsoft.com/office/officeart/2008/layout/IncreasingCircleProcess"/>
    <dgm:cxn modelId="{79B9368B-9306-4BB9-8A4C-2C84AC8686C8}" type="presParOf" srcId="{6CB40AEA-9FD5-4F0C-A147-B792DAE10C5C}" destId="{D42DBEFE-F1EB-4664-BA17-489B3CD1E0F9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4B22BE-1DC4-4786-91D5-621EDB6D2A65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8E45EF07-5F20-4BF3-BE05-AE8E2EF91E7E}">
      <dgm:prSet phldrT="[Text]" custT="1"/>
      <dgm:spPr/>
      <dgm:t>
        <a:bodyPr/>
        <a:lstStyle/>
        <a:p>
          <a:r>
            <a:rPr lang="en-US" sz="1800" dirty="0" err="1"/>
            <a:t>Tanda</a:t>
          </a:r>
          <a:r>
            <a:rPr lang="en-US" sz="1800" dirty="0"/>
            <a:t> </a:t>
          </a:r>
          <a:r>
            <a:rPr lang="en-US" sz="1800" dirty="0" err="1"/>
            <a:t>koma</a:t>
          </a:r>
          <a:r>
            <a:rPr lang="en-US" sz="1800" dirty="0"/>
            <a:t> </a:t>
          </a:r>
          <a:r>
            <a:rPr lang="en-US" sz="1800" dirty="0" err="1"/>
            <a:t>sebagai</a:t>
          </a:r>
          <a:r>
            <a:rPr lang="en-US" sz="1800" dirty="0"/>
            <a:t> </a:t>
          </a:r>
          <a:r>
            <a:rPr lang="en-US" sz="1800" dirty="0" err="1"/>
            <a:t>pemisah</a:t>
          </a:r>
          <a:r>
            <a:rPr lang="en-US" sz="1800" dirty="0"/>
            <a:t> </a:t>
          </a:r>
          <a:r>
            <a:rPr lang="en-US" sz="1800" dirty="0" err="1"/>
            <a:t>indek</a:t>
          </a:r>
          <a:r>
            <a:rPr lang="en-US" sz="1800" dirty="0"/>
            <a:t> array</a:t>
          </a:r>
        </a:p>
      </dgm:t>
    </dgm:pt>
    <dgm:pt modelId="{831FBB47-85D7-4FD8-9A2D-651019D1D25C}" type="parTrans" cxnId="{1E12E5B7-B03A-4434-B032-68A543E178E9}">
      <dgm:prSet/>
      <dgm:spPr/>
      <dgm:t>
        <a:bodyPr/>
        <a:lstStyle/>
        <a:p>
          <a:endParaRPr lang="en-US" sz="1800"/>
        </a:p>
      </dgm:t>
    </dgm:pt>
    <dgm:pt modelId="{149E1845-6264-42EB-A20E-D3ABD73EF6DF}" type="sibTrans" cxnId="{1E12E5B7-B03A-4434-B032-68A543E178E9}">
      <dgm:prSet/>
      <dgm:spPr/>
      <dgm:t>
        <a:bodyPr/>
        <a:lstStyle/>
        <a:p>
          <a:endParaRPr lang="en-US" sz="1800"/>
        </a:p>
      </dgm:t>
    </dgm:pt>
    <dgm:pt modelId="{E1CCB44A-A6D4-4C1D-97D1-34111DA3A032}" type="pres">
      <dgm:prSet presAssocID="{7F4B22BE-1DC4-4786-91D5-621EDB6D2A65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028D34BE-5731-441B-AA46-B5B33E9EF205}" type="pres">
      <dgm:prSet presAssocID="{8E45EF07-5F20-4BF3-BE05-AE8E2EF91E7E}" presName="composite" presStyleCnt="0"/>
      <dgm:spPr/>
    </dgm:pt>
    <dgm:pt modelId="{52305293-200F-4388-B95B-24DF4EDCC1C8}" type="pres">
      <dgm:prSet presAssocID="{8E45EF07-5F20-4BF3-BE05-AE8E2EF91E7E}" presName="BackAccent" presStyleLbl="bgShp" presStyleIdx="0" presStyleCnt="1"/>
      <dgm:spPr/>
    </dgm:pt>
    <dgm:pt modelId="{59D9FFFD-5883-4469-B52B-38872C022251}" type="pres">
      <dgm:prSet presAssocID="{8E45EF07-5F20-4BF3-BE05-AE8E2EF91E7E}" presName="Accent" presStyleLbl="alignNode1" presStyleIdx="0" presStyleCnt="1"/>
      <dgm:spPr>
        <a:solidFill>
          <a:srgbClr val="28AFB6"/>
        </a:solidFill>
        <a:ln>
          <a:solidFill>
            <a:srgbClr val="28AFB6"/>
          </a:solidFill>
        </a:ln>
      </dgm:spPr>
    </dgm:pt>
    <dgm:pt modelId="{E3393B2D-7517-4875-A89A-21209E41090C}" type="pres">
      <dgm:prSet presAssocID="{8E45EF07-5F20-4BF3-BE05-AE8E2EF91E7E}" presName="Child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B78B3B36-A39C-41D4-B34E-1FAC7A5258BA}" type="pres">
      <dgm:prSet presAssocID="{8E45EF07-5F20-4BF3-BE05-AE8E2EF91E7E}" presName="Parent" presStyleLbl="revTx" presStyleIdx="0" presStyleCnt="1">
        <dgm:presLayoutVars>
          <dgm:chMax val="1"/>
          <dgm:chPref val="1"/>
          <dgm:bulletEnabled val="1"/>
        </dgm:presLayoutVars>
      </dgm:prSet>
      <dgm:spPr/>
    </dgm:pt>
  </dgm:ptLst>
  <dgm:cxnLst>
    <dgm:cxn modelId="{E16A4C0A-4851-4FFF-8924-3CCF7EC9E135}" type="presOf" srcId="{7F4B22BE-1DC4-4786-91D5-621EDB6D2A65}" destId="{E1CCB44A-A6D4-4C1D-97D1-34111DA3A032}" srcOrd="0" destOrd="0" presId="urn:microsoft.com/office/officeart/2008/layout/IncreasingCircleProcess"/>
    <dgm:cxn modelId="{85C41011-4312-41F7-929F-FB8BDB830B7F}" type="presOf" srcId="{8E45EF07-5F20-4BF3-BE05-AE8E2EF91E7E}" destId="{B78B3B36-A39C-41D4-B34E-1FAC7A5258BA}" srcOrd="0" destOrd="0" presId="urn:microsoft.com/office/officeart/2008/layout/IncreasingCircleProcess"/>
    <dgm:cxn modelId="{1E12E5B7-B03A-4434-B032-68A543E178E9}" srcId="{7F4B22BE-1DC4-4786-91D5-621EDB6D2A65}" destId="{8E45EF07-5F20-4BF3-BE05-AE8E2EF91E7E}" srcOrd="0" destOrd="0" parTransId="{831FBB47-85D7-4FD8-9A2D-651019D1D25C}" sibTransId="{149E1845-6264-42EB-A20E-D3ABD73EF6DF}"/>
    <dgm:cxn modelId="{BE2BF991-1294-451D-BB0F-6E232D487B9F}" type="presParOf" srcId="{E1CCB44A-A6D4-4C1D-97D1-34111DA3A032}" destId="{028D34BE-5731-441B-AA46-B5B33E9EF205}" srcOrd="0" destOrd="0" presId="urn:microsoft.com/office/officeart/2008/layout/IncreasingCircleProcess"/>
    <dgm:cxn modelId="{AD7E8EEC-A8C6-496D-B556-6E4F213CFF13}" type="presParOf" srcId="{028D34BE-5731-441B-AA46-B5B33E9EF205}" destId="{52305293-200F-4388-B95B-24DF4EDCC1C8}" srcOrd="0" destOrd="0" presId="urn:microsoft.com/office/officeart/2008/layout/IncreasingCircleProcess"/>
    <dgm:cxn modelId="{3C84E665-2187-4573-8FF9-84BF0C28F533}" type="presParOf" srcId="{028D34BE-5731-441B-AA46-B5B33E9EF205}" destId="{59D9FFFD-5883-4469-B52B-38872C022251}" srcOrd="1" destOrd="0" presId="urn:microsoft.com/office/officeart/2008/layout/IncreasingCircleProcess"/>
    <dgm:cxn modelId="{EFC4531B-F5BA-450A-AD7D-02C76A4B42F9}" type="presParOf" srcId="{028D34BE-5731-441B-AA46-B5B33E9EF205}" destId="{E3393B2D-7517-4875-A89A-21209E41090C}" srcOrd="2" destOrd="0" presId="urn:microsoft.com/office/officeart/2008/layout/IncreasingCircleProcess"/>
    <dgm:cxn modelId="{6D30DE87-80F1-451E-A30E-5C4FEF5C2B4D}" type="presParOf" srcId="{028D34BE-5731-441B-AA46-B5B33E9EF205}" destId="{B78B3B36-A39C-41D4-B34E-1FAC7A5258BA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D6524B-AB19-4FA6-93EF-90B6B4C4B8F7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D3C601A2-2D4E-408F-9AEA-2A21E83E349D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Mengisi</a:t>
          </a:r>
          <a:r>
            <a:rPr lang="en-US" sz="1600" dirty="0"/>
            <a:t> </a:t>
          </a:r>
          <a:r>
            <a:rPr lang="en-US" sz="1600" dirty="0" err="1"/>
            <a:t>nilai</a:t>
          </a:r>
          <a:r>
            <a:rPr lang="en-US" sz="1600" dirty="0"/>
            <a:t> </a:t>
          </a:r>
          <a:r>
            <a:rPr lang="en-US" sz="1600" dirty="0" err="1"/>
            <a:t>ke</a:t>
          </a:r>
          <a:r>
            <a:rPr lang="en-US" sz="1600" dirty="0"/>
            <a:t> array </a:t>
          </a:r>
          <a:r>
            <a:rPr lang="en-US" sz="1600" dirty="0" err="1"/>
            <a:t>cetakA</a:t>
          </a:r>
          <a:r>
            <a:rPr lang="en-US" sz="1600" dirty="0"/>
            <a:t> </a:t>
          </a:r>
          <a:r>
            <a:rPr lang="en-US" sz="1600" dirty="0" err="1"/>
            <a:t>sesuai</a:t>
          </a:r>
          <a:r>
            <a:rPr lang="en-US" sz="1600" dirty="0"/>
            <a:t> </a:t>
          </a:r>
          <a:r>
            <a:rPr lang="en-US" sz="1600" dirty="0" err="1"/>
            <a:t>indeksnya</a:t>
          </a:r>
          <a:endParaRPr lang="en-US" sz="1600" dirty="0"/>
        </a:p>
      </dgm:t>
    </dgm:pt>
    <dgm:pt modelId="{1E0CFFB2-C91F-4228-BAE5-6C695E5D0C2E}" type="parTrans" cxnId="{1AC1C31C-41B0-47C6-A84C-EF38ED389993}">
      <dgm:prSet/>
      <dgm:spPr/>
      <dgm:t>
        <a:bodyPr/>
        <a:lstStyle/>
        <a:p>
          <a:endParaRPr lang="en-US"/>
        </a:p>
      </dgm:t>
    </dgm:pt>
    <dgm:pt modelId="{5D8F6E22-4F03-423B-AC12-5B0DB33249E6}" type="sibTrans" cxnId="{1AC1C31C-41B0-47C6-A84C-EF38ED389993}">
      <dgm:prSet/>
      <dgm:spPr/>
      <dgm:t>
        <a:bodyPr/>
        <a:lstStyle/>
        <a:p>
          <a:endParaRPr lang="en-US"/>
        </a:p>
      </dgm:t>
    </dgm:pt>
    <dgm:pt modelId="{9380E71C-21EA-4794-B0E5-9C4AC5CBBD3E}" type="pres">
      <dgm:prSet presAssocID="{34D6524B-AB19-4FA6-93EF-90B6B4C4B8F7}" presName="linear" presStyleCnt="0">
        <dgm:presLayoutVars>
          <dgm:animLvl val="lvl"/>
          <dgm:resizeHandles val="exact"/>
        </dgm:presLayoutVars>
      </dgm:prSet>
      <dgm:spPr/>
    </dgm:pt>
    <dgm:pt modelId="{5254799E-8FA5-4479-BFF8-0148566EE69C}" type="pres">
      <dgm:prSet presAssocID="{D3C601A2-2D4E-408F-9AEA-2A21E83E349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AC1C31C-41B0-47C6-A84C-EF38ED389993}" srcId="{34D6524B-AB19-4FA6-93EF-90B6B4C4B8F7}" destId="{D3C601A2-2D4E-408F-9AEA-2A21E83E349D}" srcOrd="0" destOrd="0" parTransId="{1E0CFFB2-C91F-4228-BAE5-6C695E5D0C2E}" sibTransId="{5D8F6E22-4F03-423B-AC12-5B0DB33249E6}"/>
    <dgm:cxn modelId="{516A927A-3D19-4549-9F70-7EE5641CB740}" type="presOf" srcId="{D3C601A2-2D4E-408F-9AEA-2A21E83E349D}" destId="{5254799E-8FA5-4479-BFF8-0148566EE69C}" srcOrd="0" destOrd="0" presId="urn:microsoft.com/office/officeart/2005/8/layout/vList2"/>
    <dgm:cxn modelId="{F1FC18B6-F406-4A00-A4D0-7A6AAF836B9D}" type="presOf" srcId="{34D6524B-AB19-4FA6-93EF-90B6B4C4B8F7}" destId="{9380E71C-21EA-4794-B0E5-9C4AC5CBBD3E}" srcOrd="0" destOrd="0" presId="urn:microsoft.com/office/officeart/2005/8/layout/vList2"/>
    <dgm:cxn modelId="{AD9A004C-2BEF-4A46-B72A-995EA480EF39}" type="presParOf" srcId="{9380E71C-21EA-4794-B0E5-9C4AC5CBBD3E}" destId="{5254799E-8FA5-4479-BFF8-0148566EE69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4D6524B-AB19-4FA6-93EF-90B6B4C4B8F7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F82C5280-D351-40E6-BCAC-49C9B423B70E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Perulangan</a:t>
          </a:r>
          <a:r>
            <a:rPr lang="en-US" sz="1600" dirty="0"/>
            <a:t> </a:t>
          </a:r>
          <a:r>
            <a:rPr lang="en-US" sz="1600" dirty="0" err="1"/>
            <a:t>dimulai</a:t>
          </a:r>
          <a:r>
            <a:rPr lang="en-US" sz="1600" dirty="0"/>
            <a:t> </a:t>
          </a:r>
          <a:r>
            <a:rPr lang="en-US" sz="1600" dirty="0" err="1"/>
            <a:t>dari</a:t>
          </a:r>
          <a:r>
            <a:rPr lang="en-US" sz="1600" dirty="0"/>
            <a:t> </a:t>
          </a:r>
          <a:r>
            <a:rPr lang="en-US" sz="1600" dirty="0" err="1"/>
            <a:t>indeks</a:t>
          </a:r>
          <a:r>
            <a:rPr lang="en-US" sz="1600" dirty="0"/>
            <a:t> ke-0 </a:t>
          </a:r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indeks</a:t>
          </a:r>
          <a:r>
            <a:rPr lang="en-US" sz="1600" dirty="0"/>
            <a:t> ke-4</a:t>
          </a:r>
        </a:p>
      </dgm:t>
    </dgm:pt>
    <dgm:pt modelId="{BDFEBDA4-503D-40CC-9A19-60D181BC6731}" type="parTrans" cxnId="{CE36D489-0440-427B-8E23-B40A4A775E0B}">
      <dgm:prSet/>
      <dgm:spPr/>
      <dgm:t>
        <a:bodyPr/>
        <a:lstStyle/>
        <a:p>
          <a:endParaRPr lang="en-US"/>
        </a:p>
      </dgm:t>
    </dgm:pt>
    <dgm:pt modelId="{BA828DCF-BAE1-44DB-8636-D85DDB4F7D81}" type="sibTrans" cxnId="{CE36D489-0440-427B-8E23-B40A4A775E0B}">
      <dgm:prSet/>
      <dgm:spPr/>
      <dgm:t>
        <a:bodyPr/>
        <a:lstStyle/>
        <a:p>
          <a:endParaRPr lang="en-US"/>
        </a:p>
      </dgm:t>
    </dgm:pt>
    <dgm:pt modelId="{9380E71C-21EA-4794-B0E5-9C4AC5CBBD3E}" type="pres">
      <dgm:prSet presAssocID="{34D6524B-AB19-4FA6-93EF-90B6B4C4B8F7}" presName="linear" presStyleCnt="0">
        <dgm:presLayoutVars>
          <dgm:animLvl val="lvl"/>
          <dgm:resizeHandles val="exact"/>
        </dgm:presLayoutVars>
      </dgm:prSet>
      <dgm:spPr/>
    </dgm:pt>
    <dgm:pt modelId="{03244C6A-D371-4CE2-96E0-A08D7CAA0B36}" type="pres">
      <dgm:prSet presAssocID="{F82C5280-D351-40E6-BCAC-49C9B423B70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E36D489-0440-427B-8E23-B40A4A775E0B}" srcId="{34D6524B-AB19-4FA6-93EF-90B6B4C4B8F7}" destId="{F82C5280-D351-40E6-BCAC-49C9B423B70E}" srcOrd="0" destOrd="0" parTransId="{BDFEBDA4-503D-40CC-9A19-60D181BC6731}" sibTransId="{BA828DCF-BAE1-44DB-8636-D85DDB4F7D81}"/>
    <dgm:cxn modelId="{1A52DAD8-7767-40B8-AE82-90B18E4B77D1}" type="presOf" srcId="{F82C5280-D351-40E6-BCAC-49C9B423B70E}" destId="{03244C6A-D371-4CE2-96E0-A08D7CAA0B36}" srcOrd="0" destOrd="0" presId="urn:microsoft.com/office/officeart/2005/8/layout/vList2"/>
    <dgm:cxn modelId="{4140A1E8-DC12-4CCA-90D5-C26265483945}" type="presOf" srcId="{34D6524B-AB19-4FA6-93EF-90B6B4C4B8F7}" destId="{9380E71C-21EA-4794-B0E5-9C4AC5CBBD3E}" srcOrd="0" destOrd="0" presId="urn:microsoft.com/office/officeart/2005/8/layout/vList2"/>
    <dgm:cxn modelId="{05705ECF-56ED-41F6-A316-58C550ABA092}" type="presParOf" srcId="{9380E71C-21EA-4794-B0E5-9C4AC5CBBD3E}" destId="{03244C6A-D371-4CE2-96E0-A08D7CAA0B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D6524B-AB19-4FA6-93EF-90B6B4C4B8F7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D9DBCA59-4CBC-4A85-B8B7-361C142CF77F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dirty="0" err="1"/>
            <a:t>Mencetak</a:t>
          </a:r>
          <a:r>
            <a:rPr lang="en-US" dirty="0"/>
            <a:t> array </a:t>
          </a:r>
          <a:r>
            <a:rPr lang="en-US" dirty="0" err="1"/>
            <a:t>dari</a:t>
          </a:r>
          <a:r>
            <a:rPr lang="en-US" dirty="0"/>
            <a:t> </a:t>
          </a:r>
          <a:r>
            <a:rPr lang="en-US" dirty="0" err="1"/>
            <a:t>indeks</a:t>
          </a:r>
          <a:r>
            <a:rPr lang="en-US" dirty="0"/>
            <a:t> ke-0 </a:t>
          </a:r>
          <a:r>
            <a:rPr lang="en-US" dirty="0" err="1"/>
            <a:t>sampai</a:t>
          </a:r>
          <a:r>
            <a:rPr lang="en-US" dirty="0"/>
            <a:t> </a:t>
          </a:r>
          <a:r>
            <a:rPr lang="en-US" dirty="0" err="1"/>
            <a:t>indeks</a:t>
          </a:r>
          <a:r>
            <a:rPr lang="en-US" dirty="0"/>
            <a:t> ke-4</a:t>
          </a:r>
        </a:p>
      </dgm:t>
    </dgm:pt>
    <dgm:pt modelId="{1542EEE2-D3CE-407B-9EFD-498E482F35B0}" type="parTrans" cxnId="{717B9A5D-C8E8-45C3-BEF1-739F01C8E1F4}">
      <dgm:prSet/>
      <dgm:spPr/>
      <dgm:t>
        <a:bodyPr/>
        <a:lstStyle/>
        <a:p>
          <a:endParaRPr lang="en-US"/>
        </a:p>
      </dgm:t>
    </dgm:pt>
    <dgm:pt modelId="{998CDC25-2F0D-4CED-B1BF-37F0994EF45C}" type="sibTrans" cxnId="{717B9A5D-C8E8-45C3-BEF1-739F01C8E1F4}">
      <dgm:prSet/>
      <dgm:spPr/>
      <dgm:t>
        <a:bodyPr/>
        <a:lstStyle/>
        <a:p>
          <a:endParaRPr lang="en-US"/>
        </a:p>
      </dgm:t>
    </dgm:pt>
    <dgm:pt modelId="{9380E71C-21EA-4794-B0E5-9C4AC5CBBD3E}" type="pres">
      <dgm:prSet presAssocID="{34D6524B-AB19-4FA6-93EF-90B6B4C4B8F7}" presName="linear" presStyleCnt="0">
        <dgm:presLayoutVars>
          <dgm:animLvl val="lvl"/>
          <dgm:resizeHandles val="exact"/>
        </dgm:presLayoutVars>
      </dgm:prSet>
      <dgm:spPr/>
    </dgm:pt>
    <dgm:pt modelId="{055C0348-9A28-4933-BAE2-A4144AB5A511}" type="pres">
      <dgm:prSet presAssocID="{D9DBCA59-4CBC-4A85-B8B7-361C142CF77F}" presName="parentText" presStyleLbl="node1" presStyleIdx="0" presStyleCnt="1" custScaleX="89666" custLinFactNeighborX="-7779" custLinFactNeighborY="-7860">
        <dgm:presLayoutVars>
          <dgm:chMax val="0"/>
          <dgm:bulletEnabled val="1"/>
        </dgm:presLayoutVars>
      </dgm:prSet>
      <dgm:spPr/>
    </dgm:pt>
  </dgm:ptLst>
  <dgm:cxnLst>
    <dgm:cxn modelId="{717B9A5D-C8E8-45C3-BEF1-739F01C8E1F4}" srcId="{34D6524B-AB19-4FA6-93EF-90B6B4C4B8F7}" destId="{D9DBCA59-4CBC-4A85-B8B7-361C142CF77F}" srcOrd="0" destOrd="0" parTransId="{1542EEE2-D3CE-407B-9EFD-498E482F35B0}" sibTransId="{998CDC25-2F0D-4CED-B1BF-37F0994EF45C}"/>
    <dgm:cxn modelId="{BDFD258F-286A-4B70-B300-DD18B6DA979E}" type="presOf" srcId="{34D6524B-AB19-4FA6-93EF-90B6B4C4B8F7}" destId="{9380E71C-21EA-4794-B0E5-9C4AC5CBBD3E}" srcOrd="0" destOrd="0" presId="urn:microsoft.com/office/officeart/2005/8/layout/vList2"/>
    <dgm:cxn modelId="{85AC9FEA-7BF0-4D52-B962-190D5180BFE8}" type="presOf" srcId="{D9DBCA59-4CBC-4A85-B8B7-361C142CF77F}" destId="{055C0348-9A28-4933-BAE2-A4144AB5A511}" srcOrd="0" destOrd="0" presId="urn:microsoft.com/office/officeart/2005/8/layout/vList2"/>
    <dgm:cxn modelId="{3337154A-D1B2-4571-B834-3DA3A2917BD7}" type="presParOf" srcId="{9380E71C-21EA-4794-B0E5-9C4AC5CBBD3E}" destId="{055C0348-9A28-4933-BAE2-A4144AB5A51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4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983C09-23E5-4169-96BC-F503EDEBFF21}">
      <dsp:nvSpPr>
        <dsp:cNvPr id="0" name=""/>
        <dsp:cNvSpPr/>
      </dsp:nvSpPr>
      <dsp:spPr>
        <a:xfrm>
          <a:off x="3513288" y="0"/>
          <a:ext cx="589824" cy="589824"/>
        </a:xfrm>
        <a:prstGeom prst="ellipse">
          <a:avLst/>
        </a:prstGeom>
        <a:solidFill>
          <a:srgbClr val="BAEDF0"/>
        </a:solidFill>
        <a:ln>
          <a:solidFill>
            <a:srgbClr val="BAEDF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961DC-6021-4451-9487-EC16CF638541}">
      <dsp:nvSpPr>
        <dsp:cNvPr id="0" name=""/>
        <dsp:cNvSpPr/>
      </dsp:nvSpPr>
      <dsp:spPr>
        <a:xfrm>
          <a:off x="3572270" y="58982"/>
          <a:ext cx="471859" cy="471859"/>
        </a:xfrm>
        <a:prstGeom prst="chord">
          <a:avLst>
            <a:gd name="adj1" fmla="val 16200000"/>
            <a:gd name="adj2" fmla="val 16200000"/>
          </a:avLst>
        </a:prstGeom>
        <a:solidFill>
          <a:srgbClr val="28AFB6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78457-CB38-45C1-AFD4-4430C6F54D8E}">
      <dsp:nvSpPr>
        <dsp:cNvPr id="0" name=""/>
        <dsp:cNvSpPr/>
      </dsp:nvSpPr>
      <dsp:spPr>
        <a:xfrm>
          <a:off x="4225992" y="0"/>
          <a:ext cx="1744897" cy="589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Tipe</a:t>
          </a:r>
          <a:r>
            <a:rPr lang="en-US" sz="1800" kern="1200" dirty="0"/>
            <a:t> data array</a:t>
          </a:r>
        </a:p>
      </dsp:txBody>
      <dsp:txXfrm>
        <a:off x="4225992" y="0"/>
        <a:ext cx="1744897" cy="5898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95087-18C7-4368-BCE1-70F9E18CA9F8}">
      <dsp:nvSpPr>
        <dsp:cNvPr id="0" name=""/>
        <dsp:cNvSpPr/>
      </dsp:nvSpPr>
      <dsp:spPr>
        <a:xfrm>
          <a:off x="3514488" y="0"/>
          <a:ext cx="589248" cy="589248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AD4734-EDA0-489C-86A7-62C0EB69E4B4}">
      <dsp:nvSpPr>
        <dsp:cNvPr id="0" name=""/>
        <dsp:cNvSpPr/>
      </dsp:nvSpPr>
      <dsp:spPr>
        <a:xfrm>
          <a:off x="3573413" y="58924"/>
          <a:ext cx="471398" cy="471398"/>
        </a:xfrm>
        <a:prstGeom prst="chord">
          <a:avLst>
            <a:gd name="adj1" fmla="val 16200000"/>
            <a:gd name="adj2" fmla="val 16200000"/>
          </a:avLst>
        </a:prstGeom>
        <a:solidFill>
          <a:srgbClr val="28AFB6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E4A4F-CF3B-410C-AC03-C545C72007E4}">
      <dsp:nvSpPr>
        <dsp:cNvPr id="0" name=""/>
        <dsp:cNvSpPr/>
      </dsp:nvSpPr>
      <dsp:spPr>
        <a:xfrm>
          <a:off x="4226496" y="0"/>
          <a:ext cx="1743193" cy="58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Nama variable array</a:t>
          </a:r>
        </a:p>
      </dsp:txBody>
      <dsp:txXfrm>
        <a:off x="4226496" y="0"/>
        <a:ext cx="1743193" cy="5892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D2E1F-E3DC-4C17-B7BB-8DCF6F20F1BF}">
      <dsp:nvSpPr>
        <dsp:cNvPr id="0" name=""/>
        <dsp:cNvSpPr/>
      </dsp:nvSpPr>
      <dsp:spPr>
        <a:xfrm>
          <a:off x="3514488" y="0"/>
          <a:ext cx="589248" cy="589248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B284B7-9B73-4AC7-A890-89713BC1DAC2}">
      <dsp:nvSpPr>
        <dsp:cNvPr id="0" name=""/>
        <dsp:cNvSpPr/>
      </dsp:nvSpPr>
      <dsp:spPr>
        <a:xfrm>
          <a:off x="3573413" y="58924"/>
          <a:ext cx="471398" cy="471398"/>
        </a:xfrm>
        <a:prstGeom prst="chord">
          <a:avLst>
            <a:gd name="adj1" fmla="val 16200000"/>
            <a:gd name="adj2" fmla="val 16200000"/>
          </a:avLst>
        </a:prstGeom>
        <a:solidFill>
          <a:srgbClr val="28AFB6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BBCE4-1987-4B00-91D1-A93AB4380A05}">
      <dsp:nvSpPr>
        <dsp:cNvPr id="0" name=""/>
        <dsp:cNvSpPr/>
      </dsp:nvSpPr>
      <dsp:spPr>
        <a:xfrm>
          <a:off x="4226496" y="0"/>
          <a:ext cx="1743193" cy="58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Isi variable/</a:t>
          </a:r>
          <a:r>
            <a:rPr lang="en-US" sz="1800" kern="1200" dirty="0" err="1"/>
            <a:t>elemen</a:t>
          </a:r>
          <a:r>
            <a:rPr lang="en-US" sz="1800" kern="1200" dirty="0"/>
            <a:t> array</a:t>
          </a:r>
        </a:p>
      </dsp:txBody>
      <dsp:txXfrm>
        <a:off x="4226496" y="0"/>
        <a:ext cx="1743193" cy="5892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5B2D4F-F4AE-4575-B6E3-01A8EC8EE5A0}">
      <dsp:nvSpPr>
        <dsp:cNvPr id="0" name=""/>
        <dsp:cNvSpPr/>
      </dsp:nvSpPr>
      <dsp:spPr>
        <a:xfrm>
          <a:off x="3514488" y="0"/>
          <a:ext cx="589248" cy="589248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9920B-57D5-4D06-89E0-6C31900BF28D}">
      <dsp:nvSpPr>
        <dsp:cNvPr id="0" name=""/>
        <dsp:cNvSpPr/>
      </dsp:nvSpPr>
      <dsp:spPr>
        <a:xfrm>
          <a:off x="3573413" y="58924"/>
          <a:ext cx="471398" cy="471398"/>
        </a:xfrm>
        <a:prstGeom prst="chord">
          <a:avLst>
            <a:gd name="adj1" fmla="val 16200000"/>
            <a:gd name="adj2" fmla="val 16200000"/>
          </a:avLst>
        </a:prstGeom>
        <a:solidFill>
          <a:srgbClr val="28AFB6">
            <a:alpha val="90000"/>
          </a:srgbClr>
        </a:solidFill>
        <a:ln w="12700" cap="flat" cmpd="sng" algn="ctr">
          <a:solidFill>
            <a:srgbClr val="28AFB6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DBEFE-F1EB-4664-BA17-489B3CD1E0F9}">
      <dsp:nvSpPr>
        <dsp:cNvPr id="0" name=""/>
        <dsp:cNvSpPr/>
      </dsp:nvSpPr>
      <dsp:spPr>
        <a:xfrm>
          <a:off x="4226496" y="0"/>
          <a:ext cx="1743193" cy="58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Tanda</a:t>
          </a:r>
          <a:r>
            <a:rPr lang="en-US" sz="1800" kern="1200" dirty="0"/>
            <a:t> variable array</a:t>
          </a:r>
        </a:p>
      </dsp:txBody>
      <dsp:txXfrm>
        <a:off x="4226496" y="0"/>
        <a:ext cx="1743193" cy="5892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05293-200F-4388-B95B-24DF4EDCC1C8}">
      <dsp:nvSpPr>
        <dsp:cNvPr id="0" name=""/>
        <dsp:cNvSpPr/>
      </dsp:nvSpPr>
      <dsp:spPr>
        <a:xfrm>
          <a:off x="3514488" y="0"/>
          <a:ext cx="589248" cy="589248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D9FFFD-5883-4469-B52B-38872C022251}">
      <dsp:nvSpPr>
        <dsp:cNvPr id="0" name=""/>
        <dsp:cNvSpPr/>
      </dsp:nvSpPr>
      <dsp:spPr>
        <a:xfrm>
          <a:off x="3573413" y="58924"/>
          <a:ext cx="471398" cy="471398"/>
        </a:xfrm>
        <a:prstGeom prst="chord">
          <a:avLst>
            <a:gd name="adj1" fmla="val 16200000"/>
            <a:gd name="adj2" fmla="val 16200000"/>
          </a:avLst>
        </a:prstGeom>
        <a:solidFill>
          <a:srgbClr val="28AFB6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B3B36-A39C-41D4-B34E-1FAC7A5258BA}">
      <dsp:nvSpPr>
        <dsp:cNvPr id="0" name=""/>
        <dsp:cNvSpPr/>
      </dsp:nvSpPr>
      <dsp:spPr>
        <a:xfrm>
          <a:off x="4226496" y="0"/>
          <a:ext cx="1743193" cy="58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Tanda</a:t>
          </a:r>
          <a:r>
            <a:rPr lang="en-US" sz="1800" kern="1200" dirty="0"/>
            <a:t> </a:t>
          </a:r>
          <a:r>
            <a:rPr lang="en-US" sz="1800" kern="1200" dirty="0" err="1"/>
            <a:t>koma</a:t>
          </a:r>
          <a:r>
            <a:rPr lang="en-US" sz="1800" kern="1200" dirty="0"/>
            <a:t> </a:t>
          </a:r>
          <a:r>
            <a:rPr lang="en-US" sz="1800" kern="1200" dirty="0" err="1"/>
            <a:t>sebagai</a:t>
          </a:r>
          <a:r>
            <a:rPr lang="en-US" sz="1800" kern="1200" dirty="0"/>
            <a:t> </a:t>
          </a:r>
          <a:r>
            <a:rPr lang="en-US" sz="1800" kern="1200" dirty="0" err="1"/>
            <a:t>pemisah</a:t>
          </a:r>
          <a:r>
            <a:rPr lang="en-US" sz="1800" kern="1200" dirty="0"/>
            <a:t> </a:t>
          </a:r>
          <a:r>
            <a:rPr lang="en-US" sz="1800" kern="1200" dirty="0" err="1"/>
            <a:t>indek</a:t>
          </a:r>
          <a:r>
            <a:rPr lang="en-US" sz="1800" kern="1200" dirty="0"/>
            <a:t> array</a:t>
          </a:r>
        </a:p>
      </dsp:txBody>
      <dsp:txXfrm>
        <a:off x="4226496" y="0"/>
        <a:ext cx="1743193" cy="5892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54799E-8FA5-4479-BFF8-0148566EE69C}">
      <dsp:nvSpPr>
        <dsp:cNvPr id="0" name=""/>
        <dsp:cNvSpPr/>
      </dsp:nvSpPr>
      <dsp:spPr>
        <a:xfrm>
          <a:off x="0" y="12"/>
          <a:ext cx="5094595" cy="337460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Mengisi</a:t>
          </a:r>
          <a:r>
            <a:rPr lang="en-US" sz="1600" kern="1200" dirty="0"/>
            <a:t> </a:t>
          </a:r>
          <a:r>
            <a:rPr lang="en-US" sz="1600" kern="1200" dirty="0" err="1"/>
            <a:t>nilai</a:t>
          </a:r>
          <a:r>
            <a:rPr lang="en-US" sz="1600" kern="1200" dirty="0"/>
            <a:t> </a:t>
          </a:r>
          <a:r>
            <a:rPr lang="en-US" sz="1600" kern="1200" dirty="0" err="1"/>
            <a:t>ke</a:t>
          </a:r>
          <a:r>
            <a:rPr lang="en-US" sz="1600" kern="1200" dirty="0"/>
            <a:t> array </a:t>
          </a:r>
          <a:r>
            <a:rPr lang="en-US" sz="1600" kern="1200" dirty="0" err="1"/>
            <a:t>cetakA</a:t>
          </a:r>
          <a:r>
            <a:rPr lang="en-US" sz="1600" kern="1200" dirty="0"/>
            <a:t> </a:t>
          </a:r>
          <a:r>
            <a:rPr lang="en-US" sz="1600" kern="1200" dirty="0" err="1"/>
            <a:t>sesuai</a:t>
          </a:r>
          <a:r>
            <a:rPr lang="en-US" sz="1600" kern="1200" dirty="0"/>
            <a:t> </a:t>
          </a:r>
          <a:r>
            <a:rPr lang="en-US" sz="1600" kern="1200" dirty="0" err="1"/>
            <a:t>indeksnya</a:t>
          </a:r>
          <a:endParaRPr lang="en-US" sz="1600" kern="1200" dirty="0"/>
        </a:p>
      </dsp:txBody>
      <dsp:txXfrm>
        <a:off x="16473" y="16485"/>
        <a:ext cx="5061649" cy="3045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44C6A-D371-4CE2-96E0-A08D7CAA0B36}">
      <dsp:nvSpPr>
        <dsp:cNvPr id="0" name=""/>
        <dsp:cNvSpPr/>
      </dsp:nvSpPr>
      <dsp:spPr>
        <a:xfrm>
          <a:off x="0" y="7"/>
          <a:ext cx="5194807" cy="343870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Perulangan</a:t>
          </a:r>
          <a:r>
            <a:rPr lang="en-US" sz="1600" kern="1200" dirty="0"/>
            <a:t> </a:t>
          </a:r>
          <a:r>
            <a:rPr lang="en-US" sz="1600" kern="1200" dirty="0" err="1"/>
            <a:t>dimulai</a:t>
          </a:r>
          <a:r>
            <a:rPr lang="en-US" sz="1600" kern="1200" dirty="0"/>
            <a:t> </a:t>
          </a:r>
          <a:r>
            <a:rPr lang="en-US" sz="1600" kern="1200" dirty="0" err="1"/>
            <a:t>dari</a:t>
          </a:r>
          <a:r>
            <a:rPr lang="en-US" sz="1600" kern="1200" dirty="0"/>
            <a:t> </a:t>
          </a:r>
          <a:r>
            <a:rPr lang="en-US" sz="1600" kern="1200" dirty="0" err="1"/>
            <a:t>indeks</a:t>
          </a:r>
          <a:r>
            <a:rPr lang="en-US" sz="1600" kern="1200" dirty="0"/>
            <a:t> ke-0 </a:t>
          </a: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indeks</a:t>
          </a:r>
          <a:r>
            <a:rPr lang="en-US" sz="1600" kern="1200" dirty="0"/>
            <a:t> ke-4</a:t>
          </a:r>
        </a:p>
      </dsp:txBody>
      <dsp:txXfrm>
        <a:off x="16786" y="16793"/>
        <a:ext cx="5161235" cy="3102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C0348-9A28-4933-BAE2-A4144AB5A511}">
      <dsp:nvSpPr>
        <dsp:cNvPr id="0" name=""/>
        <dsp:cNvSpPr/>
      </dsp:nvSpPr>
      <dsp:spPr>
        <a:xfrm>
          <a:off x="0" y="0"/>
          <a:ext cx="4934798" cy="455715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Mencetak</a:t>
          </a:r>
          <a:r>
            <a:rPr lang="en-US" sz="1700" kern="1200" dirty="0"/>
            <a:t> array </a:t>
          </a:r>
          <a:r>
            <a:rPr lang="en-US" sz="1700" kern="1200" dirty="0" err="1"/>
            <a:t>dari</a:t>
          </a:r>
          <a:r>
            <a:rPr lang="en-US" sz="1700" kern="1200" dirty="0"/>
            <a:t> </a:t>
          </a:r>
          <a:r>
            <a:rPr lang="en-US" sz="1700" kern="1200" dirty="0" err="1"/>
            <a:t>indeks</a:t>
          </a:r>
          <a:r>
            <a:rPr lang="en-US" sz="1700" kern="1200" dirty="0"/>
            <a:t> ke-0 </a:t>
          </a:r>
          <a:r>
            <a:rPr lang="en-US" sz="1700" kern="1200" dirty="0" err="1"/>
            <a:t>sampai</a:t>
          </a:r>
          <a:r>
            <a:rPr lang="en-US" sz="1700" kern="1200" dirty="0"/>
            <a:t> </a:t>
          </a:r>
          <a:r>
            <a:rPr lang="en-US" sz="1700" kern="1200" dirty="0" err="1"/>
            <a:t>indeks</a:t>
          </a:r>
          <a:r>
            <a:rPr lang="en-US" sz="1700" kern="1200" dirty="0"/>
            <a:t> ke-4</a:t>
          </a:r>
        </a:p>
      </dsp:txBody>
      <dsp:txXfrm>
        <a:off x="22246" y="22246"/>
        <a:ext cx="4890306" cy="41122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4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Variabel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pembuatannya</a:t>
            </a:r>
            <a:r>
              <a:rPr lang="en-US" dirty="0"/>
              <a:t>. </a:t>
            </a:r>
            <a:r>
              <a:rPr lang="en-US" dirty="0" err="1"/>
              <a:t>Misalkan</a:t>
            </a:r>
            <a:r>
              <a:rPr lang="en-US" dirty="0"/>
              <a:t> variable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bernama</a:t>
            </a:r>
            <a:r>
              <a:rPr lang="en-US" dirty="0"/>
              <a:t> “</a:t>
            </a:r>
            <a:r>
              <a:rPr lang="en-US" dirty="0" err="1"/>
              <a:t>bilangan</a:t>
            </a:r>
            <a:r>
              <a:rPr lang="en-US" dirty="0"/>
              <a:t>”,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pemberian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variable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disisi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– </a:t>
            </a:r>
            <a:r>
              <a:rPr lang="en-US" dirty="0" err="1"/>
              <a:t>angka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Setelah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variable,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dijelaskan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variable.</a:t>
            </a:r>
          </a:p>
          <a:p>
            <a:r>
              <a:rPr lang="en-US" dirty="0" err="1"/>
              <a:t>Setiap</a:t>
            </a:r>
            <a:r>
              <a:rPr lang="en-US" dirty="0"/>
              <a:t> variable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data,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variable   “</a:t>
            </a:r>
            <a:r>
              <a:rPr lang="en-US" dirty="0" err="1"/>
              <a:t>bilangan</a:t>
            </a:r>
            <a:r>
              <a:rPr lang="en-US" dirty="0"/>
              <a:t>”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variable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.</a:t>
            </a:r>
          </a:p>
          <a:p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Java, </a:t>
            </a:r>
            <a:r>
              <a:rPr lang="en-US" dirty="0" err="1"/>
              <a:t>nama</a:t>
            </a:r>
            <a:r>
              <a:rPr lang="en-US" dirty="0"/>
              <a:t> variable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integer.</a:t>
            </a:r>
          </a:p>
          <a:p>
            <a:r>
              <a:rPr lang="en-US" dirty="0" err="1"/>
              <a:t>Nanti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diperkenalkan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Java.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DE070-8B48-4B25-99A3-108D88F9B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02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10" Type="http://schemas.openxmlformats.org/officeDocument/2006/relationships/audio" Target="../media/audio1.wav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11" Type="http://schemas.openxmlformats.org/officeDocument/2006/relationships/audio" Target="../media/audio1.wav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26" Type="http://schemas.openxmlformats.org/officeDocument/2006/relationships/diagramColors" Target="../diagrams/colors5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diagramQuickStyle" Target="../diagrams/quickStyle5.xml"/><Relationship Id="rId2" Type="http://schemas.openxmlformats.org/officeDocument/2006/relationships/audio" Target="../media/audio2.wav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24" Type="http://schemas.openxmlformats.org/officeDocument/2006/relationships/diagramLayout" Target="../diagrams/layout5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diagramData" Target="../diagrams/data5.xml"/><Relationship Id="rId28" Type="http://schemas.openxmlformats.org/officeDocument/2006/relationships/audio" Target="../media/audio2.wav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Relationship Id="rId27" Type="http://schemas.microsoft.com/office/2007/relationships/diagramDrawing" Target="../diagrams/drawing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13" Type="http://schemas.openxmlformats.org/officeDocument/2006/relationships/diagramData" Target="../diagrams/data8.xml"/><Relationship Id="rId18" Type="http://schemas.openxmlformats.org/officeDocument/2006/relationships/audio" Target="../media/audio2.wav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17" Type="http://schemas.microsoft.com/office/2007/relationships/diagramDrawing" Target="../diagrams/drawing8.xml"/><Relationship Id="rId2" Type="http://schemas.openxmlformats.org/officeDocument/2006/relationships/audio" Target="../media/audio2.wav"/><Relationship Id="rId16" Type="http://schemas.openxmlformats.org/officeDocument/2006/relationships/diagramColors" Target="../diagrams/colors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Relationship Id="rId14" Type="http://schemas.openxmlformats.org/officeDocument/2006/relationships/diagramLayout" Target="../diagrams/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2.wav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 err="1">
                <a:latin typeface="Britannic Bold" panose="020B0903060703020204" pitchFamily="34" charset="0"/>
              </a:rPr>
              <a:t>Praktikum</a:t>
            </a:r>
            <a:r>
              <a:rPr lang="en-US" altLang="en-US" sz="5441" dirty="0">
                <a:latin typeface="Britannic Bold" panose="020B0903060703020204" pitchFamily="34" charset="0"/>
              </a:rPr>
              <a:t> </a:t>
            </a:r>
            <a:r>
              <a:rPr lang="en-US" altLang="en-US" sz="5441" dirty="0" err="1">
                <a:latin typeface="Britannic Bold" panose="020B0903060703020204" pitchFamily="34" charset="0"/>
              </a:rPr>
              <a:t>Tipe</a:t>
            </a:r>
            <a:r>
              <a:rPr lang="en-US" altLang="en-US" sz="5441" dirty="0">
                <a:latin typeface="Britannic Bold" panose="020B0903060703020204" pitchFamily="34" charset="0"/>
              </a:rPr>
              <a:t> Data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DFECD-46BA-4E23-B31E-CA52E4023BD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584171"/>
            <a:ext cx="5571045" cy="51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2800" dirty="0">
                <a:latin typeface="MV Boli" panose="02000500030200090000" pitchFamily="2" charset="0"/>
                <a:cs typeface="MV Boli" panose="02000500030200090000" pitchFamily="2" charset="0"/>
              </a:rPr>
              <a:t>The Basic Java Application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E85E8-D769-4237-A199-A01C43CA437F}"/>
              </a:ext>
            </a:extLst>
          </p:cNvPr>
          <p:cNvSpPr txBox="1"/>
          <p:nvPr/>
        </p:nvSpPr>
        <p:spPr>
          <a:xfrm>
            <a:off x="537343" y="1808734"/>
            <a:ext cx="10820400" cy="715089"/>
          </a:xfrm>
          <a:prstGeom prst="round2DiagRect">
            <a:avLst/>
          </a:prstGeom>
          <a:noFill/>
          <a:ln>
            <a:solidFill>
              <a:srgbClr val="33CCCC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Setelah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istilah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Bahasa </a:t>
            </a:r>
            <a:r>
              <a:rPr lang="en-US" dirty="0" err="1"/>
              <a:t>pemrograman</a:t>
            </a:r>
            <a:r>
              <a:rPr lang="en-US" dirty="0"/>
              <a:t>, </a:t>
            </a:r>
            <a:r>
              <a:rPr lang="en-US" dirty="0" err="1"/>
              <a:t>saatnyalah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program Java </a:t>
            </a:r>
            <a:r>
              <a:rPr lang="en-US" dirty="0" err="1"/>
              <a:t>sederhana</a:t>
            </a:r>
            <a:r>
              <a:rPr lang="en-US" dirty="0"/>
              <a:t>. Program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“Hello World”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running.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7D9099-70D4-4701-8ECE-4ED693095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92642"/>
            <a:ext cx="4391025" cy="2114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DD57D1-61E6-4004-9C28-778C1F72ABF4}"/>
              </a:ext>
            </a:extLst>
          </p:cNvPr>
          <p:cNvSpPr txBox="1"/>
          <p:nvPr/>
        </p:nvSpPr>
        <p:spPr>
          <a:xfrm>
            <a:off x="6096000" y="2803225"/>
            <a:ext cx="5805581" cy="401479"/>
          </a:xfrm>
          <a:prstGeom prst="snip2Same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Silahkan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tuliskan</a:t>
            </a:r>
            <a:r>
              <a:rPr lang="en-US" dirty="0"/>
              <a:t> coding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compiler </a:t>
            </a:r>
            <a:r>
              <a:rPr lang="en-US" dirty="0" err="1"/>
              <a:t>anda</a:t>
            </a:r>
            <a:r>
              <a:rPr lang="en-US" dirty="0"/>
              <a:t>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E73F14-FA21-40FD-A77E-E65B0D2F7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43" y="3277088"/>
            <a:ext cx="5248275" cy="2124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9D2F40-74C6-4846-BC9E-7D4E49F95E55}"/>
              </a:ext>
            </a:extLst>
          </p:cNvPr>
          <p:cNvSpPr txBox="1"/>
          <p:nvPr/>
        </p:nvSpPr>
        <p:spPr>
          <a:xfrm>
            <a:off x="537343" y="2800136"/>
            <a:ext cx="3631733" cy="401479"/>
          </a:xfrm>
          <a:prstGeom prst="snip2Same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coding </a:t>
            </a:r>
            <a:r>
              <a:rPr lang="en-US" dirty="0" err="1"/>
              <a:t>dalam</a:t>
            </a:r>
            <a:r>
              <a:rPr lang="en-US" dirty="0"/>
              <a:t> Java:</a:t>
            </a:r>
          </a:p>
        </p:txBody>
      </p:sp>
    </p:spTree>
    <p:extLst>
      <p:ext uri="{BB962C8B-B14F-4D97-AF65-F5344CB8AC3E}">
        <p14:creationId xmlns:p14="http://schemas.microsoft.com/office/powerpoint/2010/main" val="152706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10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584171"/>
            <a:ext cx="5571045" cy="51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2800" dirty="0">
                <a:latin typeface="MV Boli" panose="02000500030200090000" pitchFamily="2" charset="0"/>
                <a:cs typeface="MV Boli" panose="02000500030200090000" pitchFamily="2" charset="0"/>
              </a:rPr>
              <a:t>Variables and Types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C0AD5-6853-4018-812F-7CF1E1E906C2}"/>
              </a:ext>
            </a:extLst>
          </p:cNvPr>
          <p:cNvSpPr txBox="1"/>
          <p:nvPr/>
        </p:nvSpPr>
        <p:spPr>
          <a:xfrm>
            <a:off x="4518997" y="3903577"/>
            <a:ext cx="6092559" cy="401479"/>
          </a:xfrm>
          <a:prstGeom prst="snip2SameRect">
            <a:avLst/>
          </a:prstGeom>
          <a:noFill/>
          <a:ln>
            <a:solidFill>
              <a:srgbClr val="33CCCC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 variable </a:t>
            </a:r>
            <a:r>
              <a:rPr lang="en-US" dirty="0" err="1"/>
              <a:t>pada</a:t>
            </a:r>
            <a:r>
              <a:rPr lang="en-US" dirty="0"/>
              <a:t> program Java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60356D-A355-4E18-AFF5-2A17AF507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738" y="4441088"/>
            <a:ext cx="4743450" cy="120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24B459-C241-474C-8C9D-BCDA28310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146" y="2177327"/>
            <a:ext cx="3771900" cy="323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C679E8-F683-4DBD-9D35-3CC9CB34D5ED}"/>
              </a:ext>
            </a:extLst>
          </p:cNvPr>
          <p:cNvSpPr txBox="1"/>
          <p:nvPr/>
        </p:nvSpPr>
        <p:spPr>
          <a:xfrm>
            <a:off x="1114146" y="1652236"/>
            <a:ext cx="4981854" cy="401479"/>
          </a:xfrm>
          <a:prstGeom prst="snip2SameRect">
            <a:avLst/>
          </a:prstGeom>
          <a:noFill/>
          <a:ln>
            <a:solidFill>
              <a:srgbClr val="33CCCC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 variable program Java:</a:t>
            </a:r>
          </a:p>
        </p:txBody>
      </p:sp>
    </p:spTree>
    <p:extLst>
      <p:ext uri="{BB962C8B-B14F-4D97-AF65-F5344CB8AC3E}">
        <p14:creationId xmlns:p14="http://schemas.microsoft.com/office/powerpoint/2010/main" val="140760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11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584171"/>
            <a:ext cx="5571045" cy="51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800" dirty="0">
                <a:latin typeface="MV Boli" panose="02000500030200090000" pitchFamily="2" charset="0"/>
                <a:cs typeface="MV Boli" panose="02000500030200090000" pitchFamily="2" charset="0"/>
              </a:rPr>
              <a:t>Array Details</a:t>
            </a: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410936" y="2076450"/>
            <a:ext cx="10306026" cy="132343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arraySatuDimensi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 public static void main (String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{ String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= {“Australia”, “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Ceko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”, “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Jepang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”, “Indonesia”, “Canada”};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77925743"/>
              </p:ext>
            </p:extLst>
          </p:nvPr>
        </p:nvGraphicFramePr>
        <p:xfrm>
          <a:off x="-2278046" y="4586515"/>
          <a:ext cx="9484179" cy="3072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>
            <a:cxnSpLocks/>
          </p:cNvCxnSpPr>
          <p:nvPr/>
        </p:nvCxnSpPr>
        <p:spPr>
          <a:xfrm flipH="1" flipV="1">
            <a:off x="1301090" y="2874037"/>
            <a:ext cx="1295241" cy="195419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2288995" y="2874037"/>
            <a:ext cx="1652707" cy="2539793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3000096" y="2815115"/>
            <a:ext cx="3007148" cy="3193799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eft Brace 11"/>
          <p:cNvSpPr/>
          <p:nvPr/>
        </p:nvSpPr>
        <p:spPr>
          <a:xfrm rot="16200000">
            <a:off x="6288611" y="-352541"/>
            <a:ext cx="402712" cy="6672405"/>
          </a:xfrm>
          <a:prstGeom prst="leftBrace">
            <a:avLst>
              <a:gd name="adj1" fmla="val 8333"/>
              <a:gd name="adj2" fmla="val 49547"/>
            </a:avLst>
          </a:prstGeom>
          <a:ln>
            <a:solidFill>
              <a:srgbClr val="28AF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6489967" y="3286583"/>
            <a:ext cx="1579976" cy="153216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</p:cNvCxnSpPr>
          <p:nvPr/>
        </p:nvCxnSpPr>
        <p:spPr>
          <a:xfrm flipH="1" flipV="1">
            <a:off x="8504643" y="2815115"/>
            <a:ext cx="2166063" cy="200363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1044883100"/>
              </p:ext>
            </p:extLst>
          </p:nvPr>
        </p:nvGraphicFramePr>
        <p:xfrm>
          <a:off x="-736570" y="5321998"/>
          <a:ext cx="9484179" cy="3072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2831224491"/>
              </p:ext>
            </p:extLst>
          </p:nvPr>
        </p:nvGraphicFramePr>
        <p:xfrm>
          <a:off x="3566153" y="4540122"/>
          <a:ext cx="9484179" cy="3072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19" name="Diagram 18"/>
          <p:cNvGraphicFramePr/>
          <p:nvPr>
            <p:extLst>
              <p:ext uri="{D42A27DB-BD31-4B8C-83A1-F6EECF244321}">
                <p14:modId xmlns:p14="http://schemas.microsoft.com/office/powerpoint/2010/main" val="2361118575"/>
              </p:ext>
            </p:extLst>
          </p:nvPr>
        </p:nvGraphicFramePr>
        <p:xfrm>
          <a:off x="1103992" y="5892800"/>
          <a:ext cx="9484179" cy="3072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20" name="Diagram 19"/>
          <p:cNvGraphicFramePr/>
          <p:nvPr>
            <p:extLst>
              <p:ext uri="{D42A27DB-BD31-4B8C-83A1-F6EECF244321}">
                <p14:modId xmlns:p14="http://schemas.microsoft.com/office/powerpoint/2010/main" val="489104045"/>
              </p:ext>
            </p:extLst>
          </p:nvPr>
        </p:nvGraphicFramePr>
        <p:xfrm>
          <a:off x="6064010" y="5050971"/>
          <a:ext cx="9484179" cy="3072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13E3F16-3E95-440D-91B4-22895CDAC0A8}"/>
              </a:ext>
            </a:extLst>
          </p:cNvPr>
          <p:cNvSpPr txBox="1"/>
          <p:nvPr/>
        </p:nvSpPr>
        <p:spPr>
          <a:xfrm>
            <a:off x="720088" y="1343981"/>
            <a:ext cx="3323764" cy="401479"/>
          </a:xfrm>
          <a:prstGeom prst="snip1Rect">
            <a:avLst/>
          </a:prstGeom>
          <a:noFill/>
          <a:ln w="57150"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Deklarasi</a:t>
            </a:r>
            <a:r>
              <a:rPr lang="en-US" dirty="0"/>
              <a:t> array 1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bernilai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92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28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3" grpId="0">
        <p:bldAsOne/>
      </p:bldGraphic>
      <p:bldP spid="12" grpId="0" animBg="1"/>
      <p:bldGraphic spid="17" grpId="0">
        <p:bldAsOne/>
      </p:bldGraphic>
      <p:bldGraphic spid="18" grpId="0">
        <p:bldAsOne/>
      </p:bldGraphic>
      <p:bldGraphic spid="19" grpId="0">
        <p:bldAsOne/>
      </p:bldGraphic>
      <p:bldGraphic spid="20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584171"/>
            <a:ext cx="5571045" cy="51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800" dirty="0">
                <a:latin typeface="MV Boli" panose="02000500030200090000" pitchFamily="2" charset="0"/>
                <a:cs typeface="MV Boli" panose="02000500030200090000" pitchFamily="2" charset="0"/>
              </a:rPr>
              <a:t>Array Processing</a:t>
            </a: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61257" y="1907539"/>
            <a:ext cx="8577989" cy="452431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arrayCetak1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 public static void main (String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{ String []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new String[5];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[0] = “Australia”;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 = “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Ceko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[2] = “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Jepang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[3] = “Indonesia”;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[4] = “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Kanada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urutan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ke-2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yaitu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:”);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&lt;5;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seluruh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urutan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array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yaitu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:”);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cetakA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256174798"/>
              </p:ext>
            </p:extLst>
          </p:nvPr>
        </p:nvGraphicFramePr>
        <p:xfrm>
          <a:off x="5905207" y="2410534"/>
          <a:ext cx="5094595" cy="337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94090811"/>
              </p:ext>
            </p:extLst>
          </p:nvPr>
        </p:nvGraphicFramePr>
        <p:xfrm>
          <a:off x="5950858" y="4457403"/>
          <a:ext cx="5194807" cy="343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3946529" y="2568215"/>
            <a:ext cx="2025593" cy="83040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Brace 7"/>
          <p:cNvSpPr/>
          <p:nvPr/>
        </p:nvSpPr>
        <p:spPr>
          <a:xfrm>
            <a:off x="3788228" y="2994039"/>
            <a:ext cx="232228" cy="1175657"/>
          </a:xfrm>
          <a:prstGeom prst="rightBrace">
            <a:avLst/>
          </a:prstGeom>
          <a:ln>
            <a:solidFill>
              <a:srgbClr val="28AF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2237339996"/>
              </p:ext>
            </p:extLst>
          </p:nvPr>
        </p:nvGraphicFramePr>
        <p:xfrm>
          <a:off x="5416103" y="5614902"/>
          <a:ext cx="5503534" cy="456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flipH="1" flipV="1">
            <a:off x="3620808" y="4735359"/>
            <a:ext cx="2351314" cy="10160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731657" y="5545975"/>
            <a:ext cx="754743" cy="362857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5847150" y="3192152"/>
            <a:ext cx="4763227" cy="319063"/>
            <a:chOff x="0" y="759011"/>
            <a:chExt cx="5868079" cy="551655"/>
          </a:xfrm>
        </p:grpSpPr>
        <p:sp>
          <p:nvSpPr>
            <p:cNvPr id="20" name="Rounded Rectangle 19"/>
            <p:cNvSpPr/>
            <p:nvPr/>
          </p:nvSpPr>
          <p:spPr>
            <a:xfrm>
              <a:off x="0" y="759011"/>
              <a:ext cx="5868079" cy="551655"/>
            </a:xfrm>
            <a:prstGeom prst="round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Rounded Rectangle 4"/>
            <p:cNvSpPr/>
            <p:nvPr/>
          </p:nvSpPr>
          <p:spPr>
            <a:xfrm>
              <a:off x="26930" y="785941"/>
              <a:ext cx="5814219" cy="497795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lvl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Mencetak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nilai</a:t>
              </a:r>
              <a:r>
                <a:rPr lang="en-US" sz="1600" kern="1200" dirty="0"/>
                <a:t> array yang </a:t>
              </a:r>
              <a:r>
                <a:rPr lang="en-US" sz="1600" kern="1200" dirty="0" err="1"/>
                <a:t>ke</a:t>
              </a:r>
              <a:r>
                <a:rPr lang="en-US" sz="1600" kern="1200" dirty="0"/>
                <a:t> [1], </a:t>
              </a:r>
              <a:r>
                <a:rPr lang="en-US" sz="1600" kern="1200" dirty="0" err="1"/>
                <a:t>yaitu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Ceko</a:t>
              </a:r>
              <a:endParaRPr lang="en-US" sz="1600" kern="1200" dirty="0"/>
            </a:p>
          </p:txBody>
        </p:sp>
      </p:grpSp>
      <p:cxnSp>
        <p:nvCxnSpPr>
          <p:cNvPr id="22" name="Straight Arrow Connector 21"/>
          <p:cNvCxnSpPr/>
          <p:nvPr/>
        </p:nvCxnSpPr>
        <p:spPr>
          <a:xfrm flipH="1">
            <a:off x="4550251" y="3581867"/>
            <a:ext cx="1400606" cy="875536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15A0BC9-9360-46F4-BE15-38454502B341}"/>
              </a:ext>
            </a:extLst>
          </p:cNvPr>
          <p:cNvSpPr txBox="1"/>
          <p:nvPr/>
        </p:nvSpPr>
        <p:spPr>
          <a:xfrm>
            <a:off x="720088" y="1343981"/>
            <a:ext cx="2636611" cy="401479"/>
          </a:xfrm>
          <a:prstGeom prst="snip1Rect">
            <a:avLst/>
          </a:prstGeom>
          <a:noFill/>
          <a:ln w="57150"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Mencetak</a:t>
            </a:r>
            <a:r>
              <a:rPr lang="en-US" dirty="0"/>
              <a:t> array 1 </a:t>
            </a:r>
            <a:r>
              <a:rPr lang="en-US" dirty="0" err="1"/>
              <a:t>dimensi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45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18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3" grpId="0">
        <p:bldAsOne/>
      </p:bldGraphic>
      <p:bldGraphic spid="5" grpId="0">
        <p:bldAsOne/>
      </p:bldGraphic>
      <p:bldP spid="8" grpId="0" animBg="1"/>
      <p:bldGraphic spid="12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14948"/>
            <a:ext cx="5571045" cy="4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400" dirty="0">
                <a:latin typeface="MV Boli" panose="02000500030200090000" pitchFamily="2" charset="0"/>
                <a:cs typeface="MV Boli" panose="02000500030200090000" pitchFamily="2" charset="0"/>
              </a:rPr>
              <a:t>Array Processing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080127" y="3154630"/>
            <a:ext cx="5739072" cy="181588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negaraA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  public static void main (String[]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{  Scanner input = new Scanner(System.in);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String[]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new String[5];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20088" y="2432721"/>
            <a:ext cx="2916481" cy="457688"/>
            <a:chOff x="0" y="75618"/>
            <a:chExt cx="8128000" cy="431730"/>
          </a:xfrm>
        </p:grpSpPr>
        <p:sp>
          <p:nvSpPr>
            <p:cNvPr id="6" name="Rounded Rectangle 5"/>
            <p:cNvSpPr/>
            <p:nvPr/>
          </p:nvSpPr>
          <p:spPr>
            <a:xfrm>
              <a:off x="0" y="75618"/>
              <a:ext cx="8128000" cy="43173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21075" y="96693"/>
              <a:ext cx="8085850" cy="3895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 dirty="0"/>
                <a:t>Import class </a:t>
              </a:r>
              <a:r>
                <a:rPr lang="en-US" sz="1800" kern="1200" dirty="0" err="1"/>
                <a:t>sebagai</a:t>
              </a:r>
              <a:r>
                <a:rPr lang="en-US" sz="1800" kern="1200" dirty="0"/>
                <a:t> </a:t>
              </a:r>
              <a:r>
                <a:rPr lang="en-US" sz="1800" kern="1200" dirty="0" err="1"/>
                <a:t>tanda</a:t>
              </a:r>
              <a:r>
                <a:rPr lang="en-US" sz="1800" kern="1200" dirty="0"/>
                <a:t> </a:t>
              </a:r>
              <a:r>
                <a:rPr lang="en-US" sz="1800" kern="1200" dirty="0" err="1"/>
                <a:t>pengenal</a:t>
              </a:r>
              <a:r>
                <a:rPr lang="en-US" sz="1800" kern="1200" dirty="0"/>
                <a:t> </a:t>
              </a:r>
              <a:r>
                <a:rPr lang="en-US" sz="1800" kern="1200" dirty="0" err="1"/>
                <a:t>untuk</a:t>
              </a:r>
              <a:r>
                <a:rPr lang="en-US" sz="1800" kern="1200" dirty="0"/>
                <a:t> input data </a:t>
              </a:r>
              <a:r>
                <a:rPr lang="en-US" sz="1800" kern="1200" dirty="0" err="1"/>
                <a:t>dari</a:t>
              </a:r>
              <a:r>
                <a:rPr lang="en-US" sz="1800" kern="1200" dirty="0"/>
                <a:t> keyboard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05797" y="3593209"/>
            <a:ext cx="2141982" cy="597421"/>
            <a:chOff x="0" y="559188"/>
            <a:chExt cx="8128000" cy="431730"/>
          </a:xfrm>
        </p:grpSpPr>
        <p:sp>
          <p:nvSpPr>
            <p:cNvPr id="9" name="Rounded Rectangle 8"/>
            <p:cNvSpPr/>
            <p:nvPr/>
          </p:nvSpPr>
          <p:spPr>
            <a:xfrm>
              <a:off x="0" y="559188"/>
              <a:ext cx="8128000" cy="43173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21075" y="580263"/>
              <a:ext cx="8085850" cy="3895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 dirty="0" err="1"/>
                <a:t>Tipe</a:t>
              </a:r>
              <a:r>
                <a:rPr lang="en-US" sz="1800" kern="1200" dirty="0"/>
                <a:t> data scanner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547773" y="2498961"/>
            <a:ext cx="2328559" cy="662963"/>
            <a:chOff x="0" y="985378"/>
            <a:chExt cx="9011564" cy="489110"/>
          </a:xfrm>
        </p:grpSpPr>
        <p:sp>
          <p:nvSpPr>
            <p:cNvPr id="12" name="Rounded Rectangle 11"/>
            <p:cNvSpPr/>
            <p:nvPr/>
          </p:nvSpPr>
          <p:spPr>
            <a:xfrm>
              <a:off x="0" y="1042758"/>
              <a:ext cx="8128000" cy="43173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925716" y="985378"/>
              <a:ext cx="8085848" cy="3895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 dirty="0"/>
                <a:t>Nama variable input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239693" y="3593209"/>
            <a:ext cx="2180883" cy="553607"/>
            <a:chOff x="0" y="1526328"/>
            <a:chExt cx="8128000" cy="431730"/>
          </a:xfrm>
        </p:grpSpPr>
        <p:sp>
          <p:nvSpPr>
            <p:cNvPr id="15" name="Rounded Rectangle 14"/>
            <p:cNvSpPr/>
            <p:nvPr/>
          </p:nvSpPr>
          <p:spPr>
            <a:xfrm>
              <a:off x="0" y="1526328"/>
              <a:ext cx="8128000" cy="43173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21075" y="1547403"/>
              <a:ext cx="8085850" cy="3895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 dirty="0" err="1"/>
                <a:t>Menggunakan</a:t>
              </a:r>
              <a:r>
                <a:rPr lang="en-US" sz="1800" kern="1200" dirty="0"/>
                <a:t> class </a:t>
              </a:r>
              <a:r>
                <a:rPr lang="en-US" sz="1800" kern="1200" dirty="0" err="1"/>
                <a:t>untuk</a:t>
              </a:r>
              <a:r>
                <a:rPr lang="en-US" sz="1800" kern="1200" dirty="0"/>
                <a:t> input keyboard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94507" y="4970512"/>
            <a:ext cx="1762515" cy="532100"/>
            <a:chOff x="0" y="2009897"/>
            <a:chExt cx="8128000" cy="330056"/>
          </a:xfrm>
        </p:grpSpPr>
        <p:sp>
          <p:nvSpPr>
            <p:cNvPr id="18" name="Rounded Rectangle 17"/>
            <p:cNvSpPr/>
            <p:nvPr/>
          </p:nvSpPr>
          <p:spPr>
            <a:xfrm>
              <a:off x="0" y="2009897"/>
              <a:ext cx="8128000" cy="30898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21075" y="2030973"/>
              <a:ext cx="8085850" cy="3089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 dirty="0" err="1"/>
                <a:t>Tipe</a:t>
              </a:r>
              <a:r>
                <a:rPr lang="en-US" sz="1800" kern="1200" dirty="0"/>
                <a:t> data array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395408" y="5402846"/>
            <a:ext cx="2044202" cy="614226"/>
            <a:chOff x="0" y="2493468"/>
            <a:chExt cx="8128000" cy="431730"/>
          </a:xfrm>
        </p:grpSpPr>
        <p:sp>
          <p:nvSpPr>
            <p:cNvPr id="21" name="Rounded Rectangle 20"/>
            <p:cNvSpPr/>
            <p:nvPr/>
          </p:nvSpPr>
          <p:spPr>
            <a:xfrm>
              <a:off x="0" y="2493468"/>
              <a:ext cx="8128000" cy="43173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22" name="Rounded Rectangle 4"/>
            <p:cNvSpPr/>
            <p:nvPr/>
          </p:nvSpPr>
          <p:spPr>
            <a:xfrm>
              <a:off x="21075" y="2514543"/>
              <a:ext cx="8085850" cy="3895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kern="1200" dirty="0"/>
                <a:t>Nama variable array</a:t>
              </a:r>
            </a:p>
          </p:txBody>
        </p:sp>
      </p:grp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2187273" y="2833420"/>
            <a:ext cx="994077" cy="49556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8017975" y="5402846"/>
            <a:ext cx="2044202" cy="532101"/>
            <a:chOff x="0" y="2493468"/>
            <a:chExt cx="8128000" cy="431730"/>
          </a:xfrm>
        </p:grpSpPr>
        <p:sp>
          <p:nvSpPr>
            <p:cNvPr id="50" name="Rounded Rectangle 49"/>
            <p:cNvSpPr/>
            <p:nvPr/>
          </p:nvSpPr>
          <p:spPr>
            <a:xfrm>
              <a:off x="0" y="2493468"/>
              <a:ext cx="8128000" cy="43173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52" name="Rounded Rectangle 4"/>
            <p:cNvSpPr/>
            <p:nvPr/>
          </p:nvSpPr>
          <p:spPr>
            <a:xfrm>
              <a:off x="21074" y="2514543"/>
              <a:ext cx="8085849" cy="3895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 err="1"/>
                <a:t>Jumlah</a:t>
              </a:r>
              <a:r>
                <a:rPr lang="en-US" dirty="0"/>
                <a:t> data </a:t>
              </a:r>
              <a:r>
                <a:rPr lang="en-US" sz="1800" kern="1200" dirty="0"/>
                <a:t>array</a:t>
              </a:r>
            </a:p>
          </p:txBody>
        </p:sp>
      </p:grpSp>
      <p:cxnSp>
        <p:nvCxnSpPr>
          <p:cNvPr id="41" name="Straight Arrow Connector 40"/>
          <p:cNvCxnSpPr>
            <a:stCxn id="10" idx="3"/>
          </p:cNvCxnSpPr>
          <p:nvPr/>
        </p:nvCxnSpPr>
        <p:spPr>
          <a:xfrm>
            <a:off x="2442225" y="3891920"/>
            <a:ext cx="1434558" cy="12763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cxnSpLocks/>
          </p:cNvCxnSpPr>
          <p:nvPr/>
        </p:nvCxnSpPr>
        <p:spPr>
          <a:xfrm flipH="1">
            <a:off x="5157788" y="2788942"/>
            <a:ext cx="3554036" cy="117345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cxnSpLocks/>
          </p:cNvCxnSpPr>
          <p:nvPr/>
        </p:nvCxnSpPr>
        <p:spPr>
          <a:xfrm flipH="1">
            <a:off x="8183955" y="3851562"/>
            <a:ext cx="1055738" cy="16798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18" idx="0"/>
          </p:cNvCxnSpPr>
          <p:nvPr/>
        </p:nvCxnSpPr>
        <p:spPr>
          <a:xfrm flipV="1">
            <a:off x="1675765" y="4395789"/>
            <a:ext cx="2515235" cy="574723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 flipV="1">
            <a:off x="5419725" y="4395788"/>
            <a:ext cx="361950" cy="1217149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2" idx="0"/>
          </p:cNvCxnSpPr>
          <p:nvPr/>
        </p:nvCxnSpPr>
        <p:spPr>
          <a:xfrm flipH="1" flipV="1">
            <a:off x="7558088" y="4357688"/>
            <a:ext cx="1481988" cy="1071133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/>
          <p:cNvGrpSpPr/>
          <p:nvPr/>
        </p:nvGrpSpPr>
        <p:grpSpPr>
          <a:xfrm>
            <a:off x="2659571" y="5606487"/>
            <a:ext cx="2273861" cy="532101"/>
            <a:chOff x="0" y="2493468"/>
            <a:chExt cx="8128000" cy="431730"/>
          </a:xfrm>
        </p:grpSpPr>
        <p:sp>
          <p:nvSpPr>
            <p:cNvPr id="69" name="Rounded Rectangle 68"/>
            <p:cNvSpPr/>
            <p:nvPr/>
          </p:nvSpPr>
          <p:spPr>
            <a:xfrm>
              <a:off x="0" y="2493468"/>
              <a:ext cx="8128000" cy="43173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70" name="Rounded Rectangle 4"/>
            <p:cNvSpPr/>
            <p:nvPr/>
          </p:nvSpPr>
          <p:spPr>
            <a:xfrm>
              <a:off x="21074" y="2514543"/>
              <a:ext cx="8085849" cy="3895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 err="1"/>
                <a:t>Ciri</a:t>
              </a:r>
              <a:r>
                <a:rPr lang="en-US" dirty="0"/>
                <a:t> </a:t>
              </a:r>
              <a:r>
                <a:rPr lang="en-US" sz="1800" kern="1200" dirty="0"/>
                <a:t>array </a:t>
              </a:r>
              <a:r>
                <a:rPr lang="en-US" sz="1800" kern="1200" dirty="0" err="1"/>
                <a:t>satu</a:t>
              </a:r>
              <a:r>
                <a:rPr lang="en-US" sz="1800" kern="1200" dirty="0"/>
                <a:t> </a:t>
              </a:r>
              <a:r>
                <a:rPr lang="en-US" sz="1800" kern="1200" dirty="0" err="1"/>
                <a:t>dimensi</a:t>
              </a:r>
              <a:endParaRPr lang="en-US" sz="1800" kern="1200" dirty="0"/>
            </a:p>
          </p:txBody>
        </p:sp>
      </p:grpSp>
      <p:cxnSp>
        <p:nvCxnSpPr>
          <p:cNvPr id="73" name="Straight Arrow Connector 72"/>
          <p:cNvCxnSpPr/>
          <p:nvPr/>
        </p:nvCxnSpPr>
        <p:spPr>
          <a:xfrm flipV="1">
            <a:off x="3908086" y="4395788"/>
            <a:ext cx="880666" cy="127310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9520593-13AD-45EF-96B1-D1E0D7859362}"/>
              </a:ext>
            </a:extLst>
          </p:cNvPr>
          <p:cNvSpPr txBox="1"/>
          <p:nvPr/>
        </p:nvSpPr>
        <p:spPr>
          <a:xfrm>
            <a:off x="720088" y="1343981"/>
            <a:ext cx="3515450" cy="401479"/>
          </a:xfrm>
          <a:prstGeom prst="snip1Rect">
            <a:avLst/>
          </a:prstGeom>
          <a:noFill/>
          <a:ln w="57150"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Input array 1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keyboard</a:t>
            </a:r>
          </a:p>
        </p:txBody>
      </p:sp>
    </p:spTree>
    <p:extLst>
      <p:ext uri="{BB962C8B-B14F-4D97-AF65-F5344CB8AC3E}">
        <p14:creationId xmlns:p14="http://schemas.microsoft.com/office/powerpoint/2010/main" val="210204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14948"/>
            <a:ext cx="5571045" cy="4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400" dirty="0" err="1">
                <a:latin typeface="MV Boli" panose="02000500030200090000" pitchFamily="2" charset="0"/>
                <a:cs typeface="MV Boli" panose="02000500030200090000" pitchFamily="2" charset="0"/>
              </a:rPr>
              <a:t>ArrayList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576AD-6D34-4465-BBC9-54AFC615BDAD}"/>
              </a:ext>
            </a:extLst>
          </p:cNvPr>
          <p:cNvSpPr txBox="1"/>
          <p:nvPr/>
        </p:nvSpPr>
        <p:spPr>
          <a:xfrm>
            <a:off x="613830" y="1685814"/>
            <a:ext cx="1905971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ArrayList</a:t>
            </a:r>
            <a:endParaRPr lang="en-US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083EB-AA51-4EAD-A6F1-27A15687F4A5}"/>
              </a:ext>
            </a:extLst>
          </p:cNvPr>
          <p:cNvSpPr txBox="1"/>
          <p:nvPr/>
        </p:nvSpPr>
        <p:spPr>
          <a:xfrm>
            <a:off x="5763373" y="1685814"/>
            <a:ext cx="4900124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/>
              <a:t>Operator “new”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Java</a:t>
            </a:r>
            <a:endParaRPr lang="en-US" dirty="0">
              <a:cs typeface="Calibri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B3384D-68FD-468A-9C82-76F668655BD7}"/>
              </a:ext>
            </a:extLst>
          </p:cNvPr>
          <p:cNvGrpSpPr/>
          <p:nvPr/>
        </p:nvGrpSpPr>
        <p:grpSpPr>
          <a:xfrm>
            <a:off x="638613" y="2179872"/>
            <a:ext cx="3762375" cy="342900"/>
            <a:chOff x="3821407" y="1745460"/>
            <a:chExt cx="3762375" cy="3429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B990568-7C6D-42AB-8CF7-1CC94941A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1407" y="1745460"/>
              <a:ext cx="3762375" cy="342900"/>
            </a:xfrm>
            <a:prstGeom prst="rect">
              <a:avLst/>
            </a:prstGeom>
          </p:spPr>
        </p:pic>
        <p:sp>
          <p:nvSpPr>
            <p:cNvPr id="6" name="Rectangle: Diagonal Corners Rounded 5">
              <a:extLst>
                <a:ext uri="{FF2B5EF4-FFF2-40B4-BE49-F238E27FC236}">
                  <a16:creationId xmlns:a16="http://schemas.microsoft.com/office/drawing/2014/main" id="{DB92AF0D-A8EB-4039-9960-22924C7F397F}"/>
                </a:ext>
              </a:extLst>
            </p:cNvPr>
            <p:cNvSpPr/>
            <p:nvPr/>
          </p:nvSpPr>
          <p:spPr>
            <a:xfrm>
              <a:off x="3821407" y="1745460"/>
              <a:ext cx="2366742" cy="339783"/>
            </a:xfrm>
            <a:prstGeom prst="round2DiagRect">
              <a:avLst/>
            </a:prstGeom>
            <a:noFill/>
            <a:ln>
              <a:solidFill>
                <a:srgbClr val="28AF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Diagonal Corners Rounded 9">
              <a:extLst>
                <a:ext uri="{FF2B5EF4-FFF2-40B4-BE49-F238E27FC236}">
                  <a16:creationId xmlns:a16="http://schemas.microsoft.com/office/drawing/2014/main" id="{3B573870-9F5D-452E-A863-B814E72063A4}"/>
                </a:ext>
              </a:extLst>
            </p:cNvPr>
            <p:cNvSpPr/>
            <p:nvPr/>
          </p:nvSpPr>
          <p:spPr>
            <a:xfrm>
              <a:off x="6281070" y="1745460"/>
              <a:ext cx="1225516" cy="339783"/>
            </a:xfrm>
            <a:prstGeom prst="round2DiagRect">
              <a:avLst/>
            </a:prstGeom>
            <a:noFill/>
            <a:ln>
              <a:solidFill>
                <a:srgbClr val="28AF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994D574-75D0-4827-A1C1-70A586763E2F}"/>
              </a:ext>
            </a:extLst>
          </p:cNvPr>
          <p:cNvSpPr txBox="1"/>
          <p:nvPr/>
        </p:nvSpPr>
        <p:spPr>
          <a:xfrm>
            <a:off x="256399" y="2857333"/>
            <a:ext cx="1635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 string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9852D-2FA7-4AF0-991D-904BDE0EC5F9}"/>
              </a:ext>
            </a:extLst>
          </p:cNvPr>
          <p:cNvSpPr txBox="1"/>
          <p:nvPr/>
        </p:nvSpPr>
        <p:spPr>
          <a:xfrm>
            <a:off x="1966065" y="2844904"/>
            <a:ext cx="2381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Nama </a:t>
            </a:r>
            <a:r>
              <a:rPr lang="en-US"/>
              <a:t>variabel </a:t>
            </a:r>
            <a:r>
              <a:rPr lang="en-US" dirty="0" err="1"/>
              <a:t>arrayList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995605-CD5E-41BD-8930-03B15E985EF9}"/>
              </a:ext>
            </a:extLst>
          </p:cNvPr>
          <p:cNvCxnSpPr>
            <a:stCxn id="10" idx="1"/>
            <a:endCxn id="9" idx="0"/>
          </p:cNvCxnSpPr>
          <p:nvPr/>
        </p:nvCxnSpPr>
        <p:spPr>
          <a:xfrm flipH="1">
            <a:off x="3156968" y="2519655"/>
            <a:ext cx="554066" cy="325249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BA11A4-B925-4648-8C2B-C052024E5E2B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1074348" y="2519655"/>
            <a:ext cx="747636" cy="33767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F43AF1C-0974-491C-B8B9-2E5F275D6D3F}"/>
              </a:ext>
            </a:extLst>
          </p:cNvPr>
          <p:cNvGrpSpPr/>
          <p:nvPr/>
        </p:nvGrpSpPr>
        <p:grpSpPr>
          <a:xfrm>
            <a:off x="5851235" y="2179872"/>
            <a:ext cx="4724400" cy="447675"/>
            <a:chOff x="5787439" y="2394635"/>
            <a:chExt cx="4724400" cy="4476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ECE831-2F58-4CCC-B679-445D65299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87439" y="2394635"/>
              <a:ext cx="4724400" cy="447675"/>
            </a:xfrm>
            <a:prstGeom prst="rect">
              <a:avLst/>
            </a:prstGeom>
          </p:spPr>
        </p:pic>
        <p:sp>
          <p:nvSpPr>
            <p:cNvPr id="20" name="Rectangle: Diagonal Corners Rounded 19">
              <a:extLst>
                <a:ext uri="{FF2B5EF4-FFF2-40B4-BE49-F238E27FC236}">
                  <a16:creationId xmlns:a16="http://schemas.microsoft.com/office/drawing/2014/main" id="{251582A6-D4A4-4AB3-82F7-A61D63D9F17E}"/>
                </a:ext>
              </a:extLst>
            </p:cNvPr>
            <p:cNvSpPr/>
            <p:nvPr/>
          </p:nvSpPr>
          <p:spPr>
            <a:xfrm>
              <a:off x="7243685" y="2442347"/>
              <a:ext cx="522776" cy="339783"/>
            </a:xfrm>
            <a:prstGeom prst="round2DiagRect">
              <a:avLst/>
            </a:prstGeom>
            <a:noFill/>
            <a:ln>
              <a:solidFill>
                <a:srgbClr val="28AF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53EE9E3-09A2-4C0E-9CBE-11628887D346}"/>
              </a:ext>
            </a:extLst>
          </p:cNvPr>
          <p:cNvSpPr txBox="1"/>
          <p:nvPr/>
        </p:nvSpPr>
        <p:spPr>
          <a:xfrm>
            <a:off x="6892346" y="2857333"/>
            <a:ext cx="2560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Pembuat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Java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86C370-D8A1-4D50-94A6-9F0449E25BE3}"/>
              </a:ext>
            </a:extLst>
          </p:cNvPr>
          <p:cNvCxnSpPr>
            <a:cxnSpLocks/>
            <a:stCxn id="20" idx="1"/>
            <a:endCxn id="21" idx="0"/>
          </p:cNvCxnSpPr>
          <p:nvPr/>
        </p:nvCxnSpPr>
        <p:spPr>
          <a:xfrm>
            <a:off x="7568869" y="2567367"/>
            <a:ext cx="603860" cy="289966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0996ECB2-D2F8-4C34-AD31-97F368A97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9825" y="5017105"/>
            <a:ext cx="7372350" cy="285750"/>
          </a:xfrm>
          <a:prstGeom prst="rect">
            <a:avLst/>
          </a:prstGeom>
        </p:spPr>
      </p:pic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2F695B0E-AF96-4BE7-A7F7-ABC6115AC3E2}"/>
              </a:ext>
            </a:extLst>
          </p:cNvPr>
          <p:cNvSpPr/>
          <p:nvPr/>
        </p:nvSpPr>
        <p:spPr>
          <a:xfrm>
            <a:off x="4827951" y="4988530"/>
            <a:ext cx="1392093" cy="342900"/>
          </a:xfrm>
          <a:prstGeom prst="round2DiagRect">
            <a:avLst/>
          </a:prstGeom>
          <a:noFill/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AF810ABB-2532-4393-8FFB-60DD3CA0053A}"/>
              </a:ext>
            </a:extLst>
          </p:cNvPr>
          <p:cNvSpPr/>
          <p:nvPr/>
        </p:nvSpPr>
        <p:spPr>
          <a:xfrm>
            <a:off x="3789505" y="4988530"/>
            <a:ext cx="825026" cy="342900"/>
          </a:xfrm>
          <a:prstGeom prst="round2DiagRect">
            <a:avLst/>
          </a:prstGeom>
          <a:noFill/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A810E7-09C6-4D0E-9D91-0C024C6951B2}"/>
              </a:ext>
            </a:extLst>
          </p:cNvPr>
          <p:cNvSpPr txBox="1"/>
          <p:nvPr/>
        </p:nvSpPr>
        <p:spPr>
          <a:xfrm>
            <a:off x="3434001" y="574678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Nama class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E49C96-7ED8-42D8-8E82-40C967B4A8F7}"/>
              </a:ext>
            </a:extLst>
          </p:cNvPr>
          <p:cNvSpPr txBox="1"/>
          <p:nvPr/>
        </p:nvSpPr>
        <p:spPr>
          <a:xfrm>
            <a:off x="5785618" y="5742293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Nama </a:t>
            </a:r>
            <a:r>
              <a:rPr lang="en-US" dirty="0" err="1"/>
              <a:t>objek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C0CC2B-8E63-4F46-9342-51EE3C127256}"/>
              </a:ext>
            </a:extLst>
          </p:cNvPr>
          <p:cNvCxnSpPr>
            <a:cxnSpLocks/>
            <a:stCxn id="24" idx="1"/>
            <a:endCxn id="28" idx="0"/>
          </p:cNvCxnSpPr>
          <p:nvPr/>
        </p:nvCxnSpPr>
        <p:spPr>
          <a:xfrm>
            <a:off x="5523998" y="5331430"/>
            <a:ext cx="916607" cy="410863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87CAD7B-8BA1-45ED-8F0A-0FDDAE2C0947}"/>
              </a:ext>
            </a:extLst>
          </p:cNvPr>
          <p:cNvCxnSpPr>
            <a:cxnSpLocks/>
            <a:stCxn id="26" idx="1"/>
            <a:endCxn id="27" idx="0"/>
          </p:cNvCxnSpPr>
          <p:nvPr/>
        </p:nvCxnSpPr>
        <p:spPr>
          <a:xfrm flipH="1">
            <a:off x="4050516" y="5331430"/>
            <a:ext cx="151502" cy="41535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6CFA064-7947-4AB5-AE82-7029F140A8D0}"/>
              </a:ext>
            </a:extLst>
          </p:cNvPr>
          <p:cNvSpPr/>
          <p:nvPr/>
        </p:nvSpPr>
        <p:spPr>
          <a:xfrm>
            <a:off x="2311013" y="4475536"/>
            <a:ext cx="8259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ArrayList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pada</a:t>
            </a:r>
            <a:r>
              <a:rPr lang="en-US" dirty="0"/>
              <a:t> class </a:t>
            </a:r>
          </a:p>
        </p:txBody>
      </p:sp>
    </p:spTree>
    <p:extLst>
      <p:ext uri="{BB962C8B-B14F-4D97-AF65-F5344CB8AC3E}">
        <p14:creationId xmlns:p14="http://schemas.microsoft.com/office/powerpoint/2010/main" val="166115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6" name="click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Latihan</a:t>
            </a: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8668" y="1889959"/>
            <a:ext cx="8776762" cy="289310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negaraA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  public static void main (String[]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{ Scanner input = new Scanner(System.in);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String[]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String[5];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Silahkan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masukkan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input!");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for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&lt;5;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("Masukkan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["+(i+1)+"]:");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input.nextLine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5DC393-CA8C-41F6-8D84-6CD4EE4F0028}"/>
              </a:ext>
            </a:extLst>
          </p:cNvPr>
          <p:cNvSpPr txBox="1"/>
          <p:nvPr/>
        </p:nvSpPr>
        <p:spPr>
          <a:xfrm>
            <a:off x="478668" y="1228101"/>
            <a:ext cx="3617445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Input array 1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keyboard</a:t>
            </a:r>
          </a:p>
        </p:txBody>
      </p:sp>
    </p:spTree>
    <p:extLst>
      <p:ext uri="{BB962C8B-B14F-4D97-AF65-F5344CB8AC3E}">
        <p14:creationId xmlns:p14="http://schemas.microsoft.com/office/powerpoint/2010/main" val="80029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60824137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3551</TotalTime>
  <Words>670</Words>
  <Application>Microsoft Macintosh PowerPoint</Application>
  <PresentationFormat>Widescreen</PresentationFormat>
  <Paragraphs>102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Britannic Bold</vt:lpstr>
      <vt:lpstr>Calibri</vt:lpstr>
      <vt:lpstr>Calibri Light</vt:lpstr>
      <vt:lpstr>Century Gothic</vt:lpstr>
      <vt:lpstr>Courier New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284</cp:revision>
  <dcterms:created xsi:type="dcterms:W3CDTF">2018-01-15T03:36:45Z</dcterms:created>
  <dcterms:modified xsi:type="dcterms:W3CDTF">2023-08-30T16:29:56Z</dcterms:modified>
</cp:coreProperties>
</file>