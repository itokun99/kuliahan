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78" r:id="rId3"/>
    <p:sldId id="296" r:id="rId4"/>
    <p:sldId id="289" r:id="rId5"/>
    <p:sldId id="279" r:id="rId6"/>
    <p:sldId id="291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9" autoAdjust="0"/>
    <p:restoredTop sz="94697" autoAdjust="0"/>
  </p:normalViewPr>
  <p:slideViewPr>
    <p:cSldViewPr snapToGrid="0">
      <p:cViewPr varScale="1">
        <p:scale>
          <a:sx n="85" d="100"/>
          <a:sy n="85" d="100"/>
        </p:scale>
        <p:origin x="1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062221-660B-49B9-B4F7-1712FFBD1662}" type="doc">
      <dgm:prSet loTypeId="urn:microsoft.com/office/officeart/2005/8/layout/arrow6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9B3EDEE8-D1AC-47A3-9EC6-BDB0E67DBBD6}">
      <dgm:prSet/>
      <dgm:spPr/>
      <dgm:t>
        <a:bodyPr/>
        <a:lstStyle/>
        <a:p>
          <a:r>
            <a:rPr lang="en-US" dirty="0"/>
            <a:t>Comparison-Based Sorting</a:t>
          </a:r>
        </a:p>
      </dgm:t>
    </dgm:pt>
    <dgm:pt modelId="{EFB0199C-C369-41CA-8073-3DEF12DD9E0E}" type="parTrans" cxnId="{A79FDB3B-BB56-4EAD-8168-13B91F98737A}">
      <dgm:prSet/>
      <dgm:spPr/>
      <dgm:t>
        <a:bodyPr/>
        <a:lstStyle/>
        <a:p>
          <a:endParaRPr lang="en-US"/>
        </a:p>
      </dgm:t>
    </dgm:pt>
    <dgm:pt modelId="{6DED270C-1DD8-4200-B86E-24B380872C27}" type="sibTrans" cxnId="{A79FDB3B-BB56-4EAD-8168-13B91F98737A}">
      <dgm:prSet/>
      <dgm:spPr/>
      <dgm:t>
        <a:bodyPr/>
        <a:lstStyle/>
        <a:p>
          <a:endParaRPr lang="en-US"/>
        </a:p>
      </dgm:t>
    </dgm:pt>
    <dgm:pt modelId="{74C1EF5A-82AC-4858-8B8C-7B5862D0A8FA}" type="pres">
      <dgm:prSet presAssocID="{26062221-660B-49B9-B4F7-1712FFBD1662}" presName="compositeShape" presStyleCnt="0">
        <dgm:presLayoutVars>
          <dgm:chMax val="2"/>
          <dgm:dir/>
          <dgm:resizeHandles val="exact"/>
        </dgm:presLayoutVars>
      </dgm:prSet>
      <dgm:spPr/>
    </dgm:pt>
    <dgm:pt modelId="{38829216-4480-496E-B625-2C05C0D67C29}" type="pres">
      <dgm:prSet presAssocID="{26062221-660B-49B9-B4F7-1712FFBD1662}" presName="ribbon" presStyleLbl="node1" presStyleIdx="0" presStyleCnt="1"/>
      <dgm:spPr/>
    </dgm:pt>
    <dgm:pt modelId="{3ED20D18-C246-4889-9E02-FE67A6302B83}" type="pres">
      <dgm:prSet presAssocID="{26062221-660B-49B9-B4F7-1712FFBD1662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8EE3E76D-6208-4DE6-BBD6-4E20B221DF3F}" type="pres">
      <dgm:prSet presAssocID="{26062221-660B-49B9-B4F7-1712FFBD1662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CF8B72C-B280-4B65-BF81-390E5322F87A}" type="presOf" srcId="{26062221-660B-49B9-B4F7-1712FFBD1662}" destId="{74C1EF5A-82AC-4858-8B8C-7B5862D0A8FA}" srcOrd="0" destOrd="0" presId="urn:microsoft.com/office/officeart/2005/8/layout/arrow6"/>
    <dgm:cxn modelId="{A79FDB3B-BB56-4EAD-8168-13B91F98737A}" srcId="{26062221-660B-49B9-B4F7-1712FFBD1662}" destId="{9B3EDEE8-D1AC-47A3-9EC6-BDB0E67DBBD6}" srcOrd="0" destOrd="0" parTransId="{EFB0199C-C369-41CA-8073-3DEF12DD9E0E}" sibTransId="{6DED270C-1DD8-4200-B86E-24B380872C27}"/>
    <dgm:cxn modelId="{0FBBD1B0-77F9-4EF1-BF88-BDDECEFC1CF4}" type="presOf" srcId="{9B3EDEE8-D1AC-47A3-9EC6-BDB0E67DBBD6}" destId="{3ED20D18-C246-4889-9E02-FE67A6302B83}" srcOrd="0" destOrd="0" presId="urn:microsoft.com/office/officeart/2005/8/layout/arrow6"/>
    <dgm:cxn modelId="{8CD0828A-BF7B-46B5-8990-C60E5F2B23A3}" type="presParOf" srcId="{74C1EF5A-82AC-4858-8B8C-7B5862D0A8FA}" destId="{38829216-4480-496E-B625-2C05C0D67C29}" srcOrd="0" destOrd="0" presId="urn:microsoft.com/office/officeart/2005/8/layout/arrow6"/>
    <dgm:cxn modelId="{7D42B033-D4F7-4C53-BD64-52FEAA63B578}" type="presParOf" srcId="{74C1EF5A-82AC-4858-8B8C-7B5862D0A8FA}" destId="{3ED20D18-C246-4889-9E02-FE67A6302B83}" srcOrd="1" destOrd="0" presId="urn:microsoft.com/office/officeart/2005/8/layout/arrow6"/>
    <dgm:cxn modelId="{A0A4B0A4-2A6F-4DE2-9517-07596EED1C99}" type="presParOf" srcId="{74C1EF5A-82AC-4858-8B8C-7B5862D0A8FA}" destId="{8EE3E76D-6208-4DE6-BBD6-4E20B221DF3F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062221-660B-49B9-B4F7-1712FFBD1662}" type="doc">
      <dgm:prSet loTypeId="urn:microsoft.com/office/officeart/2008/layout/SquareAccent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B3EDEE8-D1AC-47A3-9EC6-BDB0E67DBBD6}">
      <dgm:prSet/>
      <dgm:spPr/>
      <dgm:t>
        <a:bodyPr/>
        <a:lstStyle/>
        <a:p>
          <a:r>
            <a:rPr lang="en-US" dirty="0" err="1"/>
            <a:t>Adapun</a:t>
          </a:r>
          <a:r>
            <a:rPr lang="en-US" dirty="0"/>
            <a:t> </a:t>
          </a:r>
          <a:r>
            <a:rPr lang="en-US" dirty="0" err="1"/>
            <a:t>algoritma</a:t>
          </a:r>
          <a:r>
            <a:rPr lang="en-US" dirty="0"/>
            <a:t> yang </a:t>
          </a:r>
          <a:r>
            <a:rPr lang="en-US" dirty="0" err="1"/>
            <a:t>termasuk</a:t>
          </a:r>
          <a:r>
            <a:rPr lang="en-US" dirty="0"/>
            <a:t> </a:t>
          </a:r>
          <a:r>
            <a:rPr lang="en-US" dirty="0" err="1"/>
            <a:t>kedalam</a:t>
          </a:r>
          <a:r>
            <a:rPr lang="en-US" dirty="0"/>
            <a:t> Comparison-Based Sorting </a:t>
          </a:r>
          <a:r>
            <a:rPr lang="en-US" dirty="0" err="1"/>
            <a:t>adalah</a:t>
          </a:r>
          <a:r>
            <a:rPr lang="en-US" dirty="0"/>
            <a:t>:</a:t>
          </a:r>
        </a:p>
      </dgm:t>
    </dgm:pt>
    <dgm:pt modelId="{EFB0199C-C369-41CA-8073-3DEF12DD9E0E}" type="parTrans" cxnId="{A79FDB3B-BB56-4EAD-8168-13B91F98737A}">
      <dgm:prSet/>
      <dgm:spPr/>
      <dgm:t>
        <a:bodyPr/>
        <a:lstStyle/>
        <a:p>
          <a:endParaRPr lang="en-US"/>
        </a:p>
      </dgm:t>
    </dgm:pt>
    <dgm:pt modelId="{6DED270C-1DD8-4200-B86E-24B380872C27}" type="sibTrans" cxnId="{A79FDB3B-BB56-4EAD-8168-13B91F98737A}">
      <dgm:prSet/>
      <dgm:spPr/>
      <dgm:t>
        <a:bodyPr/>
        <a:lstStyle/>
        <a:p>
          <a:endParaRPr lang="en-US"/>
        </a:p>
      </dgm:t>
    </dgm:pt>
    <dgm:pt modelId="{CC192689-0351-443D-9AB8-9CBFD83032E8}">
      <dgm:prSet/>
      <dgm:spPr/>
      <dgm:t>
        <a:bodyPr/>
        <a:lstStyle/>
        <a:p>
          <a:r>
            <a:rPr lang="en-US"/>
            <a:t>Merge-Sort</a:t>
          </a:r>
        </a:p>
      </dgm:t>
    </dgm:pt>
    <dgm:pt modelId="{316ECDCD-316D-49B1-8645-637EB307D67A}" type="parTrans" cxnId="{1433EF89-C0F9-4C90-BC89-CB37EAF42EBE}">
      <dgm:prSet/>
      <dgm:spPr/>
      <dgm:t>
        <a:bodyPr/>
        <a:lstStyle/>
        <a:p>
          <a:endParaRPr lang="en-US"/>
        </a:p>
      </dgm:t>
    </dgm:pt>
    <dgm:pt modelId="{5273D91B-D88E-4D4E-A8A5-F662AE3B7FF8}" type="sibTrans" cxnId="{1433EF89-C0F9-4C90-BC89-CB37EAF42EBE}">
      <dgm:prSet/>
      <dgm:spPr/>
      <dgm:t>
        <a:bodyPr/>
        <a:lstStyle/>
        <a:p>
          <a:endParaRPr lang="en-US"/>
        </a:p>
      </dgm:t>
    </dgm:pt>
    <dgm:pt modelId="{3203357E-30F4-4ED0-9048-E698899F1688}" type="pres">
      <dgm:prSet presAssocID="{26062221-660B-49B9-B4F7-1712FFBD1662}" presName="layout" presStyleCnt="0">
        <dgm:presLayoutVars>
          <dgm:chMax/>
          <dgm:chPref/>
          <dgm:dir/>
          <dgm:resizeHandles/>
        </dgm:presLayoutVars>
      </dgm:prSet>
      <dgm:spPr/>
    </dgm:pt>
    <dgm:pt modelId="{D40A21B3-0428-4A72-87DD-E5E36B167C44}" type="pres">
      <dgm:prSet presAssocID="{9B3EDEE8-D1AC-47A3-9EC6-BDB0E67DBBD6}" presName="root" presStyleCnt="0">
        <dgm:presLayoutVars>
          <dgm:chMax/>
          <dgm:chPref/>
        </dgm:presLayoutVars>
      </dgm:prSet>
      <dgm:spPr/>
    </dgm:pt>
    <dgm:pt modelId="{C77EB1E6-F189-495F-98C0-CADC57D5D701}" type="pres">
      <dgm:prSet presAssocID="{9B3EDEE8-D1AC-47A3-9EC6-BDB0E67DBBD6}" presName="rootComposite" presStyleCnt="0">
        <dgm:presLayoutVars/>
      </dgm:prSet>
      <dgm:spPr/>
    </dgm:pt>
    <dgm:pt modelId="{95F7DE85-4F4C-4CA2-B52D-1B16ED29A0C8}" type="pres">
      <dgm:prSet presAssocID="{9B3EDEE8-D1AC-47A3-9EC6-BDB0E67DBBD6}" presName="ParentAccent" presStyleLbl="alignNode1" presStyleIdx="0" presStyleCnt="1" custScaleX="168818"/>
      <dgm:spPr/>
    </dgm:pt>
    <dgm:pt modelId="{CDC8E8A4-EE7C-4567-8AFD-3164011DC30B}" type="pres">
      <dgm:prSet presAssocID="{9B3EDEE8-D1AC-47A3-9EC6-BDB0E67DBBD6}" presName="ParentSmallAccent" presStyleLbl="fgAcc1" presStyleIdx="0" presStyleCnt="1" custLinFactX="-200000" custLinFactNeighborX="-242258" custLinFactNeighborY="-28146"/>
      <dgm:spPr/>
    </dgm:pt>
    <dgm:pt modelId="{AB336265-7484-42AF-B445-38C188C75FB7}" type="pres">
      <dgm:prSet presAssocID="{9B3EDEE8-D1AC-47A3-9EC6-BDB0E67DBBD6}" presName="Parent" presStyleLbl="revTx" presStyleIdx="0" presStyleCnt="2" custScaleX="168818">
        <dgm:presLayoutVars>
          <dgm:chMax/>
          <dgm:chPref val="4"/>
          <dgm:bulletEnabled val="1"/>
        </dgm:presLayoutVars>
      </dgm:prSet>
      <dgm:spPr/>
    </dgm:pt>
    <dgm:pt modelId="{BB99CD1B-9BE6-4F08-BB9A-B1B464A3C868}" type="pres">
      <dgm:prSet presAssocID="{9B3EDEE8-D1AC-47A3-9EC6-BDB0E67DBBD6}" presName="childShape" presStyleCnt="0">
        <dgm:presLayoutVars>
          <dgm:chMax val="0"/>
          <dgm:chPref val="0"/>
        </dgm:presLayoutVars>
      </dgm:prSet>
      <dgm:spPr/>
    </dgm:pt>
    <dgm:pt modelId="{45A34BE2-8284-4C85-B206-BB16AD8B607D}" type="pres">
      <dgm:prSet presAssocID="{CC192689-0351-443D-9AB8-9CBFD83032E8}" presName="childComposite" presStyleCnt="0">
        <dgm:presLayoutVars>
          <dgm:chMax val="0"/>
          <dgm:chPref val="0"/>
        </dgm:presLayoutVars>
      </dgm:prSet>
      <dgm:spPr/>
    </dgm:pt>
    <dgm:pt modelId="{8B8B8209-A204-4A1C-AE5E-89FE20EDF07C}" type="pres">
      <dgm:prSet presAssocID="{CC192689-0351-443D-9AB8-9CBFD83032E8}" presName="ChildAccent" presStyleLbl="solidFgAcc1" presStyleIdx="0" presStyleCnt="1"/>
      <dgm:spPr/>
    </dgm:pt>
    <dgm:pt modelId="{5AEBE311-52F2-46F1-AD2D-1961AE7F56BF}" type="pres">
      <dgm:prSet presAssocID="{CC192689-0351-443D-9AB8-9CBFD83032E8}" presName="Child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DF52420-E285-4022-97AB-5FE493B1CDCA}" type="presOf" srcId="{26062221-660B-49B9-B4F7-1712FFBD1662}" destId="{3203357E-30F4-4ED0-9048-E698899F1688}" srcOrd="0" destOrd="0" presId="urn:microsoft.com/office/officeart/2008/layout/SquareAccentList"/>
    <dgm:cxn modelId="{A79FDB3B-BB56-4EAD-8168-13B91F98737A}" srcId="{26062221-660B-49B9-B4F7-1712FFBD1662}" destId="{9B3EDEE8-D1AC-47A3-9EC6-BDB0E67DBBD6}" srcOrd="0" destOrd="0" parTransId="{EFB0199C-C369-41CA-8073-3DEF12DD9E0E}" sibTransId="{6DED270C-1DD8-4200-B86E-24B380872C27}"/>
    <dgm:cxn modelId="{E351227F-5CB6-4895-BFF0-CBCD0FB6B19F}" type="presOf" srcId="{9B3EDEE8-D1AC-47A3-9EC6-BDB0E67DBBD6}" destId="{AB336265-7484-42AF-B445-38C188C75FB7}" srcOrd="0" destOrd="0" presId="urn:microsoft.com/office/officeart/2008/layout/SquareAccentList"/>
    <dgm:cxn modelId="{1433EF89-C0F9-4C90-BC89-CB37EAF42EBE}" srcId="{9B3EDEE8-D1AC-47A3-9EC6-BDB0E67DBBD6}" destId="{CC192689-0351-443D-9AB8-9CBFD83032E8}" srcOrd="0" destOrd="0" parTransId="{316ECDCD-316D-49B1-8645-637EB307D67A}" sibTransId="{5273D91B-D88E-4D4E-A8A5-F662AE3B7FF8}"/>
    <dgm:cxn modelId="{E17933FF-99BE-4FDC-B6BC-56C4BE0AE19C}" type="presOf" srcId="{CC192689-0351-443D-9AB8-9CBFD83032E8}" destId="{5AEBE311-52F2-46F1-AD2D-1961AE7F56BF}" srcOrd="0" destOrd="0" presId="urn:microsoft.com/office/officeart/2008/layout/SquareAccentList"/>
    <dgm:cxn modelId="{9F7F6B42-B6FC-458A-A15B-A4C489DAC2F6}" type="presParOf" srcId="{3203357E-30F4-4ED0-9048-E698899F1688}" destId="{D40A21B3-0428-4A72-87DD-E5E36B167C44}" srcOrd="0" destOrd="0" presId="urn:microsoft.com/office/officeart/2008/layout/SquareAccentList"/>
    <dgm:cxn modelId="{043AAA76-EC24-48D9-BFF9-9A7CC9ACB5D7}" type="presParOf" srcId="{D40A21B3-0428-4A72-87DD-E5E36B167C44}" destId="{C77EB1E6-F189-495F-98C0-CADC57D5D701}" srcOrd="0" destOrd="0" presId="urn:microsoft.com/office/officeart/2008/layout/SquareAccentList"/>
    <dgm:cxn modelId="{9E955F0D-DAF9-4DC4-86D4-7A1EAC821143}" type="presParOf" srcId="{C77EB1E6-F189-495F-98C0-CADC57D5D701}" destId="{95F7DE85-4F4C-4CA2-B52D-1B16ED29A0C8}" srcOrd="0" destOrd="0" presId="urn:microsoft.com/office/officeart/2008/layout/SquareAccentList"/>
    <dgm:cxn modelId="{67895AF9-2EDF-460D-999E-6AE42A38B244}" type="presParOf" srcId="{C77EB1E6-F189-495F-98C0-CADC57D5D701}" destId="{CDC8E8A4-EE7C-4567-8AFD-3164011DC30B}" srcOrd="1" destOrd="0" presId="urn:microsoft.com/office/officeart/2008/layout/SquareAccentList"/>
    <dgm:cxn modelId="{EA1116FE-ADAE-4405-9AC1-A8306DD94C65}" type="presParOf" srcId="{C77EB1E6-F189-495F-98C0-CADC57D5D701}" destId="{AB336265-7484-42AF-B445-38C188C75FB7}" srcOrd="2" destOrd="0" presId="urn:microsoft.com/office/officeart/2008/layout/SquareAccentList"/>
    <dgm:cxn modelId="{22CA93A9-4F0E-47E6-9826-FFE84C37F5F9}" type="presParOf" srcId="{D40A21B3-0428-4A72-87DD-E5E36B167C44}" destId="{BB99CD1B-9BE6-4F08-BB9A-B1B464A3C868}" srcOrd="1" destOrd="0" presId="urn:microsoft.com/office/officeart/2008/layout/SquareAccentList"/>
    <dgm:cxn modelId="{CB327CE1-A6DF-4632-99B4-D34BC53BFE7B}" type="presParOf" srcId="{BB99CD1B-9BE6-4F08-BB9A-B1B464A3C868}" destId="{45A34BE2-8284-4C85-B206-BB16AD8B607D}" srcOrd="0" destOrd="0" presId="urn:microsoft.com/office/officeart/2008/layout/SquareAccentList"/>
    <dgm:cxn modelId="{45D9FDF0-F329-48A9-B7F9-817C72E08201}" type="presParOf" srcId="{45A34BE2-8284-4C85-B206-BB16AD8B607D}" destId="{8B8B8209-A204-4A1C-AE5E-89FE20EDF07C}" srcOrd="0" destOrd="0" presId="urn:microsoft.com/office/officeart/2008/layout/SquareAccentList"/>
    <dgm:cxn modelId="{90E8A02B-9FF2-4E54-856D-3C5B17A037DE}" type="presParOf" srcId="{45A34BE2-8284-4C85-B206-BB16AD8B607D}" destId="{5AEBE311-52F2-46F1-AD2D-1961AE7F56BF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layout/CircleArrow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/>
      <dgm:spPr/>
      <dgm:t>
        <a:bodyPr/>
        <a:lstStyle/>
        <a:p>
          <a:r>
            <a:rPr lang="en-US" dirty="0" err="1"/>
            <a:t>Semoga</a:t>
          </a:r>
          <a:r>
            <a:rPr lang="en-US" dirty="0"/>
            <a:t> </a:t>
          </a:r>
          <a:r>
            <a:rPr lang="en-US" dirty="0" err="1"/>
            <a:t>ilmunya</a:t>
          </a:r>
          <a:r>
            <a:rPr lang="en-US" dirty="0"/>
            <a:t> </a:t>
          </a:r>
          <a:r>
            <a:rPr lang="en-US" dirty="0" err="1"/>
            <a:t>bermanfaat</a:t>
          </a:r>
          <a:r>
            <a:rPr lang="en-US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/>
        </a:p>
      </dgm:t>
    </dgm:pt>
    <dgm:pt modelId="{C0DBF704-87C4-495C-8476-124308F435A3}">
      <dgm:prSet phldrT="[Text]"/>
      <dgm:spPr/>
      <dgm:t>
        <a:bodyPr/>
        <a:lstStyle/>
        <a:p>
          <a:r>
            <a:rPr lang="en-US" dirty="0" err="1"/>
            <a:t>Sampai</a:t>
          </a:r>
          <a:r>
            <a:rPr lang="en-US" dirty="0"/>
            <a:t> </a:t>
          </a:r>
          <a:r>
            <a:rPr lang="en-US" dirty="0" err="1"/>
            <a:t>berjumpa</a:t>
          </a:r>
          <a:r>
            <a:rPr lang="en-US" dirty="0"/>
            <a:t> </a:t>
          </a:r>
          <a:r>
            <a:rPr lang="en-US" dirty="0" err="1"/>
            <a:t>lagi</a:t>
          </a:r>
          <a:r>
            <a:rPr lang="en-US" dirty="0"/>
            <a:t> di </a:t>
          </a:r>
          <a:r>
            <a:rPr lang="en-US" dirty="0" err="1"/>
            <a:t>inisiasi</a:t>
          </a:r>
          <a:r>
            <a:rPr lang="en-US" dirty="0"/>
            <a:t> </a:t>
          </a:r>
          <a:r>
            <a:rPr lang="en-US"/>
            <a:t>berikutnya </a:t>
          </a:r>
          <a:r>
            <a:rPr lang="en-US" dirty="0" err="1"/>
            <a:t>Struktur</a:t>
          </a:r>
          <a:r>
            <a:rPr lang="en-US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/>
        </a:p>
      </dgm:t>
    </dgm:pt>
    <dgm:pt modelId="{9591FD88-6F65-4B89-B532-6C96E3F12BB2}" type="pres">
      <dgm:prSet presAssocID="{596726B1-4A41-46F7-83D4-8F7A06E2177E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BC0754BF-6601-416D-8698-8AE0B5E6B96D}" type="pres">
      <dgm:prSet presAssocID="{376E8285-9AF6-4CE0-A508-E22048EFC234}" presName="Accent1" presStyleCnt="0"/>
      <dgm:spPr/>
    </dgm:pt>
    <dgm:pt modelId="{2F5816A3-4683-4374-954E-8DE6B5F9FF22}" type="pres">
      <dgm:prSet presAssocID="{376E8285-9AF6-4CE0-A508-E22048EFC234}" presName="Accent" presStyleLbl="node1" presStyleIdx="0" presStyleCnt="2"/>
      <dgm:spPr/>
    </dgm:pt>
    <dgm:pt modelId="{1BEAD1EA-D0F7-46B2-B6BF-1159A15D3DA5}" type="pres">
      <dgm:prSet presAssocID="{376E8285-9AF6-4CE0-A508-E22048EFC234}" presName="Parent1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1EB312B3-688E-42C1-BCEA-024D0B5F1770}" type="pres">
      <dgm:prSet presAssocID="{C0DBF704-87C4-495C-8476-124308F435A3}" presName="Accent2" presStyleCnt="0"/>
      <dgm:spPr/>
    </dgm:pt>
    <dgm:pt modelId="{F26DAB72-7B3B-4F30-B5F1-2027C006A3F0}" type="pres">
      <dgm:prSet presAssocID="{C0DBF704-87C4-495C-8476-124308F435A3}" presName="Accent" presStyleLbl="node1" presStyleIdx="1" presStyleCnt="2"/>
      <dgm:spPr/>
    </dgm:pt>
    <dgm:pt modelId="{5FF6F5FB-58F7-42CB-ADB9-8440F981799A}" type="pres">
      <dgm:prSet presAssocID="{C0DBF704-87C4-495C-8476-124308F435A3}" presName="Parent2" presStyleLbl="revTx" presStyleIdx="1" presStyleCnt="2">
        <dgm:presLayoutVars>
          <dgm:chMax val="1"/>
          <dgm:chPref val="1"/>
          <dgm:bulletEnabled val="1"/>
        </dgm:presLayoutVars>
      </dgm:prSet>
      <dgm:spPr/>
    </dgm:pt>
  </dgm:ptLst>
  <dgm:cxnLst>
    <dgm:cxn modelId="{E2F61B10-6181-4C13-8AC3-B0F832E939AB}" type="presOf" srcId="{C0DBF704-87C4-495C-8476-124308F435A3}" destId="{5FF6F5FB-58F7-42CB-ADB9-8440F981799A}" srcOrd="0" destOrd="0" presId="urn:microsoft.com/office/officeart/2009/layout/CircleArrowProcess"/>
    <dgm:cxn modelId="{C1475C16-09D3-440C-BBC3-09B49C04BBD2}" type="presOf" srcId="{596726B1-4A41-46F7-83D4-8F7A06E2177E}" destId="{9591FD88-6F65-4B89-B532-6C96E3F12BB2}" srcOrd="0" destOrd="0" presId="urn:microsoft.com/office/officeart/2009/layout/CircleArrow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3F3B10B3-FB45-4E23-9518-E54804890964}" type="presOf" srcId="{376E8285-9AF6-4CE0-A508-E22048EFC234}" destId="{1BEAD1EA-D0F7-46B2-B6BF-1159A15D3DA5}" srcOrd="0" destOrd="0" presId="urn:microsoft.com/office/officeart/2009/layout/CircleArrowProcess"/>
    <dgm:cxn modelId="{BC83F5B4-ACC7-494B-B0FF-8E08420FB8BD}" type="presParOf" srcId="{9591FD88-6F65-4B89-B532-6C96E3F12BB2}" destId="{BC0754BF-6601-416D-8698-8AE0B5E6B96D}" srcOrd="0" destOrd="0" presId="urn:microsoft.com/office/officeart/2009/layout/CircleArrowProcess"/>
    <dgm:cxn modelId="{6B6F3E04-CC9C-4EFA-BEE7-291DAC303CE4}" type="presParOf" srcId="{BC0754BF-6601-416D-8698-8AE0B5E6B96D}" destId="{2F5816A3-4683-4374-954E-8DE6B5F9FF22}" srcOrd="0" destOrd="0" presId="urn:microsoft.com/office/officeart/2009/layout/CircleArrowProcess"/>
    <dgm:cxn modelId="{747A2ADA-E776-47E9-893B-9790DA581996}" type="presParOf" srcId="{9591FD88-6F65-4B89-B532-6C96E3F12BB2}" destId="{1BEAD1EA-D0F7-46B2-B6BF-1159A15D3DA5}" srcOrd="1" destOrd="0" presId="urn:microsoft.com/office/officeart/2009/layout/CircleArrowProcess"/>
    <dgm:cxn modelId="{9099AB76-0DB3-45FB-8157-959DF0194616}" type="presParOf" srcId="{9591FD88-6F65-4B89-B532-6C96E3F12BB2}" destId="{1EB312B3-688E-42C1-BCEA-024D0B5F1770}" srcOrd="2" destOrd="0" presId="urn:microsoft.com/office/officeart/2009/layout/CircleArrowProcess"/>
    <dgm:cxn modelId="{ECD25F1D-323D-43D1-BD95-3AB9EECB76A8}" type="presParOf" srcId="{1EB312B3-688E-42C1-BCEA-024D0B5F1770}" destId="{F26DAB72-7B3B-4F30-B5F1-2027C006A3F0}" srcOrd="0" destOrd="0" presId="urn:microsoft.com/office/officeart/2009/layout/CircleArrowProcess"/>
    <dgm:cxn modelId="{56008FE2-8D07-4CFC-BDD2-54A0F720380D}" type="presParOf" srcId="{9591FD88-6F65-4B89-B532-6C96E3F12BB2}" destId="{5FF6F5FB-58F7-42CB-ADB9-8440F981799A}" srcOrd="3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29216-4480-496E-B625-2C05C0D67C29}">
      <dsp:nvSpPr>
        <dsp:cNvPr id="0" name=""/>
        <dsp:cNvSpPr/>
      </dsp:nvSpPr>
      <dsp:spPr>
        <a:xfrm>
          <a:off x="0" y="95115"/>
          <a:ext cx="5295232" cy="2118092"/>
        </a:xfrm>
        <a:prstGeom prst="leftRightRibb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20D18-C246-4889-9E02-FE67A6302B83}">
      <dsp:nvSpPr>
        <dsp:cNvPr id="0" name=""/>
        <dsp:cNvSpPr/>
      </dsp:nvSpPr>
      <dsp:spPr>
        <a:xfrm>
          <a:off x="635427" y="465781"/>
          <a:ext cx="1747426" cy="103786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5344" rIns="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Comparison-Based Sorting</a:t>
          </a:r>
        </a:p>
      </dsp:txBody>
      <dsp:txXfrm>
        <a:off x="635427" y="465781"/>
        <a:ext cx="1747426" cy="10378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F7DE85-4F4C-4CA2-B52D-1B16ED29A0C8}">
      <dsp:nvSpPr>
        <dsp:cNvPr id="0" name=""/>
        <dsp:cNvSpPr/>
      </dsp:nvSpPr>
      <dsp:spPr>
        <a:xfrm>
          <a:off x="728290" y="894328"/>
          <a:ext cx="7143756" cy="4978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8E8A4-EE7C-4567-8AFD-3164011DC30B}">
      <dsp:nvSpPr>
        <dsp:cNvPr id="0" name=""/>
        <dsp:cNvSpPr/>
      </dsp:nvSpPr>
      <dsp:spPr>
        <a:xfrm>
          <a:off x="809500" y="993798"/>
          <a:ext cx="310870" cy="3108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36265-7484-42AF-B445-38C188C75FB7}">
      <dsp:nvSpPr>
        <dsp:cNvPr id="0" name=""/>
        <dsp:cNvSpPr/>
      </dsp:nvSpPr>
      <dsp:spPr>
        <a:xfrm>
          <a:off x="728290" y="0"/>
          <a:ext cx="7143756" cy="894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Adapun</a:t>
          </a:r>
          <a:r>
            <a:rPr lang="en-US" sz="2900" kern="1200" dirty="0"/>
            <a:t> </a:t>
          </a:r>
          <a:r>
            <a:rPr lang="en-US" sz="2900" kern="1200" dirty="0" err="1"/>
            <a:t>algoritma</a:t>
          </a:r>
          <a:r>
            <a:rPr lang="en-US" sz="2900" kern="1200" dirty="0"/>
            <a:t> yang </a:t>
          </a:r>
          <a:r>
            <a:rPr lang="en-US" sz="2900" kern="1200" dirty="0" err="1"/>
            <a:t>termasuk</a:t>
          </a:r>
          <a:r>
            <a:rPr lang="en-US" sz="2900" kern="1200" dirty="0"/>
            <a:t> </a:t>
          </a:r>
          <a:r>
            <a:rPr lang="en-US" sz="2900" kern="1200" dirty="0" err="1"/>
            <a:t>kedalam</a:t>
          </a:r>
          <a:r>
            <a:rPr lang="en-US" sz="2900" kern="1200" dirty="0"/>
            <a:t> Comparison-Based Sorting </a:t>
          </a:r>
          <a:r>
            <a:rPr lang="en-US" sz="2900" kern="1200" dirty="0" err="1"/>
            <a:t>adalah</a:t>
          </a:r>
          <a:r>
            <a:rPr lang="en-US" sz="2900" kern="1200" dirty="0"/>
            <a:t>:</a:t>
          </a:r>
        </a:p>
      </dsp:txBody>
      <dsp:txXfrm>
        <a:off x="728290" y="0"/>
        <a:ext cx="7143756" cy="894328"/>
      </dsp:txXfrm>
    </dsp:sp>
    <dsp:sp modelId="{8B8B8209-A204-4A1C-AE5E-89FE20EDF07C}">
      <dsp:nvSpPr>
        <dsp:cNvPr id="0" name=""/>
        <dsp:cNvSpPr/>
      </dsp:nvSpPr>
      <dsp:spPr>
        <a:xfrm>
          <a:off x="728290" y="1805927"/>
          <a:ext cx="310863" cy="3108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BE311-52F2-46F1-AD2D-1961AE7F56BF}">
      <dsp:nvSpPr>
        <dsp:cNvPr id="0" name=""/>
        <dsp:cNvSpPr/>
      </dsp:nvSpPr>
      <dsp:spPr>
        <a:xfrm>
          <a:off x="1024504" y="1599047"/>
          <a:ext cx="3935417" cy="724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Merge-Sort</a:t>
          </a:r>
        </a:p>
      </dsp:txBody>
      <dsp:txXfrm>
        <a:off x="1024504" y="1599047"/>
        <a:ext cx="3935417" cy="7246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816A3-4683-4374-954E-8DE6B5F9FF22}">
      <dsp:nvSpPr>
        <dsp:cNvPr id="0" name=""/>
        <dsp:cNvSpPr/>
      </dsp:nvSpPr>
      <dsp:spPr>
        <a:xfrm>
          <a:off x="3382861" y="0"/>
          <a:ext cx="2993848" cy="299393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BEAD1EA-D0F7-46B2-B6BF-1159A15D3DA5}">
      <dsp:nvSpPr>
        <dsp:cNvPr id="0" name=""/>
        <dsp:cNvSpPr/>
      </dsp:nvSpPr>
      <dsp:spPr>
        <a:xfrm>
          <a:off x="4044079" y="1083925"/>
          <a:ext cx="1670331" cy="835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Semoga</a:t>
          </a:r>
          <a:r>
            <a:rPr lang="en-US" sz="1400" kern="1200" dirty="0"/>
            <a:t> </a:t>
          </a:r>
          <a:r>
            <a:rPr lang="en-US" sz="1400" kern="1200" dirty="0" err="1"/>
            <a:t>ilmunya</a:t>
          </a:r>
          <a:r>
            <a:rPr lang="en-US" sz="1400" kern="1200" dirty="0"/>
            <a:t> </a:t>
          </a:r>
          <a:r>
            <a:rPr lang="en-US" sz="1400" kern="1200" dirty="0" err="1"/>
            <a:t>bermanfaat</a:t>
          </a:r>
          <a:r>
            <a:rPr lang="en-US" sz="1400" kern="1200" dirty="0"/>
            <a:t>.</a:t>
          </a:r>
        </a:p>
      </dsp:txBody>
      <dsp:txXfrm>
        <a:off x="4044079" y="1083925"/>
        <a:ext cx="1670331" cy="835067"/>
      </dsp:txXfrm>
    </dsp:sp>
    <dsp:sp modelId="{F26DAB72-7B3B-4F30-B5F1-2027C006A3F0}">
      <dsp:nvSpPr>
        <dsp:cNvPr id="0" name=""/>
        <dsp:cNvSpPr/>
      </dsp:nvSpPr>
      <dsp:spPr>
        <a:xfrm>
          <a:off x="2764860" y="1918992"/>
          <a:ext cx="2571943" cy="2573031"/>
        </a:xfrm>
        <a:prstGeom prst="blockArc">
          <a:avLst>
            <a:gd name="adj1" fmla="val 0"/>
            <a:gd name="adj2" fmla="val 18900000"/>
            <a:gd name="adj3" fmla="val 1274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F6F5FB-58F7-42CB-ADB9-8440F981799A}">
      <dsp:nvSpPr>
        <dsp:cNvPr id="0" name=""/>
        <dsp:cNvSpPr/>
      </dsp:nvSpPr>
      <dsp:spPr>
        <a:xfrm>
          <a:off x="3208913" y="2807515"/>
          <a:ext cx="1670331" cy="835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Sampai</a:t>
          </a:r>
          <a:r>
            <a:rPr lang="en-US" sz="1400" kern="1200" dirty="0"/>
            <a:t> </a:t>
          </a:r>
          <a:r>
            <a:rPr lang="en-US" sz="1400" kern="1200" dirty="0" err="1"/>
            <a:t>berjumpa</a:t>
          </a:r>
          <a:r>
            <a:rPr lang="en-US" sz="1400" kern="1200" dirty="0"/>
            <a:t> </a:t>
          </a:r>
          <a:r>
            <a:rPr lang="en-US" sz="1400" kern="1200" dirty="0" err="1"/>
            <a:t>lagi</a:t>
          </a:r>
          <a:r>
            <a:rPr lang="en-US" sz="1400" kern="1200" dirty="0"/>
            <a:t> di </a:t>
          </a:r>
          <a:r>
            <a:rPr lang="en-US" sz="1400" kern="1200" dirty="0" err="1"/>
            <a:t>inisiasi</a:t>
          </a:r>
          <a:r>
            <a:rPr lang="en-US" sz="1400" kern="1200" dirty="0"/>
            <a:t> </a:t>
          </a:r>
          <a:r>
            <a:rPr lang="en-US" sz="1400" kern="1200"/>
            <a:t>berikutnya </a:t>
          </a:r>
          <a:r>
            <a:rPr lang="en-US" sz="1400" kern="1200" dirty="0" err="1"/>
            <a:t>Struktur</a:t>
          </a:r>
          <a:r>
            <a:rPr lang="en-US" sz="1400" kern="1200" dirty="0"/>
            <a:t> Data</a:t>
          </a:r>
        </a:p>
      </dsp:txBody>
      <dsp:txXfrm>
        <a:off x="3208913" y="2807515"/>
        <a:ext cx="1670331" cy="8350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audio" Target="../media/audio1.wav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6"/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 err="1">
                <a:latin typeface="Britannic Bold" panose="020B0903060703020204" pitchFamily="34" charset="0"/>
              </a:rPr>
              <a:t>Praktikum</a:t>
            </a:r>
            <a:r>
              <a:rPr lang="en-US" altLang="en-US" sz="5441" dirty="0">
                <a:latin typeface="Britannic Bold" panose="020B0903060703020204" pitchFamily="34" charset="0"/>
              </a:rPr>
              <a:t> Sorting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0614000-9694-462F-9B29-110BDC1EC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1B309-90EA-4D24-9B61-440B515CC326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38EEA-D6E0-4883-87C6-BA97582A9113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45D74-FA67-46D1-8005-93276EC9BE10}"/>
              </a:ext>
            </a:extLst>
          </p:cNvPr>
          <p:cNvSpPr txBox="1"/>
          <p:nvPr/>
        </p:nvSpPr>
        <p:spPr>
          <a:xfrm>
            <a:off x="1411855" y="2022418"/>
            <a:ext cx="5444696" cy="408623"/>
          </a:xfrm>
          <a:prstGeom prst="round2Diag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Website compiler Java by https://www.compilejava.net/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0CCE0-92ED-46E6-8204-98AA20C082CE}"/>
              </a:ext>
            </a:extLst>
          </p:cNvPr>
          <p:cNvSpPr txBox="1"/>
          <p:nvPr/>
        </p:nvSpPr>
        <p:spPr>
          <a:xfrm>
            <a:off x="4732919" y="3047215"/>
            <a:ext cx="2988927" cy="408623"/>
          </a:xfrm>
          <a:prstGeom prst="round2Diag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Codes by https://github.com/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8FFCFE-B4FF-4C9B-B0DD-35CC48AAA773}"/>
              </a:ext>
            </a:extLst>
          </p:cNvPr>
          <p:cNvSpPr txBox="1"/>
          <p:nvPr/>
        </p:nvSpPr>
        <p:spPr>
          <a:xfrm>
            <a:off x="5353810" y="4072012"/>
            <a:ext cx="3652644" cy="408623"/>
          </a:xfrm>
          <a:prstGeom prst="round2Diag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Videos of http://geeksforgeeks.com/</a:t>
            </a:r>
          </a:p>
        </p:txBody>
      </p:sp>
    </p:spTree>
    <p:extLst>
      <p:ext uri="{BB962C8B-B14F-4D97-AF65-F5344CB8AC3E}">
        <p14:creationId xmlns:p14="http://schemas.microsoft.com/office/powerpoint/2010/main" val="291997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Sorting Algorithm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BB195E0-3A64-4C6C-B1F9-75513A465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561075"/>
              </p:ext>
            </p:extLst>
          </p:nvPr>
        </p:nvGraphicFramePr>
        <p:xfrm>
          <a:off x="3000096" y="2929593"/>
          <a:ext cx="5295232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D3C955A-15E6-4E60-9092-F31D0535E0A5}"/>
              </a:ext>
            </a:extLst>
          </p:cNvPr>
          <p:cNvSpPr txBox="1"/>
          <p:nvPr/>
        </p:nvSpPr>
        <p:spPr>
          <a:xfrm>
            <a:off x="880533" y="1975555"/>
            <a:ext cx="6733638" cy="40862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Materi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dipelajari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praktikum</a:t>
            </a:r>
            <a:r>
              <a:rPr lang="en-US" dirty="0"/>
              <a:t> kali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mengengai</a:t>
            </a:r>
            <a:r>
              <a:rPr lang="en-US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73283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8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584171"/>
            <a:ext cx="5571045" cy="51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2800" dirty="0"/>
              <a:t>Comparison-Based Sorting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BB195E0-3A64-4C6C-B1F9-75513A465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9188628"/>
              </p:ext>
            </p:extLst>
          </p:nvPr>
        </p:nvGraphicFramePr>
        <p:xfrm>
          <a:off x="2750344" y="3429000"/>
          <a:ext cx="8600337" cy="2325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15437BB-9783-4A9F-A33B-CB21191849A5}"/>
              </a:ext>
            </a:extLst>
          </p:cNvPr>
          <p:cNvSpPr txBox="1"/>
          <p:nvPr/>
        </p:nvSpPr>
        <p:spPr>
          <a:xfrm>
            <a:off x="478563" y="2170666"/>
            <a:ext cx="7646865" cy="677585"/>
          </a:xfrm>
          <a:prstGeom prst="round2Same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Comparison-Based Sorting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sorting yang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sorting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r>
              <a:rPr lang="en-US" dirty="0"/>
              <a:t> data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88279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8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Merge Sort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C00824-0B87-42B3-9A85-44A64DE8DD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08319"/>
            <a:ext cx="5341761" cy="2841362"/>
          </a:xfrm>
          <a:prstGeom prst="rect">
            <a:avLst/>
          </a:prstGeom>
        </p:spPr>
      </p:pic>
      <p:pic>
        <p:nvPicPr>
          <p:cNvPr id="5" name="Merge Sort _ GeeksforGeeks [360p]">
            <a:hlinkClick r:id="" action="ppaction://media"/>
            <a:extLst>
              <a:ext uri="{FF2B5EF4-FFF2-40B4-BE49-F238E27FC236}">
                <a16:creationId xmlns:a16="http://schemas.microsoft.com/office/drawing/2014/main" id="{B51FE255-6E40-4ADA-8F36-CCCB81FB7D9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56792" y="1882565"/>
            <a:ext cx="6096000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D5559-003C-43F8-B0AB-EF7A5395F8FA}"/>
              </a:ext>
            </a:extLst>
          </p:cNvPr>
          <p:cNvSpPr txBox="1"/>
          <p:nvPr/>
        </p:nvSpPr>
        <p:spPr>
          <a:xfrm>
            <a:off x="5731958" y="1272613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Video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D4383-718A-4295-BA96-92C71CB5DAB9}"/>
              </a:ext>
            </a:extLst>
          </p:cNvPr>
          <p:cNvSpPr txBox="1"/>
          <p:nvPr/>
        </p:nvSpPr>
        <p:spPr>
          <a:xfrm>
            <a:off x="373656" y="1513233"/>
            <a:ext cx="1675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Ilustrasi</a:t>
            </a:r>
            <a:r>
              <a:rPr lang="en-US" dirty="0"/>
              <a:t> </a:t>
            </a:r>
            <a:r>
              <a:rPr lang="en-US" dirty="0" err="1"/>
              <a:t>gambar</a:t>
            </a:r>
            <a:endParaRPr lang="en-US" dirty="0"/>
          </a:p>
        </p:txBody>
      </p:sp>
      <p:sp>
        <p:nvSpPr>
          <p:cNvPr id="9" name="Right Arrow 11">
            <a:extLst>
              <a:ext uri="{FF2B5EF4-FFF2-40B4-BE49-F238E27FC236}">
                <a16:creationId xmlns:a16="http://schemas.microsoft.com/office/drawing/2014/main" id="{E25FB0D8-1AE5-4FC8-957F-036CDADDC8F2}"/>
              </a:ext>
            </a:extLst>
          </p:cNvPr>
          <p:cNvSpPr/>
          <p:nvPr/>
        </p:nvSpPr>
        <p:spPr>
          <a:xfrm rot="13696545" flipH="1">
            <a:off x="2147978" y="1663446"/>
            <a:ext cx="384464" cy="438239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1">
            <a:extLst>
              <a:ext uri="{FF2B5EF4-FFF2-40B4-BE49-F238E27FC236}">
                <a16:creationId xmlns:a16="http://schemas.microsoft.com/office/drawing/2014/main" id="{EF8F5F94-0994-422B-8C9A-D302AFC8EC25}"/>
              </a:ext>
            </a:extLst>
          </p:cNvPr>
          <p:cNvSpPr/>
          <p:nvPr/>
        </p:nvSpPr>
        <p:spPr>
          <a:xfrm rot="13696545" flipH="1">
            <a:off x="6534458" y="1478780"/>
            <a:ext cx="384464" cy="438239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9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4" name="whoosh.wav"/>
          </p:stSnd>
        </p:sndAc>
      </p:transition>
    </mc:Choice>
    <mc:Fallback xmlns="">
      <p:transition spd="slow">
        <p:blinds dir="vert"/>
        <p:sndAc>
          <p:stSnd>
            <p:snd r:embed="rId7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8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Merge Sort in Java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81118F-C880-4AE1-8478-3413DBA22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075" y="6025161"/>
            <a:ext cx="2066925" cy="228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4806CD-95FB-4594-9F84-9744C2F7E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65414"/>
            <a:ext cx="5327183" cy="41845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6133FA-9AA5-4994-8B26-0DC9F547B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952" y="1265414"/>
            <a:ext cx="5219095" cy="42308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65619E-B1D2-4AAB-B609-B467DBFF1D62}"/>
              </a:ext>
            </a:extLst>
          </p:cNvPr>
          <p:cNvSpPr txBox="1"/>
          <p:nvPr/>
        </p:nvSpPr>
        <p:spPr>
          <a:xfrm>
            <a:off x="4029075" y="5694613"/>
            <a:ext cx="1462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Hasil Running</a:t>
            </a:r>
          </a:p>
        </p:txBody>
      </p:sp>
    </p:spTree>
    <p:extLst>
      <p:ext uri="{BB962C8B-B14F-4D97-AF65-F5344CB8AC3E}">
        <p14:creationId xmlns:p14="http://schemas.microsoft.com/office/powerpoint/2010/main" val="194819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6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9151245-AFBB-4F88-822E-AE09E54773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2545900"/>
              </p:ext>
            </p:extLst>
          </p:nvPr>
        </p:nvGraphicFramePr>
        <p:xfrm>
          <a:off x="1472671" y="1352962"/>
          <a:ext cx="9141570" cy="4492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107</Words>
  <Application>Microsoft Macintosh PowerPoint</Application>
  <PresentationFormat>Widescreen</PresentationFormat>
  <Paragraphs>26</Paragraphs>
  <Slides>7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Berlin Sans FB</vt:lpstr>
      <vt:lpstr>Britannic Bold</vt:lpstr>
      <vt:lpstr>Calibri</vt:lpstr>
      <vt:lpstr>Calibri Light</vt:lpstr>
      <vt:lpstr>Century Gothic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79</cp:revision>
  <dcterms:created xsi:type="dcterms:W3CDTF">2018-01-15T03:36:45Z</dcterms:created>
  <dcterms:modified xsi:type="dcterms:W3CDTF">2023-08-30T16:01:02Z</dcterms:modified>
</cp:coreProperties>
</file>