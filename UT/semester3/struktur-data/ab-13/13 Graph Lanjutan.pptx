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78" r:id="rId3"/>
    <p:sldId id="287" r:id="rId4"/>
    <p:sldId id="288" r:id="rId5"/>
    <p:sldId id="286" r:id="rId6"/>
    <p:sldId id="285" r:id="rId7"/>
    <p:sldId id="2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97" autoAdjust="0"/>
  </p:normalViewPr>
  <p:slideViewPr>
    <p:cSldViewPr snapToGrid="0">
      <p:cViewPr varScale="1">
        <p:scale>
          <a:sx n="85" d="100"/>
          <a:sy n="85" d="100"/>
        </p:scale>
        <p:origin x="13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6726B1-4A41-46F7-83D4-8F7A06E2177E}" type="doc">
      <dgm:prSet loTypeId="urn:microsoft.com/office/officeart/2009/3/layout/StepUpProcess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76E8285-9AF6-4CE0-A508-E22048EFC234}">
      <dgm:prSet phldrT="[Text]" custT="1"/>
      <dgm:spPr/>
      <dgm:t>
        <a:bodyPr/>
        <a:lstStyle/>
        <a:p>
          <a:r>
            <a:rPr lang="en-US" sz="1600" dirty="0" err="1"/>
            <a:t>Semoga</a:t>
          </a:r>
          <a:r>
            <a:rPr lang="en-US" sz="1600" dirty="0"/>
            <a:t> </a:t>
          </a:r>
          <a:r>
            <a:rPr lang="en-US" sz="1600" dirty="0" err="1"/>
            <a:t>ilmunya</a:t>
          </a:r>
          <a:r>
            <a:rPr lang="en-US" sz="1600" dirty="0"/>
            <a:t> </a:t>
          </a:r>
          <a:r>
            <a:rPr lang="en-US" sz="1600" dirty="0" err="1"/>
            <a:t>bermanfaat</a:t>
          </a:r>
          <a:r>
            <a:rPr lang="en-US" sz="1600" dirty="0"/>
            <a:t>.</a:t>
          </a:r>
        </a:p>
      </dgm:t>
    </dgm:pt>
    <dgm:pt modelId="{660CB2B3-DD32-48A3-9DC8-EBC7140C3BEC}" type="parTrans" cxnId="{C64C83B1-6CB5-4BF5-ABDD-DD502939C2BD}">
      <dgm:prSet/>
      <dgm:spPr/>
      <dgm:t>
        <a:bodyPr/>
        <a:lstStyle/>
        <a:p>
          <a:endParaRPr lang="en-US" sz="1600"/>
        </a:p>
      </dgm:t>
    </dgm:pt>
    <dgm:pt modelId="{5861F86C-A090-4B59-BEBF-38A9993FB0E7}" type="sibTrans" cxnId="{C64C83B1-6CB5-4BF5-ABDD-DD502939C2BD}">
      <dgm:prSet/>
      <dgm:spPr/>
      <dgm:t>
        <a:bodyPr/>
        <a:lstStyle/>
        <a:p>
          <a:endParaRPr lang="en-US" sz="1600"/>
        </a:p>
      </dgm:t>
    </dgm:pt>
    <dgm:pt modelId="{C0DBF704-87C4-495C-8476-124308F435A3}">
      <dgm:prSet phldrT="[Text]" custT="1"/>
      <dgm:spPr/>
      <dgm:t>
        <a:bodyPr/>
        <a:lstStyle/>
        <a:p>
          <a:r>
            <a:rPr lang="en-US" sz="1600" dirty="0" err="1"/>
            <a:t>Sampai</a:t>
          </a:r>
          <a:r>
            <a:rPr lang="en-US" sz="1600" dirty="0"/>
            <a:t> </a:t>
          </a:r>
          <a:r>
            <a:rPr lang="en-US" sz="1600" dirty="0" err="1"/>
            <a:t>berjumpa</a:t>
          </a:r>
          <a:r>
            <a:rPr lang="en-US" sz="1600" dirty="0"/>
            <a:t> </a:t>
          </a:r>
          <a:r>
            <a:rPr lang="en-US" sz="1600" dirty="0" err="1"/>
            <a:t>lagi</a:t>
          </a:r>
          <a:r>
            <a:rPr lang="en-US" sz="1600" dirty="0"/>
            <a:t> di </a:t>
          </a:r>
          <a:r>
            <a:rPr lang="en-US" sz="1600" dirty="0" err="1"/>
            <a:t>inisiasi</a:t>
          </a:r>
          <a:r>
            <a:rPr lang="en-US" sz="1600" dirty="0"/>
            <a:t> </a:t>
          </a:r>
          <a:r>
            <a:rPr lang="en-US" sz="1600" dirty="0" err="1"/>
            <a:t>berikutnya</a:t>
          </a:r>
          <a:r>
            <a:rPr lang="en-US" sz="1600" dirty="0"/>
            <a:t> </a:t>
          </a:r>
          <a:r>
            <a:rPr lang="en-US" sz="1600" dirty="0" err="1"/>
            <a:t>Struktur</a:t>
          </a:r>
          <a:r>
            <a:rPr lang="en-US" sz="1600" dirty="0"/>
            <a:t> Data</a:t>
          </a:r>
        </a:p>
      </dgm:t>
    </dgm:pt>
    <dgm:pt modelId="{957424C2-1652-4267-9B22-E8E64B6A938F}" type="parTrans" cxnId="{3B458A9F-E2CC-4361-8022-4A62A703F743}">
      <dgm:prSet/>
      <dgm:spPr/>
      <dgm:t>
        <a:bodyPr/>
        <a:lstStyle/>
        <a:p>
          <a:endParaRPr lang="en-US" sz="1600"/>
        </a:p>
      </dgm:t>
    </dgm:pt>
    <dgm:pt modelId="{3145A2C8-EBC8-4218-9208-8154C0FE7396}" type="sibTrans" cxnId="{3B458A9F-E2CC-4361-8022-4A62A703F743}">
      <dgm:prSet/>
      <dgm:spPr/>
      <dgm:t>
        <a:bodyPr/>
        <a:lstStyle/>
        <a:p>
          <a:endParaRPr lang="en-US" sz="1600"/>
        </a:p>
      </dgm:t>
    </dgm:pt>
    <dgm:pt modelId="{D26B2535-4A9F-4E42-9014-DA4C9B28E598}" type="pres">
      <dgm:prSet presAssocID="{596726B1-4A41-46F7-83D4-8F7A06E2177E}" presName="rootnode" presStyleCnt="0">
        <dgm:presLayoutVars>
          <dgm:chMax/>
          <dgm:chPref/>
          <dgm:dir/>
          <dgm:animLvl val="lvl"/>
        </dgm:presLayoutVars>
      </dgm:prSet>
      <dgm:spPr/>
    </dgm:pt>
    <dgm:pt modelId="{8C04BE91-C908-4196-A599-BD9EEDD1858A}" type="pres">
      <dgm:prSet presAssocID="{376E8285-9AF6-4CE0-A508-E22048EFC234}" presName="composite" presStyleCnt="0"/>
      <dgm:spPr/>
    </dgm:pt>
    <dgm:pt modelId="{257928BB-E10A-4FB9-A769-790FF4CE7EEA}" type="pres">
      <dgm:prSet presAssocID="{376E8285-9AF6-4CE0-A508-E22048EFC234}" presName="LShape" presStyleLbl="alignNode1" presStyleIdx="0" presStyleCnt="3"/>
      <dgm:spPr/>
    </dgm:pt>
    <dgm:pt modelId="{034CB31E-96EA-427C-99CE-001CD08227E5}" type="pres">
      <dgm:prSet presAssocID="{376E8285-9AF6-4CE0-A508-E22048EFC234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86C0A7AD-E1E2-40C4-94BA-6677C720CDE0}" type="pres">
      <dgm:prSet presAssocID="{376E8285-9AF6-4CE0-A508-E22048EFC234}" presName="Triangle" presStyleLbl="alignNode1" presStyleIdx="1" presStyleCnt="3"/>
      <dgm:spPr/>
    </dgm:pt>
    <dgm:pt modelId="{330DF984-F85B-4F9C-A2DA-DE6A14930F48}" type="pres">
      <dgm:prSet presAssocID="{5861F86C-A090-4B59-BEBF-38A9993FB0E7}" presName="sibTrans" presStyleCnt="0"/>
      <dgm:spPr/>
    </dgm:pt>
    <dgm:pt modelId="{B212AA0B-168D-4105-85B3-945217B0FCA0}" type="pres">
      <dgm:prSet presAssocID="{5861F86C-A090-4B59-BEBF-38A9993FB0E7}" presName="space" presStyleCnt="0"/>
      <dgm:spPr/>
    </dgm:pt>
    <dgm:pt modelId="{2D38AA14-CFF0-4667-BC5F-76427C3276BB}" type="pres">
      <dgm:prSet presAssocID="{C0DBF704-87C4-495C-8476-124308F435A3}" presName="composite" presStyleCnt="0"/>
      <dgm:spPr/>
    </dgm:pt>
    <dgm:pt modelId="{2735098C-9475-4DE1-813A-F503B0485EDB}" type="pres">
      <dgm:prSet presAssocID="{C0DBF704-87C4-495C-8476-124308F435A3}" presName="LShape" presStyleLbl="alignNode1" presStyleIdx="2" presStyleCnt="3"/>
      <dgm:spPr/>
    </dgm:pt>
    <dgm:pt modelId="{DDD86BEE-E67D-4B30-B5E2-663820FC4B0E}" type="pres">
      <dgm:prSet presAssocID="{C0DBF704-87C4-495C-8476-124308F435A3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404DA10D-BB54-4136-B3D6-21B3BBBE32A5}" type="presOf" srcId="{596726B1-4A41-46F7-83D4-8F7A06E2177E}" destId="{D26B2535-4A9F-4E42-9014-DA4C9B28E598}" srcOrd="0" destOrd="0" presId="urn:microsoft.com/office/officeart/2009/3/layout/StepUpProcess"/>
    <dgm:cxn modelId="{682BB452-F2B1-4C36-8371-E2F350FD90F7}" type="presOf" srcId="{C0DBF704-87C4-495C-8476-124308F435A3}" destId="{DDD86BEE-E67D-4B30-B5E2-663820FC4B0E}" srcOrd="0" destOrd="0" presId="urn:microsoft.com/office/officeart/2009/3/layout/StepUpProcess"/>
    <dgm:cxn modelId="{3B458A9F-E2CC-4361-8022-4A62A703F743}" srcId="{596726B1-4A41-46F7-83D4-8F7A06E2177E}" destId="{C0DBF704-87C4-495C-8476-124308F435A3}" srcOrd="1" destOrd="0" parTransId="{957424C2-1652-4267-9B22-E8E64B6A938F}" sibTransId="{3145A2C8-EBC8-4218-9208-8154C0FE7396}"/>
    <dgm:cxn modelId="{8B0C68AC-54BA-4DF0-9CC3-6414AC3D55BB}" type="presOf" srcId="{376E8285-9AF6-4CE0-A508-E22048EFC234}" destId="{034CB31E-96EA-427C-99CE-001CD08227E5}" srcOrd="0" destOrd="0" presId="urn:microsoft.com/office/officeart/2009/3/layout/StepUpProcess"/>
    <dgm:cxn modelId="{C64C83B1-6CB5-4BF5-ABDD-DD502939C2BD}" srcId="{596726B1-4A41-46F7-83D4-8F7A06E2177E}" destId="{376E8285-9AF6-4CE0-A508-E22048EFC234}" srcOrd="0" destOrd="0" parTransId="{660CB2B3-DD32-48A3-9DC8-EBC7140C3BEC}" sibTransId="{5861F86C-A090-4B59-BEBF-38A9993FB0E7}"/>
    <dgm:cxn modelId="{F6EBE218-A7D2-418F-9BFC-9F23655AE2B3}" type="presParOf" srcId="{D26B2535-4A9F-4E42-9014-DA4C9B28E598}" destId="{8C04BE91-C908-4196-A599-BD9EEDD1858A}" srcOrd="0" destOrd="0" presId="urn:microsoft.com/office/officeart/2009/3/layout/StepUpProcess"/>
    <dgm:cxn modelId="{026C0D6B-032D-4BBF-B686-697C9FE96F16}" type="presParOf" srcId="{8C04BE91-C908-4196-A599-BD9EEDD1858A}" destId="{257928BB-E10A-4FB9-A769-790FF4CE7EEA}" srcOrd="0" destOrd="0" presId="urn:microsoft.com/office/officeart/2009/3/layout/StepUpProcess"/>
    <dgm:cxn modelId="{EDBC14CE-F298-4A74-A01F-BEEC8549A80B}" type="presParOf" srcId="{8C04BE91-C908-4196-A599-BD9EEDD1858A}" destId="{034CB31E-96EA-427C-99CE-001CD08227E5}" srcOrd="1" destOrd="0" presId="urn:microsoft.com/office/officeart/2009/3/layout/StepUpProcess"/>
    <dgm:cxn modelId="{2EF16787-C572-4427-8E70-EC921DC4D491}" type="presParOf" srcId="{8C04BE91-C908-4196-A599-BD9EEDD1858A}" destId="{86C0A7AD-E1E2-40C4-94BA-6677C720CDE0}" srcOrd="2" destOrd="0" presId="urn:microsoft.com/office/officeart/2009/3/layout/StepUpProcess"/>
    <dgm:cxn modelId="{76FBCB22-6091-45A4-B4E7-6EB0A3F4413F}" type="presParOf" srcId="{D26B2535-4A9F-4E42-9014-DA4C9B28E598}" destId="{330DF984-F85B-4F9C-A2DA-DE6A14930F48}" srcOrd="1" destOrd="0" presId="urn:microsoft.com/office/officeart/2009/3/layout/StepUpProcess"/>
    <dgm:cxn modelId="{0E469D9F-573D-4EE6-A051-2F6E556F222D}" type="presParOf" srcId="{330DF984-F85B-4F9C-A2DA-DE6A14930F48}" destId="{B212AA0B-168D-4105-85B3-945217B0FCA0}" srcOrd="0" destOrd="0" presId="urn:microsoft.com/office/officeart/2009/3/layout/StepUpProcess"/>
    <dgm:cxn modelId="{F966C0A4-B74B-4F2C-9F96-55E77C1F4B85}" type="presParOf" srcId="{D26B2535-4A9F-4E42-9014-DA4C9B28E598}" destId="{2D38AA14-CFF0-4667-BC5F-76427C3276BB}" srcOrd="2" destOrd="0" presId="urn:microsoft.com/office/officeart/2009/3/layout/StepUpProcess"/>
    <dgm:cxn modelId="{62E8DC73-B19F-42FA-97CA-E396C4FC4ED0}" type="presParOf" srcId="{2D38AA14-CFF0-4667-BC5F-76427C3276BB}" destId="{2735098C-9475-4DE1-813A-F503B0485EDB}" srcOrd="0" destOrd="0" presId="urn:microsoft.com/office/officeart/2009/3/layout/StepUpProcess"/>
    <dgm:cxn modelId="{89D45E03-2310-4371-8D3C-FD7A975A48F3}" type="presParOf" srcId="{2D38AA14-CFF0-4667-BC5F-76427C3276BB}" destId="{DDD86BEE-E67D-4B30-B5E2-663820FC4B0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928BB-E10A-4FB9-A769-790FF4CE7EEA}">
      <dsp:nvSpPr>
        <dsp:cNvPr id="0" name=""/>
        <dsp:cNvSpPr/>
      </dsp:nvSpPr>
      <dsp:spPr>
        <a:xfrm rot="5400000">
          <a:off x="1947710" y="160678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CB31E-96EA-427C-99CE-001CD08227E5}">
      <dsp:nvSpPr>
        <dsp:cNvPr id="0" name=""/>
        <dsp:cNvSpPr/>
      </dsp:nvSpPr>
      <dsp:spPr>
        <a:xfrm>
          <a:off x="1730957" y="806257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Semoga</a:t>
          </a:r>
          <a:r>
            <a:rPr lang="en-US" sz="1600" kern="1200" dirty="0"/>
            <a:t> </a:t>
          </a:r>
          <a:r>
            <a:rPr lang="en-US" sz="1600" kern="1200" dirty="0" err="1"/>
            <a:t>ilmunya</a:t>
          </a:r>
          <a:r>
            <a:rPr lang="en-US" sz="1600" kern="1200" dirty="0"/>
            <a:t> </a:t>
          </a:r>
          <a:r>
            <a:rPr lang="en-US" sz="1600" kern="1200" dirty="0" err="1"/>
            <a:t>bermanfaat</a:t>
          </a:r>
          <a:r>
            <a:rPr lang="en-US" sz="1600" kern="1200" dirty="0"/>
            <a:t>.</a:t>
          </a:r>
        </a:p>
      </dsp:txBody>
      <dsp:txXfrm>
        <a:off x="1730957" y="806257"/>
        <a:ext cx="1950678" cy="1709884"/>
      </dsp:txXfrm>
    </dsp:sp>
    <dsp:sp modelId="{86C0A7AD-E1E2-40C4-94BA-6677C720CDE0}">
      <dsp:nvSpPr>
        <dsp:cNvPr id="0" name=""/>
        <dsp:cNvSpPr/>
      </dsp:nvSpPr>
      <dsp:spPr>
        <a:xfrm>
          <a:off x="3313583" y="1606"/>
          <a:ext cx="368052" cy="368052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35098C-9475-4DE1-813A-F503B0485EDB}">
      <dsp:nvSpPr>
        <dsp:cNvPr id="0" name=""/>
        <dsp:cNvSpPr/>
      </dsp:nvSpPr>
      <dsp:spPr>
        <a:xfrm rot="5400000">
          <a:off x="4335722" y="-430237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D86BEE-E67D-4B30-B5E2-663820FC4B0E}">
      <dsp:nvSpPr>
        <dsp:cNvPr id="0" name=""/>
        <dsp:cNvSpPr/>
      </dsp:nvSpPr>
      <dsp:spPr>
        <a:xfrm>
          <a:off x="4118969" y="215341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Sampai</a:t>
          </a:r>
          <a:r>
            <a:rPr lang="en-US" sz="1600" kern="1200" dirty="0"/>
            <a:t> </a:t>
          </a:r>
          <a:r>
            <a:rPr lang="en-US" sz="1600" kern="1200" dirty="0" err="1"/>
            <a:t>berjumpa</a:t>
          </a:r>
          <a:r>
            <a:rPr lang="en-US" sz="1600" kern="1200" dirty="0"/>
            <a:t> </a:t>
          </a:r>
          <a:r>
            <a:rPr lang="en-US" sz="1600" kern="1200" dirty="0" err="1"/>
            <a:t>lagi</a:t>
          </a:r>
          <a:r>
            <a:rPr lang="en-US" sz="1600" kern="1200" dirty="0"/>
            <a:t> di </a:t>
          </a:r>
          <a:r>
            <a:rPr lang="en-US" sz="1600" kern="1200" dirty="0" err="1"/>
            <a:t>inisiasi</a:t>
          </a:r>
          <a:r>
            <a:rPr lang="en-US" sz="1600" kern="1200" dirty="0"/>
            <a:t> </a:t>
          </a:r>
          <a:r>
            <a:rPr lang="en-US" sz="1600" kern="1200" dirty="0" err="1"/>
            <a:t>berikutnya</a:t>
          </a:r>
          <a:r>
            <a:rPr lang="en-US" sz="1600" kern="1200" dirty="0"/>
            <a:t> </a:t>
          </a:r>
          <a:r>
            <a:rPr lang="en-US" sz="1600" kern="1200" dirty="0" err="1"/>
            <a:t>Struktur</a:t>
          </a:r>
          <a:r>
            <a:rPr lang="en-US" sz="1600" kern="1200" dirty="0"/>
            <a:t> Data</a:t>
          </a:r>
        </a:p>
      </dsp:txBody>
      <dsp:txXfrm>
        <a:off x="4118969" y="215341"/>
        <a:ext cx="1950678" cy="1709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F5111-AC8A-4C9B-B4E5-1AF30EB51150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5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6"/>
          <p:cNvSpPr txBox="1">
            <a:spLocks noChangeArrowheads="1"/>
          </p:cNvSpPr>
          <p:nvPr/>
        </p:nvSpPr>
        <p:spPr bwMode="auto">
          <a:xfrm>
            <a:off x="1734894" y="1656396"/>
            <a:ext cx="8572500" cy="92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5441" dirty="0">
                <a:latin typeface="Britannic Bold" panose="020B0903060703020204" pitchFamily="34" charset="0"/>
              </a:rPr>
              <a:t>Graph</a:t>
            </a:r>
            <a:endParaRPr lang="id-ID" altLang="en-US" sz="2902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0614000-9694-462F-9B29-110BDC1EC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7" y="4975578"/>
            <a:ext cx="2762295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>
                <a:latin typeface="Century Gothic" panose="020B0502020202020204" pitchFamily="34" charset="0"/>
              </a:rPr>
              <a:t>FMIPA</a:t>
            </a: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1B309-90EA-4D24-9B61-440B515CC326}"/>
              </a:ext>
            </a:extLst>
          </p:cNvPr>
          <p:cNvSpPr txBox="1"/>
          <p:nvPr/>
        </p:nvSpPr>
        <p:spPr>
          <a:xfrm>
            <a:off x="5055174" y="3815118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Dian Nursantika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38EEA-D6E0-4883-87C6-BA97582A9113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5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Isi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BDB7-FFE3-483B-8E71-9FBF95F88D32}"/>
              </a:ext>
            </a:extLst>
          </p:cNvPr>
          <p:cNvSpPr txBox="1"/>
          <p:nvPr/>
        </p:nvSpPr>
        <p:spPr>
          <a:xfrm>
            <a:off x="3000096" y="1946851"/>
            <a:ext cx="2270718" cy="677585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ms-MY" dirty="0"/>
              <a:t>Graphs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ms-MY" dirty="0" err="1"/>
              <a:t>AdjacencyList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1997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Contoh</a:t>
            </a: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 </a:t>
            </a: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Kasus</a:t>
            </a: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 </a:t>
            </a: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Penulis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BDB7-FFE3-483B-8E71-9FBF95F88D32}"/>
              </a:ext>
            </a:extLst>
          </p:cNvPr>
          <p:cNvSpPr txBox="1"/>
          <p:nvPr/>
        </p:nvSpPr>
        <p:spPr>
          <a:xfrm>
            <a:off x="1855352" y="2076450"/>
            <a:ext cx="4240648" cy="967978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Contoh</a:t>
            </a:r>
            <a:r>
              <a:rPr lang="en-US" dirty="0"/>
              <a:t> Graph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nama-nama</a:t>
            </a:r>
            <a:r>
              <a:rPr lang="en-US" dirty="0"/>
              <a:t> </a:t>
            </a:r>
            <a:r>
              <a:rPr lang="en-US" dirty="0" err="1"/>
              <a:t>penulis</a:t>
            </a:r>
            <a:r>
              <a:rPr lang="en-US" dirty="0"/>
              <a:t> yang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berelasi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Graph.</a:t>
            </a:r>
            <a:r>
              <a:rPr lang="en-US" sz="1100" dirty="0"/>
              <a:t> 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C1C267-1835-4446-8601-BB6B3AD5C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216" y="2076450"/>
            <a:ext cx="414337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75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Contoh</a:t>
            </a: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 </a:t>
            </a: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Kasus</a:t>
            </a: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 </a:t>
            </a: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Jadwal</a:t>
            </a: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 </a:t>
            </a: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Penerbangan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BDB7-FFE3-483B-8E71-9FBF95F88D32}"/>
              </a:ext>
            </a:extLst>
          </p:cNvPr>
          <p:cNvSpPr txBox="1"/>
          <p:nvPr/>
        </p:nvSpPr>
        <p:spPr>
          <a:xfrm>
            <a:off x="1855352" y="2076450"/>
            <a:ext cx="4240648" cy="1258372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Contoh</a:t>
            </a:r>
            <a:r>
              <a:rPr lang="en-US" dirty="0"/>
              <a:t> Graph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jadwal</a:t>
            </a:r>
            <a:r>
              <a:rPr lang="en-US" dirty="0"/>
              <a:t> </a:t>
            </a:r>
            <a:r>
              <a:rPr lang="en-US" dirty="0" err="1"/>
              <a:t>penerbangan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pesawat</a:t>
            </a:r>
            <a:r>
              <a:rPr lang="en-US" dirty="0"/>
              <a:t> yang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berelasi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Graph.</a:t>
            </a:r>
            <a:r>
              <a:rPr lang="en-US" sz="1100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0C55E-EC96-4559-86D7-9518DAAB9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606" y="2339140"/>
            <a:ext cx="412432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4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Graph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3E14DF-47AF-49BE-942D-DDF5BE63A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138" y="2258429"/>
            <a:ext cx="3743325" cy="2628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E9DD9D-CB34-4FD5-816A-3DF104705E6D}"/>
              </a:ext>
            </a:extLst>
          </p:cNvPr>
          <p:cNvSpPr txBox="1"/>
          <p:nvPr/>
        </p:nvSpPr>
        <p:spPr>
          <a:xfrm>
            <a:off x="1556234" y="1796764"/>
            <a:ext cx="5571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Alur</a:t>
            </a:r>
            <a:r>
              <a:rPr lang="en-US" dirty="0"/>
              <a:t> yang </a:t>
            </a:r>
            <a:r>
              <a:rPr lang="en-US" dirty="0" err="1"/>
              <a:t>dilewati</a:t>
            </a:r>
            <a:r>
              <a:rPr lang="en-US" dirty="0"/>
              <a:t> graph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berbentuk</a:t>
            </a:r>
            <a:r>
              <a:rPr lang="en-US" dirty="0"/>
              <a:t> </a:t>
            </a:r>
            <a:r>
              <a:rPr lang="en-US" dirty="0" err="1"/>
              <a:t>pohon</a:t>
            </a:r>
            <a:r>
              <a:rPr lang="en-US" dirty="0"/>
              <a:t>.</a:t>
            </a:r>
          </a:p>
          <a:p>
            <a:r>
              <a:rPr lang="en-US" dirty="0"/>
              <a:t>Graph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yang </a:t>
            </a:r>
            <a:r>
              <a:rPr lang="en-US" dirty="0" err="1"/>
              <a:t>dituju</a:t>
            </a:r>
            <a:r>
              <a:rPr lang="en-US" dirty="0"/>
              <a:t>, </a:t>
            </a: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node “0” </a:t>
            </a:r>
            <a:r>
              <a:rPr lang="en-US" dirty="0" err="1"/>
              <a:t>ke</a:t>
            </a:r>
            <a:r>
              <a:rPr lang="en-US" dirty="0"/>
              <a:t> node “1”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</a:t>
            </a:r>
            <a:r>
              <a:rPr lang="en-US" dirty="0" err="1"/>
              <a:t>nya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635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Adjacency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F40EB0-B2F8-4354-946F-43A0726A4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342" y="2739401"/>
            <a:ext cx="3743325" cy="2628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155902-58F4-4CF1-B993-33EB29CB248C}"/>
              </a:ext>
            </a:extLst>
          </p:cNvPr>
          <p:cNvSpPr txBox="1"/>
          <p:nvPr/>
        </p:nvSpPr>
        <p:spPr>
          <a:xfrm>
            <a:off x="900363" y="1426439"/>
            <a:ext cx="7916259" cy="967978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Menampilkan</a:t>
            </a:r>
            <a:r>
              <a:rPr lang="en-US" dirty="0"/>
              <a:t> graph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matrik</a:t>
            </a:r>
            <a:r>
              <a:rPr lang="en-US" dirty="0"/>
              <a:t>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di </a:t>
            </a:r>
            <a:r>
              <a:rPr lang="en-US" dirty="0" err="1"/>
              <a:t>beri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node yang </a:t>
            </a:r>
            <a:r>
              <a:rPr lang="en-US" dirty="0" err="1"/>
              <a:t>dituju</a:t>
            </a:r>
            <a:r>
              <a:rPr lang="en-US" dirty="0"/>
              <a:t>. </a:t>
            </a: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ke-0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“1”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“4”, </a:t>
            </a:r>
            <a:r>
              <a:rPr lang="en-US" dirty="0" err="1"/>
              <a:t>dikarenakan</a:t>
            </a:r>
            <a:r>
              <a:rPr lang="en-US" dirty="0"/>
              <a:t> node “0” </a:t>
            </a:r>
            <a:r>
              <a:rPr lang="en-US" dirty="0" err="1"/>
              <a:t>berelasi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node 1 </a:t>
            </a:r>
            <a:r>
              <a:rPr lang="en-US" dirty="0" err="1"/>
              <a:t>dan</a:t>
            </a:r>
            <a:r>
              <a:rPr lang="en-US" dirty="0"/>
              <a:t> node 4.</a:t>
            </a:r>
            <a:endParaRPr lang="en-US" sz="11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ECCE93-FED3-47CC-BB96-3E1884A9B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735" y="2977684"/>
            <a:ext cx="4600575" cy="1485900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D7F87C60-B885-4670-A0E3-8C2EE54539FF}"/>
              </a:ext>
            </a:extLst>
          </p:cNvPr>
          <p:cNvSpPr/>
          <p:nvPr/>
        </p:nvSpPr>
        <p:spPr>
          <a:xfrm>
            <a:off x="6079010" y="3611034"/>
            <a:ext cx="310382" cy="474468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E4951D0-D4B8-4D04-AEBB-530D8BA331CC}"/>
              </a:ext>
            </a:extLst>
          </p:cNvPr>
          <p:cNvSpPr/>
          <p:nvPr/>
        </p:nvSpPr>
        <p:spPr>
          <a:xfrm>
            <a:off x="7016045" y="3496734"/>
            <a:ext cx="225777" cy="2286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3108FD-2BEE-49A5-9B36-0BD31F6444CA}"/>
              </a:ext>
            </a:extLst>
          </p:cNvPr>
          <p:cNvSpPr/>
          <p:nvPr/>
        </p:nvSpPr>
        <p:spPr>
          <a:xfrm>
            <a:off x="7016045" y="3222978"/>
            <a:ext cx="225777" cy="2286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18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5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MV Boli" panose="02000500030200090000" pitchFamily="2" charset="0"/>
                <a:cs typeface="MV Boli" panose="02000500030200090000" pitchFamily="2" charset="0"/>
              </a:rPr>
              <a:t>Penutup</a:t>
            </a:r>
            <a:endParaRPr lang="en-US" altLang="en-US" sz="2539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D3EB03-E8C0-48B1-B363-B5BCA5E58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885468"/>
              </p:ext>
            </p:extLst>
          </p:nvPr>
        </p:nvGraphicFramePr>
        <p:xfrm>
          <a:off x="2121257" y="2721935"/>
          <a:ext cx="7586269" cy="2516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3172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140</Words>
  <Application>Microsoft Macintosh PowerPoint</Application>
  <PresentationFormat>Widescreen</PresentationFormat>
  <Paragraphs>22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Berlin Sans FB</vt:lpstr>
      <vt:lpstr>Britannic Bold</vt:lpstr>
      <vt:lpstr>Calibri</vt:lpstr>
      <vt:lpstr>Calibri Light</vt:lpstr>
      <vt:lpstr>Century Gothic</vt:lpstr>
      <vt:lpstr>MV Boli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Nursantika, S.Kom., M.Cs.</cp:lastModifiedBy>
  <cp:revision>82</cp:revision>
  <dcterms:created xsi:type="dcterms:W3CDTF">2018-01-15T03:36:45Z</dcterms:created>
  <dcterms:modified xsi:type="dcterms:W3CDTF">2023-08-30T16:32:19Z</dcterms:modified>
</cp:coreProperties>
</file>