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85" r:id="rId3"/>
    <p:sldId id="291" r:id="rId4"/>
    <p:sldId id="286" r:id="rId5"/>
    <p:sldId id="292" r:id="rId6"/>
    <p:sldId id="293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97" autoAdjust="0"/>
  </p:normalViewPr>
  <p:slideViewPr>
    <p:cSldViewPr snapToGrid="0">
      <p:cViewPr varScale="1">
        <p:scale>
          <a:sx n="85" d="100"/>
          <a:sy n="85" d="100"/>
        </p:scale>
        <p:origin x="1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Searching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Referensi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7129F-01E9-4CA8-BEFC-E398E2C0EB84}"/>
              </a:ext>
            </a:extLst>
          </p:cNvPr>
          <p:cNvSpPr txBox="1"/>
          <p:nvPr/>
        </p:nvSpPr>
        <p:spPr>
          <a:xfrm>
            <a:off x="7938966" y="1859389"/>
            <a:ext cx="3652644" cy="408623"/>
          </a:xfrm>
          <a:prstGeom prst="round2Diag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Videos of http://geeksforgeeks.com/</a:t>
            </a:r>
          </a:p>
        </p:txBody>
      </p:sp>
    </p:spTree>
    <p:extLst>
      <p:ext uri="{BB962C8B-B14F-4D97-AF65-F5344CB8AC3E}">
        <p14:creationId xmlns:p14="http://schemas.microsoft.com/office/powerpoint/2010/main" val="333041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3000096" y="1828800"/>
            <a:ext cx="2209950" cy="677585"/>
          </a:xfrm>
          <a:prstGeom prst="round2Same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/>
              <a:t>Searching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 err="1"/>
              <a:t>Sequential</a:t>
            </a:r>
            <a:r>
              <a:rPr lang="ms-MY" dirty="0"/>
              <a:t> </a:t>
            </a:r>
            <a:r>
              <a:rPr lang="ms-MY" dirty="0" err="1"/>
              <a:t>Search</a:t>
            </a:r>
            <a:endParaRPr lang="ms-MY" dirty="0"/>
          </a:p>
        </p:txBody>
      </p:sp>
    </p:spTree>
    <p:extLst>
      <p:ext uri="{BB962C8B-B14F-4D97-AF65-F5344CB8AC3E}">
        <p14:creationId xmlns:p14="http://schemas.microsoft.com/office/powerpoint/2010/main" val="299478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Searching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52A00-051B-48E1-9CCB-5D2BD55FAC2C}"/>
              </a:ext>
            </a:extLst>
          </p:cNvPr>
          <p:cNvSpPr txBox="1"/>
          <p:nvPr/>
        </p:nvSpPr>
        <p:spPr>
          <a:xfrm>
            <a:off x="2534418" y="1674674"/>
            <a:ext cx="6502399" cy="19409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Pencarian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array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,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paling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dicari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Jika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array, </a:t>
            </a:r>
            <a:r>
              <a:rPr lang="en-US" dirty="0" err="1"/>
              <a:t>maka</a:t>
            </a:r>
            <a:r>
              <a:rPr lang="en-US" dirty="0"/>
              <a:t> data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diindeks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Jika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array,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-1 </a:t>
            </a:r>
            <a:r>
              <a:rPr lang="en-US" dirty="0" err="1"/>
              <a:t>dan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60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Sequential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52A00-051B-48E1-9CCB-5D2BD55FAC2C}"/>
              </a:ext>
            </a:extLst>
          </p:cNvPr>
          <p:cNvSpPr txBox="1"/>
          <p:nvPr/>
        </p:nvSpPr>
        <p:spPr>
          <a:xfrm>
            <a:off x="645460" y="1855147"/>
            <a:ext cx="6502399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Intup</a:t>
            </a:r>
            <a:r>
              <a:rPr lang="en-US" dirty="0"/>
              <a:t> </a:t>
            </a:r>
            <a:r>
              <a:rPr lang="en-US" dirty="0" err="1"/>
              <a:t>serangkaian</a:t>
            </a:r>
            <a:r>
              <a:rPr lang="en-US" dirty="0"/>
              <a:t> array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x = 110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Ditemukan</a:t>
            </a:r>
            <a:r>
              <a:rPr lang="en-US" dirty="0"/>
              <a:t> di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A2187-CC10-4A11-ADD6-36DF5BB3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711" y="3144657"/>
            <a:ext cx="4994442" cy="180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879D23-8181-497D-9AE7-FFE6A988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055" y="3212818"/>
            <a:ext cx="5977751" cy="2149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B1590-DE4C-4479-AF36-926F06810A64}"/>
              </a:ext>
            </a:extLst>
          </p:cNvPr>
          <p:cNvSpPr txBox="1"/>
          <p:nvPr/>
        </p:nvSpPr>
        <p:spPr>
          <a:xfrm>
            <a:off x="645460" y="1855147"/>
            <a:ext cx="6502399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Intup</a:t>
            </a:r>
            <a:r>
              <a:rPr lang="en-US" dirty="0"/>
              <a:t> </a:t>
            </a:r>
            <a:r>
              <a:rPr lang="en-US" dirty="0" err="1"/>
              <a:t>serangkaian</a:t>
            </a:r>
            <a:r>
              <a:rPr lang="en-US" dirty="0"/>
              <a:t> array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x = 175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di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manapun</a:t>
            </a:r>
            <a:endParaRPr lang="en-US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15A0378-9F58-459B-8052-427C28363C93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Sequential Search</a:t>
            </a:r>
          </a:p>
        </p:txBody>
      </p:sp>
    </p:spTree>
    <p:extLst>
      <p:ext uri="{BB962C8B-B14F-4D97-AF65-F5344CB8AC3E}">
        <p14:creationId xmlns:p14="http://schemas.microsoft.com/office/powerpoint/2010/main" val="343376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125</Words>
  <Application>Microsoft Macintosh PowerPoint</Application>
  <PresentationFormat>Widescreen</PresentationFormat>
  <Paragraphs>25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86</cp:revision>
  <dcterms:created xsi:type="dcterms:W3CDTF">2018-01-15T03:36:45Z</dcterms:created>
  <dcterms:modified xsi:type="dcterms:W3CDTF">2023-08-30T16:08:58Z</dcterms:modified>
</cp:coreProperties>
</file>