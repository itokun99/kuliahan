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91" r:id="rId3"/>
    <p:sldId id="292" r:id="rId4"/>
    <p:sldId id="280" r:id="rId5"/>
    <p:sldId id="334" r:id="rId6"/>
    <p:sldId id="282" r:id="rId7"/>
    <p:sldId id="304" r:id="rId8"/>
    <p:sldId id="302" r:id="rId9"/>
    <p:sldId id="308" r:id="rId10"/>
    <p:sldId id="322" r:id="rId11"/>
    <p:sldId id="305" r:id="rId12"/>
    <p:sldId id="323" r:id="rId13"/>
    <p:sldId id="309" r:id="rId14"/>
    <p:sldId id="307" r:id="rId15"/>
    <p:sldId id="298" r:id="rId16"/>
    <p:sldId id="324" r:id="rId17"/>
    <p:sldId id="328" r:id="rId18"/>
    <p:sldId id="329" r:id="rId19"/>
    <p:sldId id="300" r:id="rId20"/>
    <p:sldId id="301" r:id="rId21"/>
    <p:sldId id="327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AFB6"/>
    <a:srgbClr val="BAEDF0"/>
    <a:srgbClr val="176367"/>
    <a:srgbClr val="D2F3F6"/>
    <a:srgbClr val="EB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30" autoAdjust="0"/>
  </p:normalViewPr>
  <p:slideViewPr>
    <p:cSldViewPr snapToGrid="0">
      <p:cViewPr varScale="1">
        <p:scale>
          <a:sx n="40" d="100"/>
          <a:sy n="40" d="100"/>
        </p:scale>
        <p:origin x="48" y="10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520EE7-A50D-4AF0-B469-6374EABE2B9B}" type="doc">
      <dgm:prSet loTypeId="urn:microsoft.com/office/officeart/2005/8/layout/hChevron3" loCatId="process" qsTypeId="urn:microsoft.com/office/officeart/2005/8/quickstyle/simple1" qsCatId="simple" csTypeId="urn:microsoft.com/office/officeart/2005/8/colors/accent4_5" csCatId="accent4" phldr="1"/>
      <dgm:spPr/>
    </dgm:pt>
    <dgm:pt modelId="{DC7A2D80-12E7-409D-9F82-FD72EDDDCBBB}">
      <dgm:prSet phldrT="[Text]"/>
      <dgm:spPr>
        <a:noFill/>
        <a:ln>
          <a:solidFill>
            <a:srgbClr val="41B3A5"/>
          </a:solidFill>
        </a:ln>
      </dgm:spPr>
      <dgm:t>
        <a:bodyPr/>
        <a:lstStyle/>
        <a:p>
          <a:r>
            <a:rPr lang="en-US" b="0" cap="none" spc="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Inisiasi</a:t>
          </a:r>
          <a:r>
            <a: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3</a:t>
          </a:r>
        </a:p>
      </dgm:t>
    </dgm:pt>
    <dgm:pt modelId="{14176974-E674-4BBB-A683-929F953AD0A6}" type="parTrans" cxnId="{9CDA4A5F-10FE-4FC0-870B-DBF27385F8FD}">
      <dgm:prSet/>
      <dgm:spPr/>
      <dgm:t>
        <a:bodyPr/>
        <a:lstStyle/>
        <a:p>
          <a:endParaRPr lang="en-US"/>
        </a:p>
      </dgm:t>
    </dgm:pt>
    <dgm:pt modelId="{BADC35D7-3E18-4738-9753-52A4D5A6C094}" type="sibTrans" cxnId="{9CDA4A5F-10FE-4FC0-870B-DBF27385F8FD}">
      <dgm:prSet/>
      <dgm:spPr/>
      <dgm:t>
        <a:bodyPr/>
        <a:lstStyle/>
        <a:p>
          <a:endParaRPr lang="en-US"/>
        </a:p>
      </dgm:t>
    </dgm:pt>
    <dgm:pt modelId="{A237CC73-3B74-4F18-B250-0C93DB5DFB7D}" type="pres">
      <dgm:prSet presAssocID="{1D520EE7-A50D-4AF0-B469-6374EABE2B9B}" presName="Name0" presStyleCnt="0">
        <dgm:presLayoutVars>
          <dgm:dir/>
          <dgm:resizeHandles val="exact"/>
        </dgm:presLayoutVars>
      </dgm:prSet>
      <dgm:spPr/>
    </dgm:pt>
    <dgm:pt modelId="{A06EA6E8-530E-4F14-9B05-515A71451D98}" type="pres">
      <dgm:prSet presAssocID="{DC7A2D80-12E7-409D-9F82-FD72EDDDCBBB}" presName="parTxOnly" presStyleLbl="node1" presStyleIdx="0" presStyleCnt="1">
        <dgm:presLayoutVars>
          <dgm:bulletEnabled val="1"/>
        </dgm:presLayoutVars>
      </dgm:prSet>
      <dgm:spPr/>
    </dgm:pt>
  </dgm:ptLst>
  <dgm:cxnLst>
    <dgm:cxn modelId="{5B73DE0B-85E5-4EDD-9B0E-323DF14222E9}" type="presOf" srcId="{1D520EE7-A50D-4AF0-B469-6374EABE2B9B}" destId="{A237CC73-3B74-4F18-B250-0C93DB5DFB7D}" srcOrd="0" destOrd="0" presId="urn:microsoft.com/office/officeart/2005/8/layout/hChevron3"/>
    <dgm:cxn modelId="{9CDA4A5F-10FE-4FC0-870B-DBF27385F8FD}" srcId="{1D520EE7-A50D-4AF0-B469-6374EABE2B9B}" destId="{DC7A2D80-12E7-409D-9F82-FD72EDDDCBBB}" srcOrd="0" destOrd="0" parTransId="{14176974-E674-4BBB-A683-929F953AD0A6}" sibTransId="{BADC35D7-3E18-4738-9753-52A4D5A6C094}"/>
    <dgm:cxn modelId="{98A991B9-1818-4E49-9852-BA0A19B5C768}" type="presOf" srcId="{DC7A2D80-12E7-409D-9F82-FD72EDDDCBBB}" destId="{A06EA6E8-530E-4F14-9B05-515A71451D98}" srcOrd="0" destOrd="0" presId="urn:microsoft.com/office/officeart/2005/8/layout/hChevron3"/>
    <dgm:cxn modelId="{75EB53EB-110A-4FA1-8380-375502978EC8}" type="presParOf" srcId="{A237CC73-3B74-4F18-B250-0C93DB5DFB7D}" destId="{A06EA6E8-530E-4F14-9B05-515A71451D98}" srcOrd="0" destOrd="0" presId="urn:microsoft.com/office/officeart/2005/8/layout/hChevron3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8890EA-A376-4B79-9482-B9308CEB8AE8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BF1D4182-ECDF-4EB7-8F7D-01F81BBB2898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/>
            <a:t>Array </a:t>
          </a:r>
          <a:r>
            <a:rPr lang="en-US" sz="1600" dirty="0" err="1"/>
            <a:t>satu</a:t>
          </a:r>
          <a:r>
            <a:rPr lang="en-US" sz="1600" dirty="0"/>
            <a:t> </a:t>
          </a:r>
          <a:r>
            <a:rPr lang="en-US" sz="1600" dirty="0" err="1"/>
            <a:t>dimensi</a:t>
          </a:r>
          <a:endParaRPr lang="en-US" sz="1600" dirty="0"/>
        </a:p>
      </dgm:t>
    </dgm:pt>
    <dgm:pt modelId="{6B0AFCAA-31D2-4D4F-9ADB-5C6804226990}" type="parTrans" cxnId="{CAB86358-63CD-48CA-A5F3-0A5347287266}">
      <dgm:prSet/>
      <dgm:spPr/>
      <dgm:t>
        <a:bodyPr/>
        <a:lstStyle/>
        <a:p>
          <a:endParaRPr lang="en-US" sz="1600"/>
        </a:p>
      </dgm:t>
    </dgm:pt>
    <dgm:pt modelId="{A2A196A7-9B89-41F7-8928-E3C5523C1C19}" type="sibTrans" cxnId="{CAB86358-63CD-48CA-A5F3-0A5347287266}">
      <dgm:prSet/>
      <dgm:spPr/>
      <dgm:t>
        <a:bodyPr/>
        <a:lstStyle/>
        <a:p>
          <a:endParaRPr lang="en-US" sz="1600"/>
        </a:p>
      </dgm:t>
    </dgm:pt>
    <dgm:pt modelId="{918F4DD6-1F14-4A8D-AB51-803CA7CBFDE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Misal</a:t>
          </a:r>
          <a:r>
            <a:rPr lang="en-US" sz="1600" dirty="0"/>
            <a:t>, </a:t>
          </a:r>
          <a:r>
            <a:rPr lang="en-US" sz="1600" dirty="0" err="1"/>
            <a:t>memiliki</a:t>
          </a:r>
          <a:r>
            <a:rPr lang="en-US" sz="1600" dirty="0"/>
            <a:t> lima </a:t>
          </a:r>
          <a:r>
            <a:rPr lang="en-US" sz="1600" dirty="0" err="1"/>
            <a:t>elemen</a:t>
          </a:r>
          <a:endParaRPr lang="en-US" sz="1600" dirty="0"/>
        </a:p>
      </dgm:t>
    </dgm:pt>
    <dgm:pt modelId="{772B7B6E-AF20-4A92-ACD7-B5FD7B68BFFA}" type="parTrans" cxnId="{E6996C21-BAC4-4959-850C-3214FCAFE3E1}">
      <dgm:prSet/>
      <dgm:spPr/>
      <dgm:t>
        <a:bodyPr/>
        <a:lstStyle/>
        <a:p>
          <a:endParaRPr lang="en-US" sz="1600"/>
        </a:p>
      </dgm:t>
    </dgm:pt>
    <dgm:pt modelId="{0DC19C9C-4ACD-460D-A959-6A9AA71FA05E}" type="sibTrans" cxnId="{E6996C21-BAC4-4959-850C-3214FCAFE3E1}">
      <dgm:prSet/>
      <dgm:spPr/>
      <dgm:t>
        <a:bodyPr/>
        <a:lstStyle/>
        <a:p>
          <a:endParaRPr lang="en-US" sz="1600"/>
        </a:p>
      </dgm:t>
    </dgm:pt>
    <dgm:pt modelId="{B9871A3B-771C-4D95-907B-471CF0425667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Posisi</a:t>
          </a:r>
          <a:r>
            <a:rPr lang="en-US" sz="1600" dirty="0"/>
            <a:t> </a:t>
          </a:r>
          <a:r>
            <a:rPr lang="en-US" sz="1600" dirty="0" err="1"/>
            <a:t>elemen</a:t>
          </a:r>
          <a:r>
            <a:rPr lang="en-US" sz="1600" dirty="0"/>
            <a:t> </a:t>
          </a:r>
          <a:r>
            <a:rPr lang="en-US" sz="1600" dirty="0" err="1"/>
            <a:t>dapat</a:t>
          </a:r>
          <a:r>
            <a:rPr lang="en-US" sz="1600" dirty="0"/>
            <a:t> </a:t>
          </a:r>
          <a:r>
            <a:rPr lang="en-US" sz="1600" dirty="0" err="1"/>
            <a:t>dikatakan</a:t>
          </a:r>
          <a:r>
            <a:rPr lang="en-US" sz="1600" dirty="0"/>
            <a:t> </a:t>
          </a:r>
          <a:r>
            <a:rPr lang="en-US" sz="1600" dirty="0" err="1"/>
            <a:t>sebagai</a:t>
          </a:r>
          <a:r>
            <a:rPr lang="en-US" sz="1600" dirty="0"/>
            <a:t> </a:t>
          </a:r>
          <a:r>
            <a:rPr lang="en-US" sz="1600" dirty="0" err="1"/>
            <a:t>indek</a:t>
          </a:r>
          <a:endParaRPr lang="en-US" sz="1600" dirty="0"/>
        </a:p>
      </dgm:t>
    </dgm:pt>
    <dgm:pt modelId="{A2D38648-91BD-4FD3-9454-BC592B919B51}" type="parTrans" cxnId="{1BE4A6BB-7BD5-45F4-853C-8934C7E83ECB}">
      <dgm:prSet/>
      <dgm:spPr/>
      <dgm:t>
        <a:bodyPr/>
        <a:lstStyle/>
        <a:p>
          <a:endParaRPr lang="en-US" sz="1600"/>
        </a:p>
      </dgm:t>
    </dgm:pt>
    <dgm:pt modelId="{D4BB121D-A4AA-4BE8-AD26-8FE002033578}" type="sibTrans" cxnId="{1BE4A6BB-7BD5-45F4-853C-8934C7E83ECB}">
      <dgm:prSet/>
      <dgm:spPr/>
      <dgm:t>
        <a:bodyPr/>
        <a:lstStyle/>
        <a:p>
          <a:endParaRPr lang="en-US" sz="1600"/>
        </a:p>
      </dgm:t>
    </dgm:pt>
    <dgm:pt modelId="{82E9C6DD-832A-4A8A-8D4A-271CF6095D03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Indeks</a:t>
          </a:r>
          <a:r>
            <a:rPr lang="en-US" sz="1600" dirty="0"/>
            <a:t> = 0 </a:t>
          </a:r>
          <a:r>
            <a:rPr lang="en-US" sz="1600" dirty="0" err="1"/>
            <a:t>sampai</a:t>
          </a:r>
          <a:r>
            <a:rPr lang="en-US" sz="1600" dirty="0"/>
            <a:t> 4, </a:t>
          </a:r>
          <a:r>
            <a:rPr lang="en-US" sz="1600" dirty="0" err="1"/>
            <a:t>sehingga</a:t>
          </a:r>
          <a:r>
            <a:rPr lang="en-US" sz="1600" dirty="0"/>
            <a:t> </a:t>
          </a:r>
          <a:r>
            <a:rPr lang="en-US" sz="1600" dirty="0" err="1"/>
            <a:t>jumlah</a:t>
          </a:r>
          <a:r>
            <a:rPr lang="en-US" sz="1600" dirty="0"/>
            <a:t> </a:t>
          </a:r>
          <a:r>
            <a:rPr lang="en-US" sz="1600" dirty="0" err="1"/>
            <a:t>elemen</a:t>
          </a:r>
          <a:r>
            <a:rPr lang="en-US" sz="1600" dirty="0"/>
            <a:t> </a:t>
          </a:r>
          <a:r>
            <a:rPr lang="en-US" sz="1600" dirty="0" err="1"/>
            <a:t>adalah</a:t>
          </a:r>
          <a:r>
            <a:rPr lang="en-US" sz="1600" dirty="0"/>
            <a:t> 5</a:t>
          </a:r>
        </a:p>
      </dgm:t>
    </dgm:pt>
    <dgm:pt modelId="{0E7B4413-A046-48A6-BC34-AAA31D621255}" type="parTrans" cxnId="{67CDD0C2-9DBD-4CC5-B6DB-8021801AFDB5}">
      <dgm:prSet/>
      <dgm:spPr/>
      <dgm:t>
        <a:bodyPr/>
        <a:lstStyle/>
        <a:p>
          <a:endParaRPr lang="en-US" sz="1600"/>
        </a:p>
      </dgm:t>
    </dgm:pt>
    <dgm:pt modelId="{8CAA7D72-7D58-428D-A2FD-222D342C9AEC}" type="sibTrans" cxnId="{67CDD0C2-9DBD-4CC5-B6DB-8021801AFDB5}">
      <dgm:prSet/>
      <dgm:spPr/>
      <dgm:t>
        <a:bodyPr/>
        <a:lstStyle/>
        <a:p>
          <a:endParaRPr lang="en-US" sz="1600"/>
        </a:p>
      </dgm:t>
    </dgm:pt>
    <dgm:pt modelId="{9D54FC11-3D54-45DC-B5CA-47CE1ED332CE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Seperti</a:t>
          </a:r>
          <a:r>
            <a:rPr lang="en-US" sz="1600" dirty="0"/>
            <a:t> </a:t>
          </a:r>
          <a:r>
            <a:rPr lang="en-US" sz="1600" dirty="0" err="1"/>
            <a:t>vektor</a:t>
          </a:r>
          <a:endParaRPr lang="en-US" sz="1600" dirty="0"/>
        </a:p>
      </dgm:t>
    </dgm:pt>
    <dgm:pt modelId="{F8C700B8-850F-4CC0-A2B7-AD97657E4193}" type="parTrans" cxnId="{76C0691C-939A-41E2-A237-AFB34E465BEE}">
      <dgm:prSet/>
      <dgm:spPr/>
      <dgm:t>
        <a:bodyPr/>
        <a:lstStyle/>
        <a:p>
          <a:endParaRPr lang="en-US" sz="1600"/>
        </a:p>
      </dgm:t>
    </dgm:pt>
    <dgm:pt modelId="{4D93EA5E-782C-4D95-BDCF-D15B343F1DC0}" type="sibTrans" cxnId="{76C0691C-939A-41E2-A237-AFB34E465BEE}">
      <dgm:prSet/>
      <dgm:spPr/>
      <dgm:t>
        <a:bodyPr/>
        <a:lstStyle/>
        <a:p>
          <a:endParaRPr lang="en-US" sz="1600"/>
        </a:p>
      </dgm:t>
    </dgm:pt>
    <dgm:pt modelId="{300D8940-7200-4BAC-9669-8244968D5961}" type="pres">
      <dgm:prSet presAssocID="{998890EA-A376-4B79-9482-B9308CEB8AE8}" presName="linear" presStyleCnt="0">
        <dgm:presLayoutVars>
          <dgm:animLvl val="lvl"/>
          <dgm:resizeHandles val="exact"/>
        </dgm:presLayoutVars>
      </dgm:prSet>
      <dgm:spPr/>
    </dgm:pt>
    <dgm:pt modelId="{07D64326-D1BD-4773-85AD-F28A3B7F910A}" type="pres">
      <dgm:prSet presAssocID="{BF1D4182-ECDF-4EB7-8F7D-01F81BBB2898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6FD5110-0D5A-4D2A-B1F7-7E81AF404DBD}" type="pres">
      <dgm:prSet presAssocID="{A2A196A7-9B89-41F7-8928-E3C5523C1C19}" presName="spacer" presStyleCnt="0"/>
      <dgm:spPr/>
    </dgm:pt>
    <dgm:pt modelId="{67A252AD-F561-4C64-98F5-D5DF8029BA61}" type="pres">
      <dgm:prSet presAssocID="{918F4DD6-1F14-4A8D-AB51-803CA7CBFDE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2118A80-E44C-4D84-9CF8-C5BD378FA0CD}" type="pres">
      <dgm:prSet presAssocID="{0DC19C9C-4ACD-460D-A959-6A9AA71FA05E}" presName="spacer" presStyleCnt="0"/>
      <dgm:spPr/>
    </dgm:pt>
    <dgm:pt modelId="{26154DD5-F72D-46F0-BDD2-8BFFF1D9730C}" type="pres">
      <dgm:prSet presAssocID="{B9871A3B-771C-4D95-907B-471CF0425667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473F828-5817-40CD-BA94-1A0F5BAAC845}" type="pres">
      <dgm:prSet presAssocID="{D4BB121D-A4AA-4BE8-AD26-8FE002033578}" presName="spacer" presStyleCnt="0"/>
      <dgm:spPr/>
    </dgm:pt>
    <dgm:pt modelId="{36E73B8D-D0F1-41DD-A1A7-DB450BFDE50B}" type="pres">
      <dgm:prSet presAssocID="{82E9C6DD-832A-4A8A-8D4A-271CF6095D0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F5AB1C7-2B00-4BB3-9420-0AC3648CA7EA}" type="pres">
      <dgm:prSet presAssocID="{8CAA7D72-7D58-428D-A2FD-222D342C9AEC}" presName="spacer" presStyleCnt="0"/>
      <dgm:spPr/>
    </dgm:pt>
    <dgm:pt modelId="{51E38D05-48F3-47AB-A4B9-02938AAB0436}" type="pres">
      <dgm:prSet presAssocID="{9D54FC11-3D54-45DC-B5CA-47CE1ED332C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C0691C-939A-41E2-A237-AFB34E465BEE}" srcId="{998890EA-A376-4B79-9482-B9308CEB8AE8}" destId="{9D54FC11-3D54-45DC-B5CA-47CE1ED332CE}" srcOrd="4" destOrd="0" parTransId="{F8C700B8-850F-4CC0-A2B7-AD97657E4193}" sibTransId="{4D93EA5E-782C-4D95-BDCF-D15B343F1DC0}"/>
    <dgm:cxn modelId="{E6996C21-BAC4-4959-850C-3214FCAFE3E1}" srcId="{998890EA-A376-4B79-9482-B9308CEB8AE8}" destId="{918F4DD6-1F14-4A8D-AB51-803CA7CBFDE8}" srcOrd="1" destOrd="0" parTransId="{772B7B6E-AF20-4A92-ACD7-B5FD7B68BFFA}" sibTransId="{0DC19C9C-4ACD-460D-A959-6A9AA71FA05E}"/>
    <dgm:cxn modelId="{E1AE4F2B-FFEE-4F7F-989C-AA4B1EA56736}" type="presOf" srcId="{9D54FC11-3D54-45DC-B5CA-47CE1ED332CE}" destId="{51E38D05-48F3-47AB-A4B9-02938AAB0436}" srcOrd="0" destOrd="0" presId="urn:microsoft.com/office/officeart/2005/8/layout/vList2"/>
    <dgm:cxn modelId="{CAB86358-63CD-48CA-A5F3-0A5347287266}" srcId="{998890EA-A376-4B79-9482-B9308CEB8AE8}" destId="{BF1D4182-ECDF-4EB7-8F7D-01F81BBB2898}" srcOrd="0" destOrd="0" parTransId="{6B0AFCAA-31D2-4D4F-9ADB-5C6804226990}" sibTransId="{A2A196A7-9B89-41F7-8928-E3C5523C1C19}"/>
    <dgm:cxn modelId="{9E9B4E9A-EDF7-47D0-90E7-5763D5F70B9E}" type="presOf" srcId="{B9871A3B-771C-4D95-907B-471CF0425667}" destId="{26154DD5-F72D-46F0-BDD2-8BFFF1D9730C}" srcOrd="0" destOrd="0" presId="urn:microsoft.com/office/officeart/2005/8/layout/vList2"/>
    <dgm:cxn modelId="{1BE4A6BB-7BD5-45F4-853C-8934C7E83ECB}" srcId="{998890EA-A376-4B79-9482-B9308CEB8AE8}" destId="{B9871A3B-771C-4D95-907B-471CF0425667}" srcOrd="2" destOrd="0" parTransId="{A2D38648-91BD-4FD3-9454-BC592B919B51}" sibTransId="{D4BB121D-A4AA-4BE8-AD26-8FE002033578}"/>
    <dgm:cxn modelId="{B581F9BC-57E1-4DD9-AA54-6CBDB1329348}" type="presOf" srcId="{82E9C6DD-832A-4A8A-8D4A-271CF6095D03}" destId="{36E73B8D-D0F1-41DD-A1A7-DB450BFDE50B}" srcOrd="0" destOrd="0" presId="urn:microsoft.com/office/officeart/2005/8/layout/vList2"/>
    <dgm:cxn modelId="{67CDD0C2-9DBD-4CC5-B6DB-8021801AFDB5}" srcId="{998890EA-A376-4B79-9482-B9308CEB8AE8}" destId="{82E9C6DD-832A-4A8A-8D4A-271CF6095D03}" srcOrd="3" destOrd="0" parTransId="{0E7B4413-A046-48A6-BC34-AAA31D621255}" sibTransId="{8CAA7D72-7D58-428D-A2FD-222D342C9AEC}"/>
    <dgm:cxn modelId="{963AF9DD-17B7-47E6-87D4-206616E37D9A}" type="presOf" srcId="{BF1D4182-ECDF-4EB7-8F7D-01F81BBB2898}" destId="{07D64326-D1BD-4773-85AD-F28A3B7F910A}" srcOrd="0" destOrd="0" presId="urn:microsoft.com/office/officeart/2005/8/layout/vList2"/>
    <dgm:cxn modelId="{B42EE7E4-2389-4C92-B907-92C543D71A63}" type="presOf" srcId="{998890EA-A376-4B79-9482-B9308CEB8AE8}" destId="{300D8940-7200-4BAC-9669-8244968D5961}" srcOrd="0" destOrd="0" presId="urn:microsoft.com/office/officeart/2005/8/layout/vList2"/>
    <dgm:cxn modelId="{C874F1F6-FFF0-4CC1-B01D-5291247797D7}" type="presOf" srcId="{918F4DD6-1F14-4A8D-AB51-803CA7CBFDE8}" destId="{67A252AD-F561-4C64-98F5-D5DF8029BA61}" srcOrd="0" destOrd="0" presId="urn:microsoft.com/office/officeart/2005/8/layout/vList2"/>
    <dgm:cxn modelId="{6A8F2160-1D39-4401-B834-37483777520A}" type="presParOf" srcId="{300D8940-7200-4BAC-9669-8244968D5961}" destId="{07D64326-D1BD-4773-85AD-F28A3B7F910A}" srcOrd="0" destOrd="0" presId="urn:microsoft.com/office/officeart/2005/8/layout/vList2"/>
    <dgm:cxn modelId="{06AF22D2-D987-4A7D-8E7D-20B765024548}" type="presParOf" srcId="{300D8940-7200-4BAC-9669-8244968D5961}" destId="{36FD5110-0D5A-4D2A-B1F7-7E81AF404DBD}" srcOrd="1" destOrd="0" presId="urn:microsoft.com/office/officeart/2005/8/layout/vList2"/>
    <dgm:cxn modelId="{B2CD1033-F7FD-48B7-BF75-CC032399F54E}" type="presParOf" srcId="{300D8940-7200-4BAC-9669-8244968D5961}" destId="{67A252AD-F561-4C64-98F5-D5DF8029BA61}" srcOrd="2" destOrd="0" presId="urn:microsoft.com/office/officeart/2005/8/layout/vList2"/>
    <dgm:cxn modelId="{A84A2623-8D30-4C4E-9C80-100460B22F7C}" type="presParOf" srcId="{300D8940-7200-4BAC-9669-8244968D5961}" destId="{52118A80-E44C-4D84-9CF8-C5BD378FA0CD}" srcOrd="3" destOrd="0" presId="urn:microsoft.com/office/officeart/2005/8/layout/vList2"/>
    <dgm:cxn modelId="{C427F467-B96F-44E2-89E1-32B33BF6E580}" type="presParOf" srcId="{300D8940-7200-4BAC-9669-8244968D5961}" destId="{26154DD5-F72D-46F0-BDD2-8BFFF1D9730C}" srcOrd="4" destOrd="0" presId="urn:microsoft.com/office/officeart/2005/8/layout/vList2"/>
    <dgm:cxn modelId="{68D46AC6-D834-4834-923D-972F88F1D4D3}" type="presParOf" srcId="{300D8940-7200-4BAC-9669-8244968D5961}" destId="{A473F828-5817-40CD-BA94-1A0F5BAAC845}" srcOrd="5" destOrd="0" presId="urn:microsoft.com/office/officeart/2005/8/layout/vList2"/>
    <dgm:cxn modelId="{615FE65D-FF96-4F3F-96A2-00FF462D2AF0}" type="presParOf" srcId="{300D8940-7200-4BAC-9669-8244968D5961}" destId="{36E73B8D-D0F1-41DD-A1A7-DB450BFDE50B}" srcOrd="6" destOrd="0" presId="urn:microsoft.com/office/officeart/2005/8/layout/vList2"/>
    <dgm:cxn modelId="{4399E951-CB49-4E18-AEC4-EE516A61156E}" type="presParOf" srcId="{300D8940-7200-4BAC-9669-8244968D5961}" destId="{FF5AB1C7-2B00-4BB3-9420-0AC3648CA7EA}" srcOrd="7" destOrd="0" presId="urn:microsoft.com/office/officeart/2005/8/layout/vList2"/>
    <dgm:cxn modelId="{92EAE391-86BF-4623-A7C1-3028B0937C7A}" type="presParOf" srcId="{300D8940-7200-4BAC-9669-8244968D5961}" destId="{51E38D05-48F3-47AB-A4B9-02938AAB0436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5765BB-C708-4D00-BF4E-FECE922497BD}" type="doc">
      <dgm:prSet loTypeId="urn:microsoft.com/office/officeart/2005/8/layout/v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7FE581F-2FEA-4401-A955-06BAE0B91D9E}">
      <dgm:prSet phldrT="[Text]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dirty="0" err="1"/>
            <a:t>Alamat</a:t>
          </a:r>
          <a:r>
            <a:rPr lang="en-US" dirty="0"/>
            <a:t> array, </a:t>
          </a:r>
          <a:r>
            <a:rPr lang="en-US" dirty="0" err="1"/>
            <a:t>bersebelahan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indeks</a:t>
          </a:r>
          <a:r>
            <a:rPr lang="en-US" dirty="0"/>
            <a:t> array</a:t>
          </a:r>
        </a:p>
      </dgm:t>
    </dgm:pt>
    <dgm:pt modelId="{626173A4-912C-4EA9-A135-42EF5B0ADE99}" type="parTrans" cxnId="{BC558F5B-66C5-4968-8741-523FB1D54490}">
      <dgm:prSet/>
      <dgm:spPr/>
      <dgm:t>
        <a:bodyPr/>
        <a:lstStyle/>
        <a:p>
          <a:endParaRPr lang="en-US"/>
        </a:p>
      </dgm:t>
    </dgm:pt>
    <dgm:pt modelId="{C63E6F96-43B9-40EB-AC57-8088C54BA8F1}" type="sibTrans" cxnId="{BC558F5B-66C5-4968-8741-523FB1D54490}">
      <dgm:prSet/>
      <dgm:spPr/>
      <dgm:t>
        <a:bodyPr/>
        <a:lstStyle/>
        <a:p>
          <a:endParaRPr lang="en-US"/>
        </a:p>
      </dgm:t>
    </dgm:pt>
    <dgm:pt modelId="{9169E3F6-780B-452C-9B6F-327941DCDD99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dirty="0" err="1"/>
            <a:t>Penomoran</a:t>
          </a:r>
          <a:r>
            <a:rPr lang="en-US" dirty="0"/>
            <a:t> </a:t>
          </a:r>
          <a:r>
            <a:rPr lang="en-US" dirty="0" err="1"/>
            <a:t>alamat</a:t>
          </a:r>
          <a:r>
            <a:rPr lang="en-US" dirty="0"/>
            <a:t> array </a:t>
          </a:r>
          <a:r>
            <a:rPr lang="en-US" dirty="0" err="1"/>
            <a:t>tergantung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komputernya</a:t>
          </a:r>
          <a:endParaRPr lang="en-US" dirty="0"/>
        </a:p>
      </dgm:t>
    </dgm:pt>
    <dgm:pt modelId="{E4A147BA-4A70-4775-91AF-7FCA62A51F77}" type="parTrans" cxnId="{09C7F588-88B5-4FDB-8D23-6CB00BAFB205}">
      <dgm:prSet/>
      <dgm:spPr/>
      <dgm:t>
        <a:bodyPr/>
        <a:lstStyle/>
        <a:p>
          <a:endParaRPr lang="en-US"/>
        </a:p>
      </dgm:t>
    </dgm:pt>
    <dgm:pt modelId="{E4574C3B-C038-4761-A0B5-B44B5DDE1ACC}" type="sibTrans" cxnId="{09C7F588-88B5-4FDB-8D23-6CB00BAFB205}">
      <dgm:prSet/>
      <dgm:spPr/>
      <dgm:t>
        <a:bodyPr/>
        <a:lstStyle/>
        <a:p>
          <a:endParaRPr lang="en-US"/>
        </a:p>
      </dgm:t>
    </dgm:pt>
    <dgm:pt modelId="{107B276D-0483-4A89-8938-5B8A277A2AD7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dirty="0" err="1"/>
            <a:t>Setiap</a:t>
          </a:r>
          <a:r>
            <a:rPr lang="en-US" dirty="0"/>
            <a:t> computer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memiliki</a:t>
          </a:r>
          <a:r>
            <a:rPr lang="en-US" dirty="0"/>
            <a:t> </a:t>
          </a:r>
          <a:r>
            <a:rPr lang="en-US" dirty="0" err="1"/>
            <a:t>alamat</a:t>
          </a:r>
          <a:r>
            <a:rPr lang="en-US" dirty="0"/>
            <a:t> yang </a:t>
          </a:r>
          <a:r>
            <a:rPr lang="en-US" dirty="0" err="1"/>
            <a:t>berbeda</a:t>
          </a:r>
          <a:r>
            <a:rPr lang="en-US" dirty="0"/>
            <a:t> </a:t>
          </a:r>
          <a:r>
            <a:rPr lang="en-US" dirty="0" err="1"/>
            <a:t>untuk</a:t>
          </a:r>
          <a:r>
            <a:rPr lang="en-US" dirty="0"/>
            <a:t> </a:t>
          </a:r>
          <a:r>
            <a:rPr lang="en-US" dirty="0" err="1"/>
            <a:t>nama</a:t>
          </a:r>
          <a:r>
            <a:rPr lang="en-US" dirty="0"/>
            <a:t> variable array yang </a:t>
          </a:r>
          <a:r>
            <a:rPr lang="en-US" dirty="0" err="1"/>
            <a:t>sama</a:t>
          </a:r>
          <a:endParaRPr lang="en-US" dirty="0"/>
        </a:p>
      </dgm:t>
    </dgm:pt>
    <dgm:pt modelId="{E6BC970E-E065-4616-B8D7-FFE519B0C11A}" type="parTrans" cxnId="{C90F1A11-1314-43EE-B47D-D7D9E6D19147}">
      <dgm:prSet/>
      <dgm:spPr/>
      <dgm:t>
        <a:bodyPr/>
        <a:lstStyle/>
        <a:p>
          <a:endParaRPr lang="en-US"/>
        </a:p>
      </dgm:t>
    </dgm:pt>
    <dgm:pt modelId="{B5B39624-7AF8-447E-814E-A395FBEFA450}" type="sibTrans" cxnId="{C90F1A11-1314-43EE-B47D-D7D9E6D19147}">
      <dgm:prSet/>
      <dgm:spPr/>
      <dgm:t>
        <a:bodyPr/>
        <a:lstStyle/>
        <a:p>
          <a:endParaRPr lang="en-US"/>
        </a:p>
      </dgm:t>
    </dgm:pt>
    <dgm:pt modelId="{1DC20595-B95D-419A-82E1-B4AA4D505EF3}" type="pres">
      <dgm:prSet presAssocID="{DF5765BB-C708-4D00-BF4E-FECE922497BD}" presName="linearFlow" presStyleCnt="0">
        <dgm:presLayoutVars>
          <dgm:dir/>
          <dgm:resizeHandles val="exact"/>
        </dgm:presLayoutVars>
      </dgm:prSet>
      <dgm:spPr/>
    </dgm:pt>
    <dgm:pt modelId="{7BB55D03-BBCD-4703-865C-6D29F2083074}" type="pres">
      <dgm:prSet presAssocID="{87FE581F-2FEA-4401-A955-06BAE0B91D9E}" presName="composite" presStyleCnt="0"/>
      <dgm:spPr/>
    </dgm:pt>
    <dgm:pt modelId="{724FAE5B-F761-4C9B-9CBE-7F23DEF4C2A7}" type="pres">
      <dgm:prSet presAssocID="{87FE581F-2FEA-4401-A955-06BAE0B91D9E}" presName="imgShp" presStyleLbl="fgImgPlace1" presStyleIdx="0" presStyleCnt="3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3BE8F46F-E3DC-4D61-B42C-26EAD3712F08}" type="pres">
      <dgm:prSet presAssocID="{87FE581F-2FEA-4401-A955-06BAE0B91D9E}" presName="txShp" presStyleLbl="node1" presStyleIdx="0" presStyleCnt="3">
        <dgm:presLayoutVars>
          <dgm:bulletEnabled val="1"/>
        </dgm:presLayoutVars>
      </dgm:prSet>
      <dgm:spPr/>
    </dgm:pt>
    <dgm:pt modelId="{13BC1616-4DB6-422B-858B-78B6091DD31F}" type="pres">
      <dgm:prSet presAssocID="{C63E6F96-43B9-40EB-AC57-8088C54BA8F1}" presName="spacing" presStyleCnt="0"/>
      <dgm:spPr/>
    </dgm:pt>
    <dgm:pt modelId="{68EFF269-C113-4D9A-A9B5-29AC7A404504}" type="pres">
      <dgm:prSet presAssocID="{9169E3F6-780B-452C-9B6F-327941DCDD99}" presName="composite" presStyleCnt="0"/>
      <dgm:spPr/>
    </dgm:pt>
    <dgm:pt modelId="{51EC68A2-3A7C-4B2F-9B4F-4E48A9F822CE}" type="pres">
      <dgm:prSet presAssocID="{9169E3F6-780B-452C-9B6F-327941DCDD99}" presName="imgShp" presStyleLbl="fgImgPlace1" presStyleIdx="1" presStyleCnt="3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1B752DF1-D623-4932-9E12-6CE162C865E7}" type="pres">
      <dgm:prSet presAssocID="{9169E3F6-780B-452C-9B6F-327941DCDD99}" presName="txShp" presStyleLbl="node1" presStyleIdx="1" presStyleCnt="3">
        <dgm:presLayoutVars>
          <dgm:bulletEnabled val="1"/>
        </dgm:presLayoutVars>
      </dgm:prSet>
      <dgm:spPr/>
    </dgm:pt>
    <dgm:pt modelId="{DEBD7A5E-190B-4C17-8B77-C276F54EEB8D}" type="pres">
      <dgm:prSet presAssocID="{E4574C3B-C038-4761-A0B5-B44B5DDE1ACC}" presName="spacing" presStyleCnt="0"/>
      <dgm:spPr/>
    </dgm:pt>
    <dgm:pt modelId="{840C78DD-4357-44A4-BE79-39AED57CB380}" type="pres">
      <dgm:prSet presAssocID="{107B276D-0483-4A89-8938-5B8A277A2AD7}" presName="composite" presStyleCnt="0"/>
      <dgm:spPr/>
    </dgm:pt>
    <dgm:pt modelId="{07AAF75A-23EB-4C90-B12C-93E7A0F27EAA}" type="pres">
      <dgm:prSet presAssocID="{107B276D-0483-4A89-8938-5B8A277A2AD7}" presName="imgShp" presStyleLbl="fgImgPlace1" presStyleIdx="2" presStyleCnt="3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9F26FDB9-29E3-4948-8559-9FD709533B4F}" type="pres">
      <dgm:prSet presAssocID="{107B276D-0483-4A89-8938-5B8A277A2AD7}" presName="txShp" presStyleLbl="node1" presStyleIdx="2" presStyleCnt="3">
        <dgm:presLayoutVars>
          <dgm:bulletEnabled val="1"/>
        </dgm:presLayoutVars>
      </dgm:prSet>
      <dgm:spPr/>
    </dgm:pt>
  </dgm:ptLst>
  <dgm:cxnLst>
    <dgm:cxn modelId="{C90F1A11-1314-43EE-B47D-D7D9E6D19147}" srcId="{DF5765BB-C708-4D00-BF4E-FECE922497BD}" destId="{107B276D-0483-4A89-8938-5B8A277A2AD7}" srcOrd="2" destOrd="0" parTransId="{E6BC970E-E065-4616-B8D7-FFE519B0C11A}" sibTransId="{B5B39624-7AF8-447E-814E-A395FBEFA450}"/>
    <dgm:cxn modelId="{BC558F5B-66C5-4968-8741-523FB1D54490}" srcId="{DF5765BB-C708-4D00-BF4E-FECE922497BD}" destId="{87FE581F-2FEA-4401-A955-06BAE0B91D9E}" srcOrd="0" destOrd="0" parTransId="{626173A4-912C-4EA9-A135-42EF5B0ADE99}" sibTransId="{C63E6F96-43B9-40EB-AC57-8088C54BA8F1}"/>
    <dgm:cxn modelId="{90638C5C-BBAB-4EE5-9592-6D97C5A5F87A}" type="presOf" srcId="{9169E3F6-780B-452C-9B6F-327941DCDD99}" destId="{1B752DF1-D623-4932-9E12-6CE162C865E7}" srcOrd="0" destOrd="0" presId="urn:microsoft.com/office/officeart/2005/8/layout/vList3"/>
    <dgm:cxn modelId="{09C7F588-88B5-4FDB-8D23-6CB00BAFB205}" srcId="{DF5765BB-C708-4D00-BF4E-FECE922497BD}" destId="{9169E3F6-780B-452C-9B6F-327941DCDD99}" srcOrd="1" destOrd="0" parTransId="{E4A147BA-4A70-4775-91AF-7FCA62A51F77}" sibTransId="{E4574C3B-C038-4761-A0B5-B44B5DDE1ACC}"/>
    <dgm:cxn modelId="{5BA409CE-53C1-4C38-88CB-6BD8EB7295D7}" type="presOf" srcId="{DF5765BB-C708-4D00-BF4E-FECE922497BD}" destId="{1DC20595-B95D-419A-82E1-B4AA4D505EF3}" srcOrd="0" destOrd="0" presId="urn:microsoft.com/office/officeart/2005/8/layout/vList3"/>
    <dgm:cxn modelId="{BD6989E4-9472-4A01-ABBD-84F3365BBD56}" type="presOf" srcId="{107B276D-0483-4A89-8938-5B8A277A2AD7}" destId="{9F26FDB9-29E3-4948-8559-9FD709533B4F}" srcOrd="0" destOrd="0" presId="urn:microsoft.com/office/officeart/2005/8/layout/vList3"/>
    <dgm:cxn modelId="{CBF92FEF-1245-4ECB-9470-A3854C8A535D}" type="presOf" srcId="{87FE581F-2FEA-4401-A955-06BAE0B91D9E}" destId="{3BE8F46F-E3DC-4D61-B42C-26EAD3712F08}" srcOrd="0" destOrd="0" presId="urn:microsoft.com/office/officeart/2005/8/layout/vList3"/>
    <dgm:cxn modelId="{570ED20B-E2C1-48B1-9DFF-0E0EC66A1753}" type="presParOf" srcId="{1DC20595-B95D-419A-82E1-B4AA4D505EF3}" destId="{7BB55D03-BBCD-4703-865C-6D29F2083074}" srcOrd="0" destOrd="0" presId="urn:microsoft.com/office/officeart/2005/8/layout/vList3"/>
    <dgm:cxn modelId="{D1589B30-0738-43B5-AD49-88B3560EB60E}" type="presParOf" srcId="{7BB55D03-BBCD-4703-865C-6D29F2083074}" destId="{724FAE5B-F761-4C9B-9CBE-7F23DEF4C2A7}" srcOrd="0" destOrd="0" presId="urn:microsoft.com/office/officeart/2005/8/layout/vList3"/>
    <dgm:cxn modelId="{89E77260-4D53-4C26-A746-F8BAE20B5440}" type="presParOf" srcId="{7BB55D03-BBCD-4703-865C-6D29F2083074}" destId="{3BE8F46F-E3DC-4D61-B42C-26EAD3712F08}" srcOrd="1" destOrd="0" presId="urn:microsoft.com/office/officeart/2005/8/layout/vList3"/>
    <dgm:cxn modelId="{559FD0B4-A5F2-483B-8420-F2AD660ED878}" type="presParOf" srcId="{1DC20595-B95D-419A-82E1-B4AA4D505EF3}" destId="{13BC1616-4DB6-422B-858B-78B6091DD31F}" srcOrd="1" destOrd="0" presId="urn:microsoft.com/office/officeart/2005/8/layout/vList3"/>
    <dgm:cxn modelId="{762304F1-442E-4B1F-9756-EC39A9A6C14A}" type="presParOf" srcId="{1DC20595-B95D-419A-82E1-B4AA4D505EF3}" destId="{68EFF269-C113-4D9A-A9B5-29AC7A404504}" srcOrd="2" destOrd="0" presId="urn:microsoft.com/office/officeart/2005/8/layout/vList3"/>
    <dgm:cxn modelId="{AB7311D5-DADD-4362-A554-974D58CA27E7}" type="presParOf" srcId="{68EFF269-C113-4D9A-A9B5-29AC7A404504}" destId="{51EC68A2-3A7C-4B2F-9B4F-4E48A9F822CE}" srcOrd="0" destOrd="0" presId="urn:microsoft.com/office/officeart/2005/8/layout/vList3"/>
    <dgm:cxn modelId="{0A5A1CB8-81E8-40AD-8ABB-503B8C7E2891}" type="presParOf" srcId="{68EFF269-C113-4D9A-A9B5-29AC7A404504}" destId="{1B752DF1-D623-4932-9E12-6CE162C865E7}" srcOrd="1" destOrd="0" presId="urn:microsoft.com/office/officeart/2005/8/layout/vList3"/>
    <dgm:cxn modelId="{7F8236BD-A35F-4495-ADE3-6D05AF209E9D}" type="presParOf" srcId="{1DC20595-B95D-419A-82E1-B4AA4D505EF3}" destId="{DEBD7A5E-190B-4C17-8B77-C276F54EEB8D}" srcOrd="3" destOrd="0" presId="urn:microsoft.com/office/officeart/2005/8/layout/vList3"/>
    <dgm:cxn modelId="{9F0B9923-F2E6-4CD4-B1FF-A7FFEFF1AC10}" type="presParOf" srcId="{1DC20595-B95D-419A-82E1-B4AA4D505EF3}" destId="{840C78DD-4357-44A4-BE79-39AED57CB380}" srcOrd="4" destOrd="0" presId="urn:microsoft.com/office/officeart/2005/8/layout/vList3"/>
    <dgm:cxn modelId="{EFFEF95A-ADE7-4C0D-B999-18328BD9CB6E}" type="presParOf" srcId="{840C78DD-4357-44A4-BE79-39AED57CB380}" destId="{07AAF75A-23EB-4C90-B12C-93E7A0F27EAA}" srcOrd="0" destOrd="0" presId="urn:microsoft.com/office/officeart/2005/8/layout/vList3"/>
    <dgm:cxn modelId="{4FA7524C-401A-4731-B92F-9AA950756AB6}" type="presParOf" srcId="{840C78DD-4357-44A4-BE79-39AED57CB380}" destId="{9F26FDB9-29E3-4948-8559-9FD709533B4F}" srcOrd="1" destOrd="0" presId="urn:microsoft.com/office/officeart/2005/8/layout/vList3"/>
  </dgm:cxnLst>
  <dgm:bg>
    <a:effectLst>
      <a:glow rad="101600">
        <a:schemeClr val="accent2">
          <a:satMod val="175000"/>
          <a:alpha val="40000"/>
        </a:schemeClr>
      </a:glow>
    </a:effectLst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DEA9660-5A51-4741-8CD2-038F76392A39}" type="doc">
      <dgm:prSet loTypeId="urn:microsoft.com/office/officeart/2008/layout/VerticalCurv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3FD69B-B1DB-4957-B922-DA06DE6C9D55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Terdiri</a:t>
          </a:r>
          <a:r>
            <a:rPr lang="en-US" sz="1600" dirty="0"/>
            <a:t> </a:t>
          </a:r>
          <a:r>
            <a:rPr lang="en-US" sz="1600" dirty="0" err="1"/>
            <a:t>dari</a:t>
          </a:r>
          <a:r>
            <a:rPr lang="en-US" sz="1600" dirty="0"/>
            <a:t> </a:t>
          </a:r>
          <a:r>
            <a:rPr lang="en-US" sz="1600" dirty="0" err="1"/>
            <a:t>baris</a:t>
          </a:r>
          <a:r>
            <a:rPr lang="en-US" sz="1600" dirty="0"/>
            <a:t> &gt;1 </a:t>
          </a:r>
          <a:r>
            <a:rPr lang="en-US" sz="1600" dirty="0" err="1"/>
            <a:t>dan</a:t>
          </a:r>
          <a:r>
            <a:rPr lang="en-US" sz="1600" dirty="0"/>
            <a:t> </a:t>
          </a:r>
          <a:r>
            <a:rPr lang="en-US" sz="1600" dirty="0" err="1"/>
            <a:t>kolom</a:t>
          </a:r>
          <a:r>
            <a:rPr lang="en-US" sz="1600" dirty="0"/>
            <a:t> &gt; 1</a:t>
          </a:r>
        </a:p>
      </dgm:t>
    </dgm:pt>
    <dgm:pt modelId="{8F807CA7-52FC-459D-A7FE-6C5B48AA30BA}" type="parTrans" cxnId="{0D6A6083-D743-4E01-923C-8E00DD9A620F}">
      <dgm:prSet/>
      <dgm:spPr/>
      <dgm:t>
        <a:bodyPr/>
        <a:lstStyle/>
        <a:p>
          <a:endParaRPr lang="en-US" sz="1600"/>
        </a:p>
      </dgm:t>
    </dgm:pt>
    <dgm:pt modelId="{99E4C3AE-D88C-4C4F-8950-8539143A6AC4}" type="sibTrans" cxnId="{0D6A6083-D743-4E01-923C-8E00DD9A620F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endParaRPr lang="en-US" sz="1600"/>
        </a:p>
      </dgm:t>
    </dgm:pt>
    <dgm:pt modelId="{506A843C-90D0-4410-A159-9CB0CA2A3D39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Jumlah</a:t>
          </a:r>
          <a:r>
            <a:rPr lang="en-US" sz="1600" dirty="0"/>
            <a:t> </a:t>
          </a:r>
          <a:r>
            <a:rPr lang="en-US" sz="1600" dirty="0" err="1"/>
            <a:t>elemen</a:t>
          </a:r>
          <a:r>
            <a:rPr lang="en-US" sz="1600" dirty="0"/>
            <a:t> </a:t>
          </a:r>
          <a:r>
            <a:rPr lang="en-US" sz="1600" dirty="0" err="1"/>
            <a:t>yaitu</a:t>
          </a:r>
          <a:r>
            <a:rPr lang="en-US" sz="1600" dirty="0"/>
            <a:t> </a:t>
          </a:r>
          <a:r>
            <a:rPr lang="en-US" sz="1600" dirty="0" err="1"/>
            <a:t>baris</a:t>
          </a:r>
          <a:r>
            <a:rPr lang="en-US" sz="1600" dirty="0"/>
            <a:t> kali </a:t>
          </a:r>
          <a:r>
            <a:rPr lang="en-US" sz="1600" dirty="0" err="1"/>
            <a:t>kolom</a:t>
          </a:r>
          <a:endParaRPr lang="en-US" sz="1600" dirty="0"/>
        </a:p>
      </dgm:t>
    </dgm:pt>
    <dgm:pt modelId="{BAF6695B-F55A-47FD-91F1-83CDFB7DC3E5}" type="parTrans" cxnId="{5C15FC75-9329-486D-9531-133E3EF5D347}">
      <dgm:prSet/>
      <dgm:spPr/>
      <dgm:t>
        <a:bodyPr/>
        <a:lstStyle/>
        <a:p>
          <a:endParaRPr lang="en-US" sz="1600"/>
        </a:p>
      </dgm:t>
    </dgm:pt>
    <dgm:pt modelId="{D88AE62A-D59C-43E0-AE84-A151A4C7C815}" type="sibTrans" cxnId="{5C15FC75-9329-486D-9531-133E3EF5D347}">
      <dgm:prSet/>
      <dgm:spPr/>
      <dgm:t>
        <a:bodyPr/>
        <a:lstStyle/>
        <a:p>
          <a:endParaRPr lang="en-US" sz="1600"/>
        </a:p>
      </dgm:t>
    </dgm:pt>
    <dgm:pt modelId="{BDA4CD11-847C-43EB-9555-93AA2BA9B859}">
      <dgm:prSet phldrT="[Text]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400" dirty="0" err="1"/>
            <a:t>Baris</a:t>
          </a:r>
          <a:r>
            <a:rPr lang="en-US" sz="1400" dirty="0"/>
            <a:t> = 4</a:t>
          </a:r>
        </a:p>
        <a:p>
          <a:r>
            <a:rPr lang="en-US" sz="1400" dirty="0" err="1"/>
            <a:t>Kolom</a:t>
          </a:r>
          <a:r>
            <a:rPr lang="en-US" sz="1400" dirty="0"/>
            <a:t> = 5</a:t>
          </a:r>
        </a:p>
        <a:p>
          <a:r>
            <a:rPr lang="en-US" sz="1400" dirty="0"/>
            <a:t>Total </a:t>
          </a:r>
          <a:r>
            <a:rPr lang="en-US" sz="1400" dirty="0" err="1"/>
            <a:t>elemen</a:t>
          </a:r>
          <a:r>
            <a:rPr lang="en-US" sz="1400" dirty="0"/>
            <a:t> = 20</a:t>
          </a:r>
        </a:p>
      </dgm:t>
    </dgm:pt>
    <dgm:pt modelId="{EC428FC4-DD30-44BC-90EB-A477C4415238}" type="parTrans" cxnId="{F8B2A145-2506-4FA3-B3B7-789C8615C899}">
      <dgm:prSet/>
      <dgm:spPr/>
      <dgm:t>
        <a:bodyPr/>
        <a:lstStyle/>
        <a:p>
          <a:endParaRPr lang="en-US" sz="1600"/>
        </a:p>
      </dgm:t>
    </dgm:pt>
    <dgm:pt modelId="{13A59C18-901F-4B96-89FD-C58C1B620B8B}" type="sibTrans" cxnId="{F8B2A145-2506-4FA3-B3B7-789C8615C899}">
      <dgm:prSet/>
      <dgm:spPr/>
      <dgm:t>
        <a:bodyPr/>
        <a:lstStyle/>
        <a:p>
          <a:endParaRPr lang="en-US" sz="1600"/>
        </a:p>
      </dgm:t>
    </dgm:pt>
    <dgm:pt modelId="{ABDC3F03-7307-4A83-BE69-36091E1B87AE}">
      <dgm:prSet phldrT="[Text]" custT="1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sz="1600" dirty="0" err="1"/>
            <a:t>Seperti</a:t>
          </a:r>
          <a:r>
            <a:rPr lang="en-US" sz="1600" dirty="0"/>
            <a:t> </a:t>
          </a:r>
          <a:r>
            <a:rPr lang="en-US" sz="1600" dirty="0" err="1"/>
            <a:t>matriks</a:t>
          </a:r>
          <a:endParaRPr lang="en-US" sz="1600" dirty="0"/>
        </a:p>
      </dgm:t>
    </dgm:pt>
    <dgm:pt modelId="{C53E14DC-6833-4B68-AFDF-68E550B919CF}" type="parTrans" cxnId="{C4A197FE-010A-42CC-B1EA-DA5CBDC7CA56}">
      <dgm:prSet/>
      <dgm:spPr/>
      <dgm:t>
        <a:bodyPr/>
        <a:lstStyle/>
        <a:p>
          <a:endParaRPr lang="en-US" sz="1600"/>
        </a:p>
      </dgm:t>
    </dgm:pt>
    <dgm:pt modelId="{CA2852F2-A96B-4B82-94D1-C2EF56AE3181}" type="sibTrans" cxnId="{C4A197FE-010A-42CC-B1EA-DA5CBDC7CA56}">
      <dgm:prSet/>
      <dgm:spPr/>
      <dgm:t>
        <a:bodyPr/>
        <a:lstStyle/>
        <a:p>
          <a:endParaRPr lang="en-US" sz="1600"/>
        </a:p>
      </dgm:t>
    </dgm:pt>
    <dgm:pt modelId="{80258570-EF9D-4B62-B262-18CB20184C9A}" type="pres">
      <dgm:prSet presAssocID="{9DEA9660-5A51-4741-8CD2-038F76392A39}" presName="Name0" presStyleCnt="0">
        <dgm:presLayoutVars>
          <dgm:chMax val="7"/>
          <dgm:chPref val="7"/>
          <dgm:dir/>
        </dgm:presLayoutVars>
      </dgm:prSet>
      <dgm:spPr/>
    </dgm:pt>
    <dgm:pt modelId="{632A1752-EC43-4AEC-8DAD-AB91159E28C6}" type="pres">
      <dgm:prSet presAssocID="{9DEA9660-5A51-4741-8CD2-038F76392A39}" presName="Name1" presStyleCnt="0"/>
      <dgm:spPr/>
    </dgm:pt>
    <dgm:pt modelId="{040BCD9F-EB9A-418C-8291-3825ABE92777}" type="pres">
      <dgm:prSet presAssocID="{9DEA9660-5A51-4741-8CD2-038F76392A39}" presName="cycle" presStyleCnt="0"/>
      <dgm:spPr/>
    </dgm:pt>
    <dgm:pt modelId="{97A8C332-139A-44E8-A92D-78173D9A0853}" type="pres">
      <dgm:prSet presAssocID="{9DEA9660-5A51-4741-8CD2-038F76392A39}" presName="srcNode" presStyleLbl="node1" presStyleIdx="0" presStyleCnt="4"/>
      <dgm:spPr/>
    </dgm:pt>
    <dgm:pt modelId="{FA5323E8-2F8E-4822-8EE4-093F14FB11E9}" type="pres">
      <dgm:prSet presAssocID="{9DEA9660-5A51-4741-8CD2-038F76392A39}" presName="conn" presStyleLbl="parChTrans1D2" presStyleIdx="0" presStyleCnt="1"/>
      <dgm:spPr/>
    </dgm:pt>
    <dgm:pt modelId="{B13C258B-4A20-434C-AA8C-55566B346474}" type="pres">
      <dgm:prSet presAssocID="{9DEA9660-5A51-4741-8CD2-038F76392A39}" presName="extraNode" presStyleLbl="node1" presStyleIdx="0" presStyleCnt="4"/>
      <dgm:spPr/>
    </dgm:pt>
    <dgm:pt modelId="{5F5DC1DD-425C-43DE-92A8-A77D7A74B34C}" type="pres">
      <dgm:prSet presAssocID="{9DEA9660-5A51-4741-8CD2-038F76392A39}" presName="dstNode" presStyleLbl="node1" presStyleIdx="0" presStyleCnt="4"/>
      <dgm:spPr/>
    </dgm:pt>
    <dgm:pt modelId="{38B38CB0-1255-45A8-A7AD-847724B1FE44}" type="pres">
      <dgm:prSet presAssocID="{913FD69B-B1DB-4957-B922-DA06DE6C9D55}" presName="text_1" presStyleLbl="node1" presStyleIdx="0" presStyleCnt="4">
        <dgm:presLayoutVars>
          <dgm:bulletEnabled val="1"/>
        </dgm:presLayoutVars>
      </dgm:prSet>
      <dgm:spPr/>
    </dgm:pt>
    <dgm:pt modelId="{DA1A15D6-1F0E-4EFD-897B-23532ACFE9AF}" type="pres">
      <dgm:prSet presAssocID="{913FD69B-B1DB-4957-B922-DA06DE6C9D55}" presName="accent_1" presStyleCnt="0"/>
      <dgm:spPr/>
    </dgm:pt>
    <dgm:pt modelId="{D6931F32-90AD-4328-A3B3-98A58CE3896E}" type="pres">
      <dgm:prSet presAssocID="{913FD69B-B1DB-4957-B922-DA06DE6C9D55}" presName="accentRepeatNode" presStyleLbl="solidFgAcc1" presStyleIdx="0" presStyleCnt="4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F1F0A1DD-A3B6-43B6-9F8A-46837801F2FC}" type="pres">
      <dgm:prSet presAssocID="{506A843C-90D0-4410-A159-9CB0CA2A3D39}" presName="text_2" presStyleLbl="node1" presStyleIdx="1" presStyleCnt="4">
        <dgm:presLayoutVars>
          <dgm:bulletEnabled val="1"/>
        </dgm:presLayoutVars>
      </dgm:prSet>
      <dgm:spPr/>
    </dgm:pt>
    <dgm:pt modelId="{44CF7531-2095-4D30-871D-8409C14CCE86}" type="pres">
      <dgm:prSet presAssocID="{506A843C-90D0-4410-A159-9CB0CA2A3D39}" presName="accent_2" presStyleCnt="0"/>
      <dgm:spPr/>
    </dgm:pt>
    <dgm:pt modelId="{17A9E8D2-382F-4A19-9114-922F4E70058C}" type="pres">
      <dgm:prSet presAssocID="{506A843C-90D0-4410-A159-9CB0CA2A3D39}" presName="accentRepeatNode" presStyleLbl="solidFgAcc1" presStyleIdx="1" presStyleCnt="4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BA40CAA9-6C54-405C-9BF9-5A0742F18C0F}" type="pres">
      <dgm:prSet presAssocID="{BDA4CD11-847C-43EB-9555-93AA2BA9B859}" presName="text_3" presStyleLbl="node1" presStyleIdx="2" presStyleCnt="4">
        <dgm:presLayoutVars>
          <dgm:bulletEnabled val="1"/>
        </dgm:presLayoutVars>
      </dgm:prSet>
      <dgm:spPr/>
    </dgm:pt>
    <dgm:pt modelId="{9ECF3238-156F-481F-8036-8D4012ECCC2C}" type="pres">
      <dgm:prSet presAssocID="{BDA4CD11-847C-43EB-9555-93AA2BA9B859}" presName="accent_3" presStyleCnt="0"/>
      <dgm:spPr/>
    </dgm:pt>
    <dgm:pt modelId="{1C690CB7-EE09-4E9A-A799-3AEF25444D53}" type="pres">
      <dgm:prSet presAssocID="{BDA4CD11-847C-43EB-9555-93AA2BA9B859}" presName="accentRepeatNode" presStyleLbl="solidFgAcc1" presStyleIdx="2" presStyleCnt="4">
        <dgm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  <dgm:pt modelId="{CE581B56-4C0E-4608-B3E4-796888FAC674}" type="pres">
      <dgm:prSet presAssocID="{ABDC3F03-7307-4A83-BE69-36091E1B87AE}" presName="text_4" presStyleLbl="node1" presStyleIdx="3" presStyleCnt="4">
        <dgm:presLayoutVars>
          <dgm:bulletEnabled val="1"/>
        </dgm:presLayoutVars>
      </dgm:prSet>
      <dgm:spPr/>
    </dgm:pt>
    <dgm:pt modelId="{C86FDF35-C809-4B56-BEE3-4DA7F223A6F7}" type="pres">
      <dgm:prSet presAssocID="{ABDC3F03-7307-4A83-BE69-36091E1B87AE}" presName="accent_4" presStyleCnt="0"/>
      <dgm:spPr/>
    </dgm:pt>
    <dgm:pt modelId="{FCA86E45-5D02-4FB9-96F6-A7D5964F49A2}" type="pres">
      <dgm:prSet presAssocID="{ABDC3F03-7307-4A83-BE69-36091E1B87AE}" presName="accentRepeatNode" presStyleLbl="solidFgAcc1" presStyleIdx="3" presStyleCnt="4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</dgm:pt>
  </dgm:ptLst>
  <dgm:cxnLst>
    <dgm:cxn modelId="{840A7D62-26FD-4D1B-9B96-1A8C8372FECB}" type="presOf" srcId="{BDA4CD11-847C-43EB-9555-93AA2BA9B859}" destId="{BA40CAA9-6C54-405C-9BF9-5A0742F18C0F}" srcOrd="0" destOrd="0" presId="urn:microsoft.com/office/officeart/2008/layout/VerticalCurvedList"/>
    <dgm:cxn modelId="{F8B2A145-2506-4FA3-B3B7-789C8615C899}" srcId="{9DEA9660-5A51-4741-8CD2-038F76392A39}" destId="{BDA4CD11-847C-43EB-9555-93AA2BA9B859}" srcOrd="2" destOrd="0" parTransId="{EC428FC4-DD30-44BC-90EB-A477C4415238}" sibTransId="{13A59C18-901F-4B96-89FD-C58C1B620B8B}"/>
    <dgm:cxn modelId="{5C15FC75-9329-486D-9531-133E3EF5D347}" srcId="{9DEA9660-5A51-4741-8CD2-038F76392A39}" destId="{506A843C-90D0-4410-A159-9CB0CA2A3D39}" srcOrd="1" destOrd="0" parTransId="{BAF6695B-F55A-47FD-91F1-83CDFB7DC3E5}" sibTransId="{D88AE62A-D59C-43E0-AE84-A151A4C7C815}"/>
    <dgm:cxn modelId="{0D6A6083-D743-4E01-923C-8E00DD9A620F}" srcId="{9DEA9660-5A51-4741-8CD2-038F76392A39}" destId="{913FD69B-B1DB-4957-B922-DA06DE6C9D55}" srcOrd="0" destOrd="0" parTransId="{8F807CA7-52FC-459D-A7FE-6C5B48AA30BA}" sibTransId="{99E4C3AE-D88C-4C4F-8950-8539143A6AC4}"/>
    <dgm:cxn modelId="{F0BA3CAF-C2FF-47F9-8865-4C78778D63E1}" type="presOf" srcId="{9DEA9660-5A51-4741-8CD2-038F76392A39}" destId="{80258570-EF9D-4B62-B262-18CB20184C9A}" srcOrd="0" destOrd="0" presId="urn:microsoft.com/office/officeart/2008/layout/VerticalCurvedList"/>
    <dgm:cxn modelId="{931A65C7-2C21-4CA8-B63E-A956EB0B3237}" type="presOf" srcId="{913FD69B-B1DB-4957-B922-DA06DE6C9D55}" destId="{38B38CB0-1255-45A8-A7AD-847724B1FE44}" srcOrd="0" destOrd="0" presId="urn:microsoft.com/office/officeart/2008/layout/VerticalCurvedList"/>
    <dgm:cxn modelId="{8D6362DC-4C07-4770-B60B-B28A199AF92C}" type="presOf" srcId="{ABDC3F03-7307-4A83-BE69-36091E1B87AE}" destId="{CE581B56-4C0E-4608-B3E4-796888FAC674}" srcOrd="0" destOrd="0" presId="urn:microsoft.com/office/officeart/2008/layout/VerticalCurvedList"/>
    <dgm:cxn modelId="{3252A4E3-1AA8-4669-86EE-B7C2B0992330}" type="presOf" srcId="{506A843C-90D0-4410-A159-9CB0CA2A3D39}" destId="{F1F0A1DD-A3B6-43B6-9F8A-46837801F2FC}" srcOrd="0" destOrd="0" presId="urn:microsoft.com/office/officeart/2008/layout/VerticalCurvedList"/>
    <dgm:cxn modelId="{C4A197FE-010A-42CC-B1EA-DA5CBDC7CA56}" srcId="{9DEA9660-5A51-4741-8CD2-038F76392A39}" destId="{ABDC3F03-7307-4A83-BE69-36091E1B87AE}" srcOrd="3" destOrd="0" parTransId="{C53E14DC-6833-4B68-AFDF-68E550B919CF}" sibTransId="{CA2852F2-A96B-4B82-94D1-C2EF56AE3181}"/>
    <dgm:cxn modelId="{0F799AFE-DA7E-4EF0-AA86-9EB957ACDCF5}" type="presOf" srcId="{99E4C3AE-D88C-4C4F-8950-8539143A6AC4}" destId="{FA5323E8-2F8E-4822-8EE4-093F14FB11E9}" srcOrd="0" destOrd="0" presId="urn:microsoft.com/office/officeart/2008/layout/VerticalCurvedList"/>
    <dgm:cxn modelId="{E69C1BB2-3314-4C8A-A8D0-99E69791A7C0}" type="presParOf" srcId="{80258570-EF9D-4B62-B262-18CB20184C9A}" destId="{632A1752-EC43-4AEC-8DAD-AB91159E28C6}" srcOrd="0" destOrd="0" presId="urn:microsoft.com/office/officeart/2008/layout/VerticalCurvedList"/>
    <dgm:cxn modelId="{9AC88713-B5B7-484C-B70D-A6E82AA038B2}" type="presParOf" srcId="{632A1752-EC43-4AEC-8DAD-AB91159E28C6}" destId="{040BCD9F-EB9A-418C-8291-3825ABE92777}" srcOrd="0" destOrd="0" presId="urn:microsoft.com/office/officeart/2008/layout/VerticalCurvedList"/>
    <dgm:cxn modelId="{2A42FB30-4A61-418A-8E50-ED6220629925}" type="presParOf" srcId="{040BCD9F-EB9A-418C-8291-3825ABE92777}" destId="{97A8C332-139A-44E8-A92D-78173D9A0853}" srcOrd="0" destOrd="0" presId="urn:microsoft.com/office/officeart/2008/layout/VerticalCurvedList"/>
    <dgm:cxn modelId="{EE633E3F-21DB-462F-93A4-DFE485DEC183}" type="presParOf" srcId="{040BCD9F-EB9A-418C-8291-3825ABE92777}" destId="{FA5323E8-2F8E-4822-8EE4-093F14FB11E9}" srcOrd="1" destOrd="0" presId="urn:microsoft.com/office/officeart/2008/layout/VerticalCurvedList"/>
    <dgm:cxn modelId="{32C58156-057B-4A45-917A-EB6BC7963A0F}" type="presParOf" srcId="{040BCD9F-EB9A-418C-8291-3825ABE92777}" destId="{B13C258B-4A20-434C-AA8C-55566B346474}" srcOrd="2" destOrd="0" presId="urn:microsoft.com/office/officeart/2008/layout/VerticalCurvedList"/>
    <dgm:cxn modelId="{08E44039-BF4A-4618-AF0C-94897F36F861}" type="presParOf" srcId="{040BCD9F-EB9A-418C-8291-3825ABE92777}" destId="{5F5DC1DD-425C-43DE-92A8-A77D7A74B34C}" srcOrd="3" destOrd="0" presId="urn:microsoft.com/office/officeart/2008/layout/VerticalCurvedList"/>
    <dgm:cxn modelId="{5DE23817-CCD5-4EA7-BE86-977EC07C78F5}" type="presParOf" srcId="{632A1752-EC43-4AEC-8DAD-AB91159E28C6}" destId="{38B38CB0-1255-45A8-A7AD-847724B1FE44}" srcOrd="1" destOrd="0" presId="urn:microsoft.com/office/officeart/2008/layout/VerticalCurvedList"/>
    <dgm:cxn modelId="{57D24241-6A5C-44D8-ACBD-1CD06F90212A}" type="presParOf" srcId="{632A1752-EC43-4AEC-8DAD-AB91159E28C6}" destId="{DA1A15D6-1F0E-4EFD-897B-23532ACFE9AF}" srcOrd="2" destOrd="0" presId="urn:microsoft.com/office/officeart/2008/layout/VerticalCurvedList"/>
    <dgm:cxn modelId="{2077A224-EEB6-46C8-AD5C-6F270B52E46C}" type="presParOf" srcId="{DA1A15D6-1F0E-4EFD-897B-23532ACFE9AF}" destId="{D6931F32-90AD-4328-A3B3-98A58CE3896E}" srcOrd="0" destOrd="0" presId="urn:microsoft.com/office/officeart/2008/layout/VerticalCurvedList"/>
    <dgm:cxn modelId="{9F0AC0A2-D82C-40E1-BBD2-8D65EB3A48CD}" type="presParOf" srcId="{632A1752-EC43-4AEC-8DAD-AB91159E28C6}" destId="{F1F0A1DD-A3B6-43B6-9F8A-46837801F2FC}" srcOrd="3" destOrd="0" presId="urn:microsoft.com/office/officeart/2008/layout/VerticalCurvedList"/>
    <dgm:cxn modelId="{EAA0C34A-7D40-4B3D-BCF5-35F8DE9DB040}" type="presParOf" srcId="{632A1752-EC43-4AEC-8DAD-AB91159E28C6}" destId="{44CF7531-2095-4D30-871D-8409C14CCE86}" srcOrd="4" destOrd="0" presId="urn:microsoft.com/office/officeart/2008/layout/VerticalCurvedList"/>
    <dgm:cxn modelId="{41FB7613-A9A4-4086-BB2B-2A8294F7E51A}" type="presParOf" srcId="{44CF7531-2095-4D30-871D-8409C14CCE86}" destId="{17A9E8D2-382F-4A19-9114-922F4E70058C}" srcOrd="0" destOrd="0" presId="urn:microsoft.com/office/officeart/2008/layout/VerticalCurvedList"/>
    <dgm:cxn modelId="{BC2A4DD8-A849-4903-AC3E-4305E4820581}" type="presParOf" srcId="{632A1752-EC43-4AEC-8DAD-AB91159E28C6}" destId="{BA40CAA9-6C54-405C-9BF9-5A0742F18C0F}" srcOrd="5" destOrd="0" presId="urn:microsoft.com/office/officeart/2008/layout/VerticalCurvedList"/>
    <dgm:cxn modelId="{0C3A92F1-888C-408F-9DF1-6E7D6C7988AB}" type="presParOf" srcId="{632A1752-EC43-4AEC-8DAD-AB91159E28C6}" destId="{9ECF3238-156F-481F-8036-8D4012ECCC2C}" srcOrd="6" destOrd="0" presId="urn:microsoft.com/office/officeart/2008/layout/VerticalCurvedList"/>
    <dgm:cxn modelId="{D9EAE185-A531-4927-BB69-C2A8DF30BCD5}" type="presParOf" srcId="{9ECF3238-156F-481F-8036-8D4012ECCC2C}" destId="{1C690CB7-EE09-4E9A-A799-3AEF25444D53}" srcOrd="0" destOrd="0" presId="urn:microsoft.com/office/officeart/2008/layout/VerticalCurvedList"/>
    <dgm:cxn modelId="{F5543C7E-5AA2-4C9A-9EB1-B47D62D954A4}" type="presParOf" srcId="{632A1752-EC43-4AEC-8DAD-AB91159E28C6}" destId="{CE581B56-4C0E-4608-B3E4-796888FAC674}" srcOrd="7" destOrd="0" presId="urn:microsoft.com/office/officeart/2008/layout/VerticalCurvedList"/>
    <dgm:cxn modelId="{04482E5B-FC2F-498B-8699-21E2FE6BBAA0}" type="presParOf" srcId="{632A1752-EC43-4AEC-8DAD-AB91159E28C6}" destId="{C86FDF35-C809-4B56-BEE3-4DA7F223A6F7}" srcOrd="8" destOrd="0" presId="urn:microsoft.com/office/officeart/2008/layout/VerticalCurvedList"/>
    <dgm:cxn modelId="{2A10D9FA-E2C7-47C8-856F-B7ACEB8DA12E}" type="presParOf" srcId="{C86FDF35-C809-4B56-BEE3-4DA7F223A6F7}" destId="{FCA86E45-5D02-4FB9-96F6-A7D5964F49A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6C4D1DF-19EA-4E66-A7F6-5417350A7456}" type="doc">
      <dgm:prSet loTypeId="urn:microsoft.com/office/officeart/2005/8/layout/hProcess11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07971145-E0F4-4CD7-95FE-446083BD8DB1}">
      <dgm:prSet phldrT="[Text]"/>
      <dgm:spPr/>
      <dgm:t>
        <a:bodyPr/>
        <a:lstStyle/>
        <a:p>
          <a:r>
            <a:rPr lang="en-US" dirty="0"/>
            <a:t>Alamat array </a:t>
          </a:r>
          <a:r>
            <a:rPr lang="en-US" dirty="0" err="1"/>
            <a:t>bersebelahan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</a:t>
          </a:r>
          <a:r>
            <a:rPr lang="en-US" dirty="0" err="1"/>
            <a:t>elemen</a:t>
          </a:r>
          <a:r>
            <a:rPr lang="en-US" dirty="0"/>
            <a:t> (</a:t>
          </a:r>
          <a:r>
            <a:rPr lang="en-US" dirty="0" err="1"/>
            <a:t>indek</a:t>
          </a:r>
          <a:r>
            <a:rPr lang="en-US" dirty="0"/>
            <a:t> array)</a:t>
          </a:r>
        </a:p>
      </dgm:t>
    </dgm:pt>
    <dgm:pt modelId="{18EC0514-550B-4872-8926-1F38FC7FB231}" type="parTrans" cxnId="{BAA0926D-696C-4B10-8F8D-0C45A707A9BE}">
      <dgm:prSet/>
      <dgm:spPr/>
      <dgm:t>
        <a:bodyPr/>
        <a:lstStyle/>
        <a:p>
          <a:endParaRPr lang="en-US"/>
        </a:p>
      </dgm:t>
    </dgm:pt>
    <dgm:pt modelId="{8F809145-4867-4060-9D0C-C5679F54E9F4}" type="sibTrans" cxnId="{BAA0926D-696C-4B10-8F8D-0C45A707A9BE}">
      <dgm:prSet/>
      <dgm:spPr/>
      <dgm:t>
        <a:bodyPr/>
        <a:lstStyle/>
        <a:p>
          <a:endParaRPr lang="en-US"/>
        </a:p>
      </dgm:t>
    </dgm:pt>
    <dgm:pt modelId="{22CE6ED6-A708-4719-BC40-A4D75B266D3C}">
      <dgm:prSet phldrT="[Text]"/>
      <dgm:spPr/>
      <dgm:t>
        <a:bodyPr/>
        <a:lstStyle/>
        <a:p>
          <a:r>
            <a:rPr lang="en-US" dirty="0" err="1"/>
            <a:t>Karena</a:t>
          </a:r>
          <a:r>
            <a:rPr lang="en-US" dirty="0"/>
            <a:t> </a:t>
          </a:r>
          <a:r>
            <a:rPr lang="en-US" dirty="0" err="1"/>
            <a:t>ini</a:t>
          </a:r>
          <a:r>
            <a:rPr lang="en-US" dirty="0"/>
            <a:t> array </a:t>
          </a:r>
          <a:r>
            <a:rPr lang="en-US" dirty="0" err="1"/>
            <a:t>dua</a:t>
          </a:r>
          <a:r>
            <a:rPr lang="en-US" dirty="0"/>
            <a:t> </a:t>
          </a:r>
          <a:r>
            <a:rPr lang="en-US" dirty="0" err="1"/>
            <a:t>dimensi</a:t>
          </a:r>
          <a:r>
            <a:rPr lang="en-US" dirty="0"/>
            <a:t>, </a:t>
          </a:r>
          <a:r>
            <a:rPr lang="en-US" dirty="0" err="1"/>
            <a:t>sehingga</a:t>
          </a:r>
          <a:r>
            <a:rPr lang="en-US" dirty="0"/>
            <a:t> </a:t>
          </a:r>
          <a:r>
            <a:rPr lang="en-US" dirty="0" err="1"/>
            <a:t>alamat</a:t>
          </a:r>
          <a:r>
            <a:rPr lang="en-US" dirty="0"/>
            <a:t> array </a:t>
          </a:r>
          <a:r>
            <a:rPr lang="en-US" dirty="0" err="1"/>
            <a:t>terdiri</a:t>
          </a:r>
          <a:r>
            <a:rPr lang="en-US" dirty="0"/>
            <a:t> </a:t>
          </a:r>
          <a:r>
            <a:rPr lang="en-US" dirty="0" err="1"/>
            <a:t>dari</a:t>
          </a:r>
          <a:r>
            <a:rPr lang="en-US" dirty="0"/>
            <a:t> </a:t>
          </a:r>
          <a:r>
            <a:rPr lang="en-US" dirty="0" err="1"/>
            <a:t>baris</a:t>
          </a:r>
          <a:r>
            <a:rPr lang="en-US" dirty="0"/>
            <a:t> </a:t>
          </a:r>
          <a:r>
            <a:rPr lang="en-US" dirty="0" err="1"/>
            <a:t>dan</a:t>
          </a:r>
          <a:r>
            <a:rPr lang="en-US" dirty="0"/>
            <a:t> </a:t>
          </a:r>
          <a:r>
            <a:rPr lang="en-US" dirty="0" err="1"/>
            <a:t>kolom</a:t>
          </a:r>
          <a:endParaRPr lang="en-US" dirty="0"/>
        </a:p>
      </dgm:t>
    </dgm:pt>
    <dgm:pt modelId="{26DF2090-3A6C-4D8C-ABB1-BB2CC1B7D5F8}" type="parTrans" cxnId="{18C825C2-A17B-423E-B396-F7F081FE3AA4}">
      <dgm:prSet/>
      <dgm:spPr/>
      <dgm:t>
        <a:bodyPr/>
        <a:lstStyle/>
        <a:p>
          <a:endParaRPr lang="en-US"/>
        </a:p>
      </dgm:t>
    </dgm:pt>
    <dgm:pt modelId="{336CE082-5088-416B-AF4A-0BE4DB897D53}" type="sibTrans" cxnId="{18C825C2-A17B-423E-B396-F7F081FE3AA4}">
      <dgm:prSet/>
      <dgm:spPr/>
      <dgm:t>
        <a:bodyPr/>
        <a:lstStyle/>
        <a:p>
          <a:endParaRPr lang="en-US"/>
        </a:p>
      </dgm:t>
    </dgm:pt>
    <dgm:pt modelId="{FA9CAC22-D7A7-46E5-8492-C3934FE2F491}" type="pres">
      <dgm:prSet presAssocID="{A6C4D1DF-19EA-4E66-A7F6-5417350A7456}" presName="Name0" presStyleCnt="0">
        <dgm:presLayoutVars>
          <dgm:dir/>
          <dgm:resizeHandles val="exact"/>
        </dgm:presLayoutVars>
      </dgm:prSet>
      <dgm:spPr/>
    </dgm:pt>
    <dgm:pt modelId="{E878BEBE-E0F1-4D33-89EE-8EEC34EDA9DD}" type="pres">
      <dgm:prSet presAssocID="{A6C4D1DF-19EA-4E66-A7F6-5417350A7456}" presName="arrow" presStyleLbl="bgShp" presStyleIdx="0" presStyleCnt="1"/>
      <dgm:spPr>
        <a:solidFill>
          <a:srgbClr val="28AFB6"/>
        </a:solidFill>
        <a:ln>
          <a:solidFill>
            <a:srgbClr val="28AFB6"/>
          </a:solidFill>
        </a:ln>
      </dgm:spPr>
    </dgm:pt>
    <dgm:pt modelId="{6AEC647E-D4F3-4C04-9E18-02E85AD701E0}" type="pres">
      <dgm:prSet presAssocID="{A6C4D1DF-19EA-4E66-A7F6-5417350A7456}" presName="points" presStyleCnt="0"/>
      <dgm:spPr/>
    </dgm:pt>
    <dgm:pt modelId="{F1FF218D-6892-44C1-B726-F1BA3AA12445}" type="pres">
      <dgm:prSet presAssocID="{07971145-E0F4-4CD7-95FE-446083BD8DB1}" presName="compositeA" presStyleCnt="0"/>
      <dgm:spPr/>
    </dgm:pt>
    <dgm:pt modelId="{1C668ABE-C714-49AF-8EB1-AA20480FCC46}" type="pres">
      <dgm:prSet presAssocID="{07971145-E0F4-4CD7-95FE-446083BD8DB1}" presName="textA" presStyleLbl="revTx" presStyleIdx="0" presStyleCnt="2">
        <dgm:presLayoutVars>
          <dgm:bulletEnabled val="1"/>
        </dgm:presLayoutVars>
      </dgm:prSet>
      <dgm:spPr/>
    </dgm:pt>
    <dgm:pt modelId="{6063C580-F5F8-4A83-942A-5952C9A164FE}" type="pres">
      <dgm:prSet presAssocID="{07971145-E0F4-4CD7-95FE-446083BD8DB1}" presName="circleA" presStyleLbl="node1" presStyleIdx="0" presStyleCnt="2"/>
      <dgm:spPr>
        <a:solidFill>
          <a:srgbClr val="BAEDF0"/>
        </a:solidFill>
      </dgm:spPr>
    </dgm:pt>
    <dgm:pt modelId="{EF76FC08-9017-4CF0-A1C6-F56995FCDA14}" type="pres">
      <dgm:prSet presAssocID="{07971145-E0F4-4CD7-95FE-446083BD8DB1}" presName="spaceA" presStyleCnt="0"/>
      <dgm:spPr/>
    </dgm:pt>
    <dgm:pt modelId="{19E80ED8-5A22-4FD8-9546-B36BE06F5764}" type="pres">
      <dgm:prSet presAssocID="{8F809145-4867-4060-9D0C-C5679F54E9F4}" presName="space" presStyleCnt="0"/>
      <dgm:spPr/>
    </dgm:pt>
    <dgm:pt modelId="{0A8922AA-6113-4BA2-A6F9-037DCE9D172E}" type="pres">
      <dgm:prSet presAssocID="{22CE6ED6-A708-4719-BC40-A4D75B266D3C}" presName="compositeB" presStyleCnt="0"/>
      <dgm:spPr/>
    </dgm:pt>
    <dgm:pt modelId="{48651BEF-8D8E-4427-924B-712843D76B2B}" type="pres">
      <dgm:prSet presAssocID="{22CE6ED6-A708-4719-BC40-A4D75B266D3C}" presName="textB" presStyleLbl="revTx" presStyleIdx="1" presStyleCnt="2" custLinFactNeighborX="-18191">
        <dgm:presLayoutVars>
          <dgm:bulletEnabled val="1"/>
        </dgm:presLayoutVars>
      </dgm:prSet>
      <dgm:spPr/>
    </dgm:pt>
    <dgm:pt modelId="{237AAADD-C452-4AD2-9F66-2AA93B138CE6}" type="pres">
      <dgm:prSet presAssocID="{22CE6ED6-A708-4719-BC40-A4D75B266D3C}" presName="circleB" presStyleLbl="node1" presStyleIdx="1" presStyleCnt="2"/>
      <dgm:spPr>
        <a:solidFill>
          <a:srgbClr val="BAEDF0"/>
        </a:solidFill>
      </dgm:spPr>
    </dgm:pt>
    <dgm:pt modelId="{9B98B601-6D79-47A1-B964-664C267FBCAB}" type="pres">
      <dgm:prSet presAssocID="{22CE6ED6-A708-4719-BC40-A4D75B266D3C}" presName="spaceB" presStyleCnt="0"/>
      <dgm:spPr/>
    </dgm:pt>
  </dgm:ptLst>
  <dgm:cxnLst>
    <dgm:cxn modelId="{79A0EA1E-CBB5-4692-A0B7-81C772DE6F64}" type="presOf" srcId="{07971145-E0F4-4CD7-95FE-446083BD8DB1}" destId="{1C668ABE-C714-49AF-8EB1-AA20480FCC46}" srcOrd="0" destOrd="0" presId="urn:microsoft.com/office/officeart/2005/8/layout/hProcess11"/>
    <dgm:cxn modelId="{8D37EA45-82A9-4568-8615-CEDD6111297F}" type="presOf" srcId="{A6C4D1DF-19EA-4E66-A7F6-5417350A7456}" destId="{FA9CAC22-D7A7-46E5-8492-C3934FE2F491}" srcOrd="0" destOrd="0" presId="urn:microsoft.com/office/officeart/2005/8/layout/hProcess11"/>
    <dgm:cxn modelId="{BAA0926D-696C-4B10-8F8D-0C45A707A9BE}" srcId="{A6C4D1DF-19EA-4E66-A7F6-5417350A7456}" destId="{07971145-E0F4-4CD7-95FE-446083BD8DB1}" srcOrd="0" destOrd="0" parTransId="{18EC0514-550B-4872-8926-1F38FC7FB231}" sibTransId="{8F809145-4867-4060-9D0C-C5679F54E9F4}"/>
    <dgm:cxn modelId="{8D7001A2-3BB8-4CD9-B8BA-D6AC8FFF6F45}" type="presOf" srcId="{22CE6ED6-A708-4719-BC40-A4D75B266D3C}" destId="{48651BEF-8D8E-4427-924B-712843D76B2B}" srcOrd="0" destOrd="0" presId="urn:microsoft.com/office/officeart/2005/8/layout/hProcess11"/>
    <dgm:cxn modelId="{18C825C2-A17B-423E-B396-F7F081FE3AA4}" srcId="{A6C4D1DF-19EA-4E66-A7F6-5417350A7456}" destId="{22CE6ED6-A708-4719-BC40-A4D75B266D3C}" srcOrd="1" destOrd="0" parTransId="{26DF2090-3A6C-4D8C-ABB1-BB2CC1B7D5F8}" sibTransId="{336CE082-5088-416B-AF4A-0BE4DB897D53}"/>
    <dgm:cxn modelId="{0299D261-4A57-496F-B6C7-29E54066A339}" type="presParOf" srcId="{FA9CAC22-D7A7-46E5-8492-C3934FE2F491}" destId="{E878BEBE-E0F1-4D33-89EE-8EEC34EDA9DD}" srcOrd="0" destOrd="0" presId="urn:microsoft.com/office/officeart/2005/8/layout/hProcess11"/>
    <dgm:cxn modelId="{45ED3F73-D19B-47AD-96DC-F63BA810A9DF}" type="presParOf" srcId="{FA9CAC22-D7A7-46E5-8492-C3934FE2F491}" destId="{6AEC647E-D4F3-4C04-9E18-02E85AD701E0}" srcOrd="1" destOrd="0" presId="urn:microsoft.com/office/officeart/2005/8/layout/hProcess11"/>
    <dgm:cxn modelId="{D5710A4A-1DE5-42F5-8147-6ABC715EADB5}" type="presParOf" srcId="{6AEC647E-D4F3-4C04-9E18-02E85AD701E0}" destId="{F1FF218D-6892-44C1-B726-F1BA3AA12445}" srcOrd="0" destOrd="0" presId="urn:microsoft.com/office/officeart/2005/8/layout/hProcess11"/>
    <dgm:cxn modelId="{92DB1221-D592-4C0C-8A30-A7B873C444C9}" type="presParOf" srcId="{F1FF218D-6892-44C1-B726-F1BA3AA12445}" destId="{1C668ABE-C714-49AF-8EB1-AA20480FCC46}" srcOrd="0" destOrd="0" presId="urn:microsoft.com/office/officeart/2005/8/layout/hProcess11"/>
    <dgm:cxn modelId="{6BF55EFA-FF5F-437C-8CAF-31C8415B9F81}" type="presParOf" srcId="{F1FF218D-6892-44C1-B726-F1BA3AA12445}" destId="{6063C580-F5F8-4A83-942A-5952C9A164FE}" srcOrd="1" destOrd="0" presId="urn:microsoft.com/office/officeart/2005/8/layout/hProcess11"/>
    <dgm:cxn modelId="{974828AB-1F66-407F-A0C9-C7C98FA65C58}" type="presParOf" srcId="{F1FF218D-6892-44C1-B726-F1BA3AA12445}" destId="{EF76FC08-9017-4CF0-A1C6-F56995FCDA14}" srcOrd="2" destOrd="0" presId="urn:microsoft.com/office/officeart/2005/8/layout/hProcess11"/>
    <dgm:cxn modelId="{D5DEEB73-820D-4641-ADD3-DCF062C78A20}" type="presParOf" srcId="{6AEC647E-D4F3-4C04-9E18-02E85AD701E0}" destId="{19E80ED8-5A22-4FD8-9546-B36BE06F5764}" srcOrd="1" destOrd="0" presId="urn:microsoft.com/office/officeart/2005/8/layout/hProcess11"/>
    <dgm:cxn modelId="{30F11846-E938-4117-9ED5-99A96095A115}" type="presParOf" srcId="{6AEC647E-D4F3-4C04-9E18-02E85AD701E0}" destId="{0A8922AA-6113-4BA2-A6F9-037DCE9D172E}" srcOrd="2" destOrd="0" presId="urn:microsoft.com/office/officeart/2005/8/layout/hProcess11"/>
    <dgm:cxn modelId="{8C05DBF7-AC65-41BB-B2C4-66756F92017F}" type="presParOf" srcId="{0A8922AA-6113-4BA2-A6F9-037DCE9D172E}" destId="{48651BEF-8D8E-4427-924B-712843D76B2B}" srcOrd="0" destOrd="0" presId="urn:microsoft.com/office/officeart/2005/8/layout/hProcess11"/>
    <dgm:cxn modelId="{8B3686DB-FC90-440B-9435-15F59BADC566}" type="presParOf" srcId="{0A8922AA-6113-4BA2-A6F9-037DCE9D172E}" destId="{237AAADD-C452-4AD2-9F66-2AA93B138CE6}" srcOrd="1" destOrd="0" presId="urn:microsoft.com/office/officeart/2005/8/layout/hProcess11"/>
    <dgm:cxn modelId="{5DA10289-E95A-4F46-B7B1-5826BDE2BB68}" type="presParOf" srcId="{0A8922AA-6113-4BA2-A6F9-037DCE9D172E}" destId="{9B98B601-6D79-47A1-B964-664C267FBCA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992E63D-D4F5-4914-A5B2-74549583DBF9}" type="doc">
      <dgm:prSet loTypeId="urn:microsoft.com/office/officeart/2005/8/layout/vList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C5424B4E-77B4-4E70-BA40-40AE6FE35C4D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>
        <a:ln>
          <a:solidFill>
            <a:srgbClr val="28AFB6"/>
          </a:solidFill>
        </a:ln>
      </dgm:spPr>
      <dgm:t>
        <a:bodyPr/>
        <a:lstStyle/>
        <a:p>
          <a:r>
            <a:rPr lang="en-US" dirty="0" err="1"/>
            <a:t>Indeks</a:t>
          </a:r>
          <a:r>
            <a:rPr lang="en-US" dirty="0"/>
            <a:t> array A = A[0][0], A[0][1], A[0][2], A[0][3], A[0][4], ………., A[3][0], A[3][1], A[3][2], A[3][3], A[3][4]</a:t>
          </a:r>
        </a:p>
      </dgm:t>
    </dgm:pt>
    <dgm:pt modelId="{4137CFF1-8FD4-40E7-B799-FCB888C39839}" type="parTrans" cxnId="{1391022D-3A52-4ED9-B467-DAC4C913146D}">
      <dgm:prSet/>
      <dgm:spPr/>
      <dgm:t>
        <a:bodyPr/>
        <a:lstStyle/>
        <a:p>
          <a:endParaRPr lang="en-US"/>
        </a:p>
      </dgm:t>
    </dgm:pt>
    <dgm:pt modelId="{370270ED-8156-4CB2-95C8-7510A3A28DCC}" type="sibTrans" cxnId="{1391022D-3A52-4ED9-B467-DAC4C913146D}">
      <dgm:prSet/>
      <dgm:spPr/>
      <dgm:t>
        <a:bodyPr/>
        <a:lstStyle/>
        <a:p>
          <a:endParaRPr lang="en-US"/>
        </a:p>
      </dgm:t>
    </dgm:pt>
    <dgm:pt modelId="{D8786056-2B97-425F-AAA2-EA3CB044CF45}" type="pres">
      <dgm:prSet presAssocID="{B992E63D-D4F5-4914-A5B2-74549583DBF9}" presName="linear" presStyleCnt="0">
        <dgm:presLayoutVars>
          <dgm:animLvl val="lvl"/>
          <dgm:resizeHandles val="exact"/>
        </dgm:presLayoutVars>
      </dgm:prSet>
      <dgm:spPr/>
    </dgm:pt>
    <dgm:pt modelId="{78D19CA5-43F2-4798-A49F-9C54F16953F2}" type="pres">
      <dgm:prSet presAssocID="{C5424B4E-77B4-4E70-BA40-40AE6FE35C4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391022D-3A52-4ED9-B467-DAC4C913146D}" srcId="{B992E63D-D4F5-4914-A5B2-74549583DBF9}" destId="{C5424B4E-77B4-4E70-BA40-40AE6FE35C4D}" srcOrd="0" destOrd="0" parTransId="{4137CFF1-8FD4-40E7-B799-FCB888C39839}" sibTransId="{370270ED-8156-4CB2-95C8-7510A3A28DCC}"/>
    <dgm:cxn modelId="{159C4449-2985-489E-AD6C-16CDB0B3D668}" type="presOf" srcId="{C5424B4E-77B4-4E70-BA40-40AE6FE35C4D}" destId="{78D19CA5-43F2-4798-A49F-9C54F16953F2}" srcOrd="0" destOrd="0" presId="urn:microsoft.com/office/officeart/2005/8/layout/vList2"/>
    <dgm:cxn modelId="{85181686-9A5D-431C-984B-FA9BAA7762FA}" type="presOf" srcId="{B992E63D-D4F5-4914-A5B2-74549583DBF9}" destId="{D8786056-2B97-425F-AAA2-EA3CB044CF45}" srcOrd="0" destOrd="0" presId="urn:microsoft.com/office/officeart/2005/8/layout/vList2"/>
    <dgm:cxn modelId="{873A1F7C-BA76-4EAF-ABC6-538CEE91DFB5}" type="presParOf" srcId="{D8786056-2B97-425F-AAA2-EA3CB044CF45}" destId="{78D19CA5-43F2-4798-A49F-9C54F16953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7A5D20-60AF-4F97-8838-F4EF068CEFAE}" type="doc">
      <dgm:prSet loTypeId="urn:microsoft.com/office/officeart/2005/8/layout/process5" loCatId="process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09A1E807-683F-47F6-98FD-31A7B5DE8529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Apakah</a:t>
          </a:r>
          <a:r>
            <a:rPr lang="en-US" dirty="0"/>
            <a:t> yang </a:t>
          </a:r>
          <a:r>
            <a:rPr lang="en-US" dirty="0" err="1"/>
            <a:t>dimaksud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Linked List?</a:t>
          </a:r>
        </a:p>
      </dgm:t>
    </dgm:pt>
    <dgm:pt modelId="{8C62B05D-A50E-4AEF-A1A0-CD8E2D4A8F30}" type="parTrans" cxnId="{0CB17C21-FF61-45B6-87CB-991281D1C4C0}">
      <dgm:prSet/>
      <dgm:spPr/>
      <dgm:t>
        <a:bodyPr/>
        <a:lstStyle/>
        <a:p>
          <a:endParaRPr lang="en-US"/>
        </a:p>
      </dgm:t>
    </dgm:pt>
    <dgm:pt modelId="{FC05B855-2E84-496C-8930-67F63D5EB64A}" type="sibTrans" cxnId="{0CB17C21-FF61-45B6-87CB-991281D1C4C0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F2620EDE-F5FA-4EE5-9FB4-3EA79169F26E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Untaian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</a:t>
          </a:r>
          <a:r>
            <a:rPr lang="en-US" dirty="0" err="1"/>
            <a:t>rangkaian</a:t>
          </a:r>
          <a:endParaRPr lang="en-US" dirty="0"/>
        </a:p>
      </dgm:t>
    </dgm:pt>
    <dgm:pt modelId="{B79A0E06-F725-4890-9001-B6AE02193B58}" type="parTrans" cxnId="{323CFAC9-926F-4FD1-AFC9-0B90550E04EF}">
      <dgm:prSet/>
      <dgm:spPr/>
      <dgm:t>
        <a:bodyPr/>
        <a:lstStyle/>
        <a:p>
          <a:endParaRPr lang="en-US"/>
        </a:p>
      </dgm:t>
    </dgm:pt>
    <dgm:pt modelId="{8C39884A-0A4A-4708-8F6E-AB20F6FF9412}" type="sibTrans" cxnId="{323CFAC9-926F-4FD1-AFC9-0B90550E04EF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EB715FF3-20A9-4EA2-BD3B-1E87A54EDC7F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Daftar</a:t>
          </a:r>
          <a:r>
            <a:rPr lang="en-US" dirty="0"/>
            <a:t> </a:t>
          </a:r>
          <a:r>
            <a:rPr lang="en-US" dirty="0" err="1"/>
            <a:t>atau</a:t>
          </a:r>
          <a:r>
            <a:rPr lang="en-US" dirty="0"/>
            <a:t> list</a:t>
          </a:r>
        </a:p>
      </dgm:t>
    </dgm:pt>
    <dgm:pt modelId="{178715FB-17AC-4730-865B-8C07876E2536}" type="parTrans" cxnId="{785454CD-01D1-467B-B118-04EF4C074C3C}">
      <dgm:prSet/>
      <dgm:spPr/>
      <dgm:t>
        <a:bodyPr/>
        <a:lstStyle/>
        <a:p>
          <a:endParaRPr lang="en-US"/>
        </a:p>
      </dgm:t>
    </dgm:pt>
    <dgm:pt modelId="{7F2B6029-1D2A-47B3-A6B3-BBC794C4BEEA}" type="sibTrans" cxnId="{785454CD-01D1-467B-B118-04EF4C074C3C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533F2065-43BD-4E63-B2CC-FC663C738748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/>
            <a:t>Data yang </a:t>
          </a:r>
          <a:r>
            <a:rPr lang="en-US" dirty="0" err="1"/>
            <a:t>dibaca</a:t>
          </a:r>
          <a:r>
            <a:rPr lang="en-US" dirty="0"/>
            <a:t> computer</a:t>
          </a:r>
        </a:p>
      </dgm:t>
    </dgm:pt>
    <dgm:pt modelId="{4FA8CAA8-209F-4C26-A46C-236E033EFB2D}" type="parTrans" cxnId="{F94A817D-0BE3-45C1-9126-06A5450CBE04}">
      <dgm:prSet/>
      <dgm:spPr/>
      <dgm:t>
        <a:bodyPr/>
        <a:lstStyle/>
        <a:p>
          <a:endParaRPr lang="en-US"/>
        </a:p>
      </dgm:t>
    </dgm:pt>
    <dgm:pt modelId="{B88A54ED-F93F-492C-9300-6AC0394FB90D}" type="sibTrans" cxnId="{F94A817D-0BE3-45C1-9126-06A5450CBE04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6EE74F5C-0EC4-4A35-96C8-C45E1739C9C4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Implementasi</a:t>
          </a:r>
          <a:r>
            <a:rPr lang="en-US" dirty="0"/>
            <a:t> </a:t>
          </a:r>
          <a:r>
            <a:rPr lang="en-US" dirty="0" err="1"/>
            <a:t>dapat</a:t>
          </a:r>
          <a:r>
            <a:rPr lang="en-US" dirty="0"/>
            <a:t> </a:t>
          </a:r>
          <a:r>
            <a:rPr lang="en-US" dirty="0" err="1"/>
            <a:t>dengan</a:t>
          </a:r>
          <a:r>
            <a:rPr lang="en-US" dirty="0"/>
            <a:t> Bahasa </a:t>
          </a:r>
          <a:r>
            <a:rPr lang="en-US" dirty="0" err="1"/>
            <a:t>pemrograman</a:t>
          </a:r>
          <a:endParaRPr lang="en-US" dirty="0"/>
        </a:p>
      </dgm:t>
    </dgm:pt>
    <dgm:pt modelId="{9E12C886-A83F-44AE-B3EF-F1D2245DBCF1}" type="parTrans" cxnId="{BD2BAC73-1D7E-4DC7-A2A6-450EDDFC0C89}">
      <dgm:prSet/>
      <dgm:spPr/>
      <dgm:t>
        <a:bodyPr/>
        <a:lstStyle/>
        <a:p>
          <a:endParaRPr lang="en-US"/>
        </a:p>
      </dgm:t>
    </dgm:pt>
    <dgm:pt modelId="{91112E28-9226-4345-AFA6-D3415D84B72C}" type="sibTrans" cxnId="{BD2BAC73-1D7E-4DC7-A2A6-450EDDFC0C89}">
      <dgm:prSet/>
      <dgm:spPr>
        <a:solidFill>
          <a:srgbClr val="28AFB6"/>
        </a:solidFill>
        <a:ln>
          <a:solidFill>
            <a:srgbClr val="28AFB6"/>
          </a:solidFill>
        </a:ln>
      </dgm:spPr>
      <dgm:t>
        <a:bodyPr/>
        <a:lstStyle/>
        <a:p>
          <a:endParaRPr lang="en-US"/>
        </a:p>
      </dgm:t>
    </dgm:pt>
    <dgm:pt modelId="{64A0F878-6A0E-4F3D-A349-0CD61D7E6952}">
      <dgm:prSet/>
      <dgm:spPr>
        <a:ln w="28575">
          <a:solidFill>
            <a:srgbClr val="28AFB6"/>
          </a:solidFill>
        </a:ln>
      </dgm:spPr>
      <dgm:t>
        <a:bodyPr/>
        <a:lstStyle/>
        <a:p>
          <a:pPr rtl="0"/>
          <a:r>
            <a:rPr lang="en-US" dirty="0" err="1"/>
            <a:t>Contoh</a:t>
          </a:r>
          <a:r>
            <a:rPr lang="en-US" dirty="0"/>
            <a:t> Java</a:t>
          </a:r>
        </a:p>
      </dgm:t>
    </dgm:pt>
    <dgm:pt modelId="{B555EB99-ACAB-4744-B8EC-64633E62B60A}" type="parTrans" cxnId="{D5840570-ED60-4A53-A173-74DFDF42592B}">
      <dgm:prSet/>
      <dgm:spPr/>
      <dgm:t>
        <a:bodyPr/>
        <a:lstStyle/>
        <a:p>
          <a:endParaRPr lang="en-US"/>
        </a:p>
      </dgm:t>
    </dgm:pt>
    <dgm:pt modelId="{5C4DEDDD-7A63-418F-9A25-5E65B4398C7E}" type="sibTrans" cxnId="{D5840570-ED60-4A53-A173-74DFDF42592B}">
      <dgm:prSet/>
      <dgm:spPr/>
      <dgm:t>
        <a:bodyPr/>
        <a:lstStyle/>
        <a:p>
          <a:endParaRPr lang="en-US"/>
        </a:p>
      </dgm:t>
    </dgm:pt>
    <dgm:pt modelId="{07B8E372-2FE3-4896-B285-A387FD3E6D26}" type="pres">
      <dgm:prSet presAssocID="{F07A5D20-60AF-4F97-8838-F4EF068CEFAE}" presName="diagram" presStyleCnt="0">
        <dgm:presLayoutVars>
          <dgm:dir/>
          <dgm:resizeHandles val="exact"/>
        </dgm:presLayoutVars>
      </dgm:prSet>
      <dgm:spPr/>
    </dgm:pt>
    <dgm:pt modelId="{D3C11468-3064-4EDE-B22A-044C0F3A92F2}" type="pres">
      <dgm:prSet presAssocID="{09A1E807-683F-47F6-98FD-31A7B5DE8529}" presName="node" presStyleLbl="node1" presStyleIdx="0" presStyleCnt="6">
        <dgm:presLayoutVars>
          <dgm:bulletEnabled val="1"/>
        </dgm:presLayoutVars>
      </dgm:prSet>
      <dgm:spPr/>
    </dgm:pt>
    <dgm:pt modelId="{95E270F1-2597-40C8-B784-11EF57497539}" type="pres">
      <dgm:prSet presAssocID="{FC05B855-2E84-496C-8930-67F63D5EB64A}" presName="sibTrans" presStyleLbl="sibTrans2D1" presStyleIdx="0" presStyleCnt="5"/>
      <dgm:spPr/>
    </dgm:pt>
    <dgm:pt modelId="{5309EDCB-E383-4462-88E6-AE8F18135BC9}" type="pres">
      <dgm:prSet presAssocID="{FC05B855-2E84-496C-8930-67F63D5EB64A}" presName="connectorText" presStyleLbl="sibTrans2D1" presStyleIdx="0" presStyleCnt="5"/>
      <dgm:spPr/>
    </dgm:pt>
    <dgm:pt modelId="{C141124E-883C-4C95-91DF-6FDE09C26C97}" type="pres">
      <dgm:prSet presAssocID="{F2620EDE-F5FA-4EE5-9FB4-3EA79169F26E}" presName="node" presStyleLbl="node1" presStyleIdx="1" presStyleCnt="6">
        <dgm:presLayoutVars>
          <dgm:bulletEnabled val="1"/>
        </dgm:presLayoutVars>
      </dgm:prSet>
      <dgm:spPr/>
    </dgm:pt>
    <dgm:pt modelId="{6A258A48-D379-4094-B322-95FFF8986F5B}" type="pres">
      <dgm:prSet presAssocID="{8C39884A-0A4A-4708-8F6E-AB20F6FF9412}" presName="sibTrans" presStyleLbl="sibTrans2D1" presStyleIdx="1" presStyleCnt="5"/>
      <dgm:spPr/>
    </dgm:pt>
    <dgm:pt modelId="{0F3BEBAE-F12A-4242-ABCD-DF593629FDA3}" type="pres">
      <dgm:prSet presAssocID="{8C39884A-0A4A-4708-8F6E-AB20F6FF9412}" presName="connectorText" presStyleLbl="sibTrans2D1" presStyleIdx="1" presStyleCnt="5"/>
      <dgm:spPr/>
    </dgm:pt>
    <dgm:pt modelId="{A1648641-12F1-4F22-A348-366FF1C987BA}" type="pres">
      <dgm:prSet presAssocID="{EB715FF3-20A9-4EA2-BD3B-1E87A54EDC7F}" presName="node" presStyleLbl="node1" presStyleIdx="2" presStyleCnt="6">
        <dgm:presLayoutVars>
          <dgm:bulletEnabled val="1"/>
        </dgm:presLayoutVars>
      </dgm:prSet>
      <dgm:spPr/>
    </dgm:pt>
    <dgm:pt modelId="{D4F83B06-0094-40E0-86B2-25C99885F75E}" type="pres">
      <dgm:prSet presAssocID="{7F2B6029-1D2A-47B3-A6B3-BBC794C4BEEA}" presName="sibTrans" presStyleLbl="sibTrans2D1" presStyleIdx="2" presStyleCnt="5"/>
      <dgm:spPr/>
    </dgm:pt>
    <dgm:pt modelId="{67C0D351-9964-4116-834C-C0635F45ADBA}" type="pres">
      <dgm:prSet presAssocID="{7F2B6029-1D2A-47B3-A6B3-BBC794C4BEEA}" presName="connectorText" presStyleLbl="sibTrans2D1" presStyleIdx="2" presStyleCnt="5"/>
      <dgm:spPr/>
    </dgm:pt>
    <dgm:pt modelId="{EFD7FF48-F21C-467B-8D48-EA770F511810}" type="pres">
      <dgm:prSet presAssocID="{533F2065-43BD-4E63-B2CC-FC663C738748}" presName="node" presStyleLbl="node1" presStyleIdx="3" presStyleCnt="6">
        <dgm:presLayoutVars>
          <dgm:bulletEnabled val="1"/>
        </dgm:presLayoutVars>
      </dgm:prSet>
      <dgm:spPr/>
    </dgm:pt>
    <dgm:pt modelId="{FA8F0646-300E-4427-B7D9-5B52FCDDACA2}" type="pres">
      <dgm:prSet presAssocID="{B88A54ED-F93F-492C-9300-6AC0394FB90D}" presName="sibTrans" presStyleLbl="sibTrans2D1" presStyleIdx="3" presStyleCnt="5"/>
      <dgm:spPr/>
    </dgm:pt>
    <dgm:pt modelId="{530644DF-B275-4119-9DAF-805F11454FB8}" type="pres">
      <dgm:prSet presAssocID="{B88A54ED-F93F-492C-9300-6AC0394FB90D}" presName="connectorText" presStyleLbl="sibTrans2D1" presStyleIdx="3" presStyleCnt="5"/>
      <dgm:spPr/>
    </dgm:pt>
    <dgm:pt modelId="{137017E8-A460-48AC-B066-3AB599DBD26E}" type="pres">
      <dgm:prSet presAssocID="{6EE74F5C-0EC4-4A35-96C8-C45E1739C9C4}" presName="node" presStyleLbl="node1" presStyleIdx="4" presStyleCnt="6">
        <dgm:presLayoutVars>
          <dgm:bulletEnabled val="1"/>
        </dgm:presLayoutVars>
      </dgm:prSet>
      <dgm:spPr/>
    </dgm:pt>
    <dgm:pt modelId="{45F81CE6-F7C0-4CA9-8A45-987DD7C9310F}" type="pres">
      <dgm:prSet presAssocID="{91112E28-9226-4345-AFA6-D3415D84B72C}" presName="sibTrans" presStyleLbl="sibTrans2D1" presStyleIdx="4" presStyleCnt="5"/>
      <dgm:spPr/>
    </dgm:pt>
    <dgm:pt modelId="{16961CF2-CFDA-449A-9D95-191E33D260EC}" type="pres">
      <dgm:prSet presAssocID="{91112E28-9226-4345-AFA6-D3415D84B72C}" presName="connectorText" presStyleLbl="sibTrans2D1" presStyleIdx="4" presStyleCnt="5"/>
      <dgm:spPr/>
    </dgm:pt>
    <dgm:pt modelId="{84C62208-C6D6-4DD6-AA16-41A241877786}" type="pres">
      <dgm:prSet presAssocID="{64A0F878-6A0E-4F3D-A349-0CD61D7E6952}" presName="node" presStyleLbl="node1" presStyleIdx="5" presStyleCnt="6">
        <dgm:presLayoutVars>
          <dgm:bulletEnabled val="1"/>
        </dgm:presLayoutVars>
      </dgm:prSet>
      <dgm:spPr/>
    </dgm:pt>
  </dgm:ptLst>
  <dgm:cxnLst>
    <dgm:cxn modelId="{F724631A-1D07-40A6-829B-BA445460221E}" type="presOf" srcId="{91112E28-9226-4345-AFA6-D3415D84B72C}" destId="{45F81CE6-F7C0-4CA9-8A45-987DD7C9310F}" srcOrd="0" destOrd="0" presId="urn:microsoft.com/office/officeart/2005/8/layout/process5"/>
    <dgm:cxn modelId="{0CB17C21-FF61-45B6-87CB-991281D1C4C0}" srcId="{F07A5D20-60AF-4F97-8838-F4EF068CEFAE}" destId="{09A1E807-683F-47F6-98FD-31A7B5DE8529}" srcOrd="0" destOrd="0" parTransId="{8C62B05D-A50E-4AEF-A1A0-CD8E2D4A8F30}" sibTransId="{FC05B855-2E84-496C-8930-67F63D5EB64A}"/>
    <dgm:cxn modelId="{0AFA2825-32AA-4C22-841A-A078471E3F82}" type="presOf" srcId="{8C39884A-0A4A-4708-8F6E-AB20F6FF9412}" destId="{6A258A48-D379-4094-B322-95FFF8986F5B}" srcOrd="0" destOrd="0" presId="urn:microsoft.com/office/officeart/2005/8/layout/process5"/>
    <dgm:cxn modelId="{2F1B3B2C-D36F-437E-8C2F-183049168522}" type="presOf" srcId="{F07A5D20-60AF-4F97-8838-F4EF068CEFAE}" destId="{07B8E372-2FE3-4896-B285-A387FD3E6D26}" srcOrd="0" destOrd="0" presId="urn:microsoft.com/office/officeart/2005/8/layout/process5"/>
    <dgm:cxn modelId="{7DEBD630-0581-4EA1-9532-770256CEC4F1}" type="presOf" srcId="{533F2065-43BD-4E63-B2CC-FC663C738748}" destId="{EFD7FF48-F21C-467B-8D48-EA770F511810}" srcOrd="0" destOrd="0" presId="urn:microsoft.com/office/officeart/2005/8/layout/process5"/>
    <dgm:cxn modelId="{C6F8A137-0A1F-4F78-94D6-FBAAEF66A0B0}" type="presOf" srcId="{B88A54ED-F93F-492C-9300-6AC0394FB90D}" destId="{FA8F0646-300E-4427-B7D9-5B52FCDDACA2}" srcOrd="0" destOrd="0" presId="urn:microsoft.com/office/officeart/2005/8/layout/process5"/>
    <dgm:cxn modelId="{3BB4455F-9980-4424-AF27-35E0C0254AF3}" type="presOf" srcId="{8C39884A-0A4A-4708-8F6E-AB20F6FF9412}" destId="{0F3BEBAE-F12A-4242-ABCD-DF593629FDA3}" srcOrd="1" destOrd="0" presId="urn:microsoft.com/office/officeart/2005/8/layout/process5"/>
    <dgm:cxn modelId="{65C35E61-56F3-4A63-A9E9-327C946DB384}" type="presOf" srcId="{6EE74F5C-0EC4-4A35-96C8-C45E1739C9C4}" destId="{137017E8-A460-48AC-B066-3AB599DBD26E}" srcOrd="0" destOrd="0" presId="urn:microsoft.com/office/officeart/2005/8/layout/process5"/>
    <dgm:cxn modelId="{D5840570-ED60-4A53-A173-74DFDF42592B}" srcId="{F07A5D20-60AF-4F97-8838-F4EF068CEFAE}" destId="{64A0F878-6A0E-4F3D-A349-0CD61D7E6952}" srcOrd="5" destOrd="0" parTransId="{B555EB99-ACAB-4744-B8EC-64633E62B60A}" sibTransId="{5C4DEDDD-7A63-418F-9A25-5E65B4398C7E}"/>
    <dgm:cxn modelId="{BD2BAC73-1D7E-4DC7-A2A6-450EDDFC0C89}" srcId="{F07A5D20-60AF-4F97-8838-F4EF068CEFAE}" destId="{6EE74F5C-0EC4-4A35-96C8-C45E1739C9C4}" srcOrd="4" destOrd="0" parTransId="{9E12C886-A83F-44AE-B3EF-F1D2245DBCF1}" sibTransId="{91112E28-9226-4345-AFA6-D3415D84B72C}"/>
    <dgm:cxn modelId="{88133D7D-DDD5-446E-972C-64964A5053E1}" type="presOf" srcId="{7F2B6029-1D2A-47B3-A6B3-BBC794C4BEEA}" destId="{67C0D351-9964-4116-834C-C0635F45ADBA}" srcOrd="1" destOrd="0" presId="urn:microsoft.com/office/officeart/2005/8/layout/process5"/>
    <dgm:cxn modelId="{F94A817D-0BE3-45C1-9126-06A5450CBE04}" srcId="{F07A5D20-60AF-4F97-8838-F4EF068CEFAE}" destId="{533F2065-43BD-4E63-B2CC-FC663C738748}" srcOrd="3" destOrd="0" parTransId="{4FA8CAA8-209F-4C26-A46C-236E033EFB2D}" sibTransId="{B88A54ED-F93F-492C-9300-6AC0394FB90D}"/>
    <dgm:cxn modelId="{58537A7E-60B1-4D3D-AB03-550A86DFDD62}" type="presOf" srcId="{91112E28-9226-4345-AFA6-D3415D84B72C}" destId="{16961CF2-CFDA-449A-9D95-191E33D260EC}" srcOrd="1" destOrd="0" presId="urn:microsoft.com/office/officeart/2005/8/layout/process5"/>
    <dgm:cxn modelId="{3E9C4F8E-C62B-43E8-B5A3-ED85756A864D}" type="presOf" srcId="{7F2B6029-1D2A-47B3-A6B3-BBC794C4BEEA}" destId="{D4F83B06-0094-40E0-86B2-25C99885F75E}" srcOrd="0" destOrd="0" presId="urn:microsoft.com/office/officeart/2005/8/layout/process5"/>
    <dgm:cxn modelId="{C6E1BB96-19AB-457B-A17D-32E8645E71FB}" type="presOf" srcId="{FC05B855-2E84-496C-8930-67F63D5EB64A}" destId="{5309EDCB-E383-4462-88E6-AE8F18135BC9}" srcOrd="1" destOrd="0" presId="urn:microsoft.com/office/officeart/2005/8/layout/process5"/>
    <dgm:cxn modelId="{E83B2EBA-7BDC-41ED-9C40-FF4E7C632B7B}" type="presOf" srcId="{64A0F878-6A0E-4F3D-A349-0CD61D7E6952}" destId="{84C62208-C6D6-4DD6-AA16-41A241877786}" srcOrd="0" destOrd="0" presId="urn:microsoft.com/office/officeart/2005/8/layout/process5"/>
    <dgm:cxn modelId="{F222ECC4-C9B8-4D04-9EA4-C5648E98F63B}" type="presOf" srcId="{F2620EDE-F5FA-4EE5-9FB4-3EA79169F26E}" destId="{C141124E-883C-4C95-91DF-6FDE09C26C97}" srcOrd="0" destOrd="0" presId="urn:microsoft.com/office/officeart/2005/8/layout/process5"/>
    <dgm:cxn modelId="{323CFAC9-926F-4FD1-AFC9-0B90550E04EF}" srcId="{F07A5D20-60AF-4F97-8838-F4EF068CEFAE}" destId="{F2620EDE-F5FA-4EE5-9FB4-3EA79169F26E}" srcOrd="1" destOrd="0" parTransId="{B79A0E06-F725-4890-9001-B6AE02193B58}" sibTransId="{8C39884A-0A4A-4708-8F6E-AB20F6FF9412}"/>
    <dgm:cxn modelId="{176D98CB-A006-4154-B1D5-CD16096F5FCA}" type="presOf" srcId="{EB715FF3-20A9-4EA2-BD3B-1E87A54EDC7F}" destId="{A1648641-12F1-4F22-A348-366FF1C987BA}" srcOrd="0" destOrd="0" presId="urn:microsoft.com/office/officeart/2005/8/layout/process5"/>
    <dgm:cxn modelId="{785454CD-01D1-467B-B118-04EF4C074C3C}" srcId="{F07A5D20-60AF-4F97-8838-F4EF068CEFAE}" destId="{EB715FF3-20A9-4EA2-BD3B-1E87A54EDC7F}" srcOrd="2" destOrd="0" parTransId="{178715FB-17AC-4730-865B-8C07876E2536}" sibTransId="{7F2B6029-1D2A-47B3-A6B3-BBC794C4BEEA}"/>
    <dgm:cxn modelId="{BDC269DC-378D-40FA-BF84-658455634504}" type="presOf" srcId="{B88A54ED-F93F-492C-9300-6AC0394FB90D}" destId="{530644DF-B275-4119-9DAF-805F11454FB8}" srcOrd="1" destOrd="0" presId="urn:microsoft.com/office/officeart/2005/8/layout/process5"/>
    <dgm:cxn modelId="{D46872EA-7AD1-4E93-BCE7-732E1AD9AA42}" type="presOf" srcId="{09A1E807-683F-47F6-98FD-31A7B5DE8529}" destId="{D3C11468-3064-4EDE-B22A-044C0F3A92F2}" srcOrd="0" destOrd="0" presId="urn:microsoft.com/office/officeart/2005/8/layout/process5"/>
    <dgm:cxn modelId="{24F106F4-8A83-43A5-BC00-E8CBCDF80F41}" type="presOf" srcId="{FC05B855-2E84-496C-8930-67F63D5EB64A}" destId="{95E270F1-2597-40C8-B784-11EF57497539}" srcOrd="0" destOrd="0" presId="urn:microsoft.com/office/officeart/2005/8/layout/process5"/>
    <dgm:cxn modelId="{5000E843-F0E1-46D8-A97D-05FB43EB2059}" type="presParOf" srcId="{07B8E372-2FE3-4896-B285-A387FD3E6D26}" destId="{D3C11468-3064-4EDE-B22A-044C0F3A92F2}" srcOrd="0" destOrd="0" presId="urn:microsoft.com/office/officeart/2005/8/layout/process5"/>
    <dgm:cxn modelId="{99CF8052-BE05-4458-BC56-586422E859AA}" type="presParOf" srcId="{07B8E372-2FE3-4896-B285-A387FD3E6D26}" destId="{95E270F1-2597-40C8-B784-11EF57497539}" srcOrd="1" destOrd="0" presId="urn:microsoft.com/office/officeart/2005/8/layout/process5"/>
    <dgm:cxn modelId="{00EF72D5-2A2C-4C31-8B98-824249845354}" type="presParOf" srcId="{95E270F1-2597-40C8-B784-11EF57497539}" destId="{5309EDCB-E383-4462-88E6-AE8F18135BC9}" srcOrd="0" destOrd="0" presId="urn:microsoft.com/office/officeart/2005/8/layout/process5"/>
    <dgm:cxn modelId="{C92C3FB7-5E20-4A93-B1BB-B2DA71922337}" type="presParOf" srcId="{07B8E372-2FE3-4896-B285-A387FD3E6D26}" destId="{C141124E-883C-4C95-91DF-6FDE09C26C97}" srcOrd="2" destOrd="0" presId="urn:microsoft.com/office/officeart/2005/8/layout/process5"/>
    <dgm:cxn modelId="{793BB6A3-638C-458D-9344-EBA31282DEA6}" type="presParOf" srcId="{07B8E372-2FE3-4896-B285-A387FD3E6D26}" destId="{6A258A48-D379-4094-B322-95FFF8986F5B}" srcOrd="3" destOrd="0" presId="urn:microsoft.com/office/officeart/2005/8/layout/process5"/>
    <dgm:cxn modelId="{AE4D8EAC-F4B6-4179-BF56-8E8C11D684F4}" type="presParOf" srcId="{6A258A48-D379-4094-B322-95FFF8986F5B}" destId="{0F3BEBAE-F12A-4242-ABCD-DF593629FDA3}" srcOrd="0" destOrd="0" presId="urn:microsoft.com/office/officeart/2005/8/layout/process5"/>
    <dgm:cxn modelId="{01B69B02-857B-4C10-A609-4009031A93E4}" type="presParOf" srcId="{07B8E372-2FE3-4896-B285-A387FD3E6D26}" destId="{A1648641-12F1-4F22-A348-366FF1C987BA}" srcOrd="4" destOrd="0" presId="urn:microsoft.com/office/officeart/2005/8/layout/process5"/>
    <dgm:cxn modelId="{2FF79224-565B-4480-86C2-EA91C45B612E}" type="presParOf" srcId="{07B8E372-2FE3-4896-B285-A387FD3E6D26}" destId="{D4F83B06-0094-40E0-86B2-25C99885F75E}" srcOrd="5" destOrd="0" presId="urn:microsoft.com/office/officeart/2005/8/layout/process5"/>
    <dgm:cxn modelId="{3DD26FBC-CB1D-4301-A035-2EF3E8B15856}" type="presParOf" srcId="{D4F83B06-0094-40E0-86B2-25C99885F75E}" destId="{67C0D351-9964-4116-834C-C0635F45ADBA}" srcOrd="0" destOrd="0" presId="urn:microsoft.com/office/officeart/2005/8/layout/process5"/>
    <dgm:cxn modelId="{377E3489-CCEE-4486-880C-F09E44D2CD38}" type="presParOf" srcId="{07B8E372-2FE3-4896-B285-A387FD3E6D26}" destId="{EFD7FF48-F21C-467B-8D48-EA770F511810}" srcOrd="6" destOrd="0" presId="urn:microsoft.com/office/officeart/2005/8/layout/process5"/>
    <dgm:cxn modelId="{C63D4C85-54A3-416C-8A6E-1B4001A218B8}" type="presParOf" srcId="{07B8E372-2FE3-4896-B285-A387FD3E6D26}" destId="{FA8F0646-300E-4427-B7D9-5B52FCDDACA2}" srcOrd="7" destOrd="0" presId="urn:microsoft.com/office/officeart/2005/8/layout/process5"/>
    <dgm:cxn modelId="{FDACE626-11C9-48FE-9E23-F36482E3D83B}" type="presParOf" srcId="{FA8F0646-300E-4427-B7D9-5B52FCDDACA2}" destId="{530644DF-B275-4119-9DAF-805F11454FB8}" srcOrd="0" destOrd="0" presId="urn:microsoft.com/office/officeart/2005/8/layout/process5"/>
    <dgm:cxn modelId="{DA2F2976-0A93-4CD0-8CC9-49738A166F2F}" type="presParOf" srcId="{07B8E372-2FE3-4896-B285-A387FD3E6D26}" destId="{137017E8-A460-48AC-B066-3AB599DBD26E}" srcOrd="8" destOrd="0" presId="urn:microsoft.com/office/officeart/2005/8/layout/process5"/>
    <dgm:cxn modelId="{633DA267-994E-4B7F-BD83-4CA6ED23CD92}" type="presParOf" srcId="{07B8E372-2FE3-4896-B285-A387FD3E6D26}" destId="{45F81CE6-F7C0-4CA9-8A45-987DD7C9310F}" srcOrd="9" destOrd="0" presId="urn:microsoft.com/office/officeart/2005/8/layout/process5"/>
    <dgm:cxn modelId="{C03CF104-06D7-4704-8361-3ABC1C004370}" type="presParOf" srcId="{45F81CE6-F7C0-4CA9-8A45-987DD7C9310F}" destId="{16961CF2-CFDA-449A-9D95-191E33D260EC}" srcOrd="0" destOrd="0" presId="urn:microsoft.com/office/officeart/2005/8/layout/process5"/>
    <dgm:cxn modelId="{5CE04D61-97F3-4C05-9E4B-FD2BF4462772}" type="presParOf" srcId="{07B8E372-2FE3-4896-B285-A387FD3E6D26}" destId="{84C62208-C6D6-4DD6-AA16-41A241877786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4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EA6E8-530E-4F14-9B05-515A71451D98}">
      <dsp:nvSpPr>
        <dsp:cNvPr id="0" name=""/>
        <dsp:cNvSpPr/>
      </dsp:nvSpPr>
      <dsp:spPr>
        <a:xfrm>
          <a:off x="0" y="194703"/>
          <a:ext cx="903853" cy="361541"/>
        </a:xfrm>
        <a:prstGeom prst="homePlate">
          <a:avLst/>
        </a:prstGeom>
        <a:noFill/>
        <a:ln w="12700" cap="flat" cmpd="sng" algn="ctr">
          <a:solidFill>
            <a:srgbClr val="41B3A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2672" rIns="21336" bIns="4267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cap="none" spc="0" dirty="0" err="1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Inisiasi</a:t>
          </a:r>
          <a:r>
            <a:rPr lang="en-US" sz="1600" b="0" kern="120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 3</a:t>
          </a:r>
        </a:p>
      </dsp:txBody>
      <dsp:txXfrm>
        <a:off x="0" y="194703"/>
        <a:ext cx="813468" cy="3615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D64326-D1BD-4773-85AD-F28A3B7F910A}">
      <dsp:nvSpPr>
        <dsp:cNvPr id="0" name=""/>
        <dsp:cNvSpPr/>
      </dsp:nvSpPr>
      <dsp:spPr>
        <a:xfrm>
          <a:off x="0" y="25758"/>
          <a:ext cx="4785821" cy="44928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Array </a:t>
          </a:r>
          <a:r>
            <a:rPr lang="en-US" sz="1600" kern="1200" dirty="0" err="1"/>
            <a:t>satu</a:t>
          </a:r>
          <a:r>
            <a:rPr lang="en-US" sz="1600" kern="1200" dirty="0"/>
            <a:t> </a:t>
          </a:r>
          <a:r>
            <a:rPr lang="en-US" sz="1600" kern="1200" dirty="0" err="1"/>
            <a:t>dimensi</a:t>
          </a:r>
          <a:endParaRPr lang="en-US" sz="1600" kern="1200" dirty="0"/>
        </a:p>
      </dsp:txBody>
      <dsp:txXfrm>
        <a:off x="21932" y="47690"/>
        <a:ext cx="4741957" cy="405416"/>
      </dsp:txXfrm>
    </dsp:sp>
    <dsp:sp modelId="{67A252AD-F561-4C64-98F5-D5DF8029BA61}">
      <dsp:nvSpPr>
        <dsp:cNvPr id="0" name=""/>
        <dsp:cNvSpPr/>
      </dsp:nvSpPr>
      <dsp:spPr>
        <a:xfrm>
          <a:off x="0" y="544158"/>
          <a:ext cx="4785821" cy="44928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Misal</a:t>
          </a:r>
          <a:r>
            <a:rPr lang="en-US" sz="1600" kern="1200" dirty="0"/>
            <a:t>, </a:t>
          </a:r>
          <a:r>
            <a:rPr lang="en-US" sz="1600" kern="1200" dirty="0" err="1"/>
            <a:t>memiliki</a:t>
          </a:r>
          <a:r>
            <a:rPr lang="en-US" sz="1600" kern="1200" dirty="0"/>
            <a:t> lima </a:t>
          </a:r>
          <a:r>
            <a:rPr lang="en-US" sz="1600" kern="1200" dirty="0" err="1"/>
            <a:t>elemen</a:t>
          </a:r>
          <a:endParaRPr lang="en-US" sz="1600" kern="1200" dirty="0"/>
        </a:p>
      </dsp:txBody>
      <dsp:txXfrm>
        <a:off x="21932" y="566090"/>
        <a:ext cx="4741957" cy="405416"/>
      </dsp:txXfrm>
    </dsp:sp>
    <dsp:sp modelId="{26154DD5-F72D-46F0-BDD2-8BFFF1D9730C}">
      <dsp:nvSpPr>
        <dsp:cNvPr id="0" name=""/>
        <dsp:cNvSpPr/>
      </dsp:nvSpPr>
      <dsp:spPr>
        <a:xfrm>
          <a:off x="0" y="1062558"/>
          <a:ext cx="4785821" cy="44928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Posisi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dapat</a:t>
          </a:r>
          <a:r>
            <a:rPr lang="en-US" sz="1600" kern="1200" dirty="0"/>
            <a:t> </a:t>
          </a:r>
          <a:r>
            <a:rPr lang="en-US" sz="1600" kern="1200" dirty="0" err="1"/>
            <a:t>dikatakan</a:t>
          </a:r>
          <a:r>
            <a:rPr lang="en-US" sz="1600" kern="1200" dirty="0"/>
            <a:t> </a:t>
          </a:r>
          <a:r>
            <a:rPr lang="en-US" sz="1600" kern="1200" dirty="0" err="1"/>
            <a:t>sebagai</a:t>
          </a:r>
          <a:r>
            <a:rPr lang="en-US" sz="1600" kern="1200" dirty="0"/>
            <a:t> </a:t>
          </a:r>
          <a:r>
            <a:rPr lang="en-US" sz="1600" kern="1200" dirty="0" err="1"/>
            <a:t>indek</a:t>
          </a:r>
          <a:endParaRPr lang="en-US" sz="1600" kern="1200" dirty="0"/>
        </a:p>
      </dsp:txBody>
      <dsp:txXfrm>
        <a:off x="21932" y="1084490"/>
        <a:ext cx="4741957" cy="405416"/>
      </dsp:txXfrm>
    </dsp:sp>
    <dsp:sp modelId="{36E73B8D-D0F1-41DD-A1A7-DB450BFDE50B}">
      <dsp:nvSpPr>
        <dsp:cNvPr id="0" name=""/>
        <dsp:cNvSpPr/>
      </dsp:nvSpPr>
      <dsp:spPr>
        <a:xfrm>
          <a:off x="0" y="1580958"/>
          <a:ext cx="4785821" cy="44928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Indeks</a:t>
          </a:r>
          <a:r>
            <a:rPr lang="en-US" sz="1600" kern="1200" dirty="0"/>
            <a:t> = 0 </a:t>
          </a:r>
          <a:r>
            <a:rPr lang="en-US" sz="1600" kern="1200" dirty="0" err="1"/>
            <a:t>sampai</a:t>
          </a:r>
          <a:r>
            <a:rPr lang="en-US" sz="1600" kern="1200" dirty="0"/>
            <a:t> 4, </a:t>
          </a:r>
          <a:r>
            <a:rPr lang="en-US" sz="1600" kern="1200" dirty="0" err="1"/>
            <a:t>sehingga</a:t>
          </a:r>
          <a:r>
            <a:rPr lang="en-US" sz="1600" kern="1200" dirty="0"/>
            <a:t> </a:t>
          </a:r>
          <a:r>
            <a:rPr lang="en-US" sz="1600" kern="1200" dirty="0" err="1"/>
            <a:t>jumlah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adalah</a:t>
          </a:r>
          <a:r>
            <a:rPr lang="en-US" sz="1600" kern="1200" dirty="0"/>
            <a:t> 5</a:t>
          </a:r>
        </a:p>
      </dsp:txBody>
      <dsp:txXfrm>
        <a:off x="21932" y="1602890"/>
        <a:ext cx="4741957" cy="405416"/>
      </dsp:txXfrm>
    </dsp:sp>
    <dsp:sp modelId="{51E38D05-48F3-47AB-A4B9-02938AAB0436}">
      <dsp:nvSpPr>
        <dsp:cNvPr id="0" name=""/>
        <dsp:cNvSpPr/>
      </dsp:nvSpPr>
      <dsp:spPr>
        <a:xfrm>
          <a:off x="0" y="2099358"/>
          <a:ext cx="4785821" cy="449280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Seperti</a:t>
          </a:r>
          <a:r>
            <a:rPr lang="en-US" sz="1600" kern="1200" dirty="0"/>
            <a:t> </a:t>
          </a:r>
          <a:r>
            <a:rPr lang="en-US" sz="1600" kern="1200" dirty="0" err="1"/>
            <a:t>vektor</a:t>
          </a:r>
          <a:endParaRPr lang="en-US" sz="1600" kern="1200" dirty="0"/>
        </a:p>
      </dsp:txBody>
      <dsp:txXfrm>
        <a:off x="21932" y="2121290"/>
        <a:ext cx="4741957" cy="4054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8F46F-E3DC-4D61-B42C-26EAD3712F08}">
      <dsp:nvSpPr>
        <dsp:cNvPr id="0" name=""/>
        <dsp:cNvSpPr/>
      </dsp:nvSpPr>
      <dsp:spPr>
        <a:xfrm rot="10800000">
          <a:off x="1091796" y="2115"/>
          <a:ext cx="3460916" cy="88024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388165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Alamat</a:t>
          </a:r>
          <a:r>
            <a:rPr lang="en-US" sz="1600" kern="1200" dirty="0"/>
            <a:t> array, </a:t>
          </a:r>
          <a:r>
            <a:rPr lang="en-US" sz="1600" kern="1200" dirty="0" err="1"/>
            <a:t>bersebelahan</a:t>
          </a:r>
          <a:r>
            <a:rPr lang="en-US" sz="1600" kern="1200" dirty="0"/>
            <a:t> </a:t>
          </a:r>
          <a:r>
            <a:rPr lang="en-US" sz="1600" kern="1200" dirty="0" err="1"/>
            <a:t>dengan</a:t>
          </a:r>
          <a:r>
            <a:rPr lang="en-US" sz="1600" kern="1200" dirty="0"/>
            <a:t> </a:t>
          </a:r>
          <a:r>
            <a:rPr lang="en-US" sz="1600" kern="1200" dirty="0" err="1"/>
            <a:t>indeks</a:t>
          </a:r>
          <a:r>
            <a:rPr lang="en-US" sz="1600" kern="1200" dirty="0"/>
            <a:t> array</a:t>
          </a:r>
        </a:p>
      </dsp:txBody>
      <dsp:txXfrm rot="10800000">
        <a:off x="1311858" y="2115"/>
        <a:ext cx="3240854" cy="880247"/>
      </dsp:txXfrm>
    </dsp:sp>
    <dsp:sp modelId="{724FAE5B-F761-4C9B-9CBE-7F23DEF4C2A7}">
      <dsp:nvSpPr>
        <dsp:cNvPr id="0" name=""/>
        <dsp:cNvSpPr/>
      </dsp:nvSpPr>
      <dsp:spPr>
        <a:xfrm>
          <a:off x="651672" y="2115"/>
          <a:ext cx="880247" cy="880247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1B752DF1-D623-4932-9E12-6CE162C865E7}">
      <dsp:nvSpPr>
        <dsp:cNvPr id="0" name=""/>
        <dsp:cNvSpPr/>
      </dsp:nvSpPr>
      <dsp:spPr>
        <a:xfrm rot="10800000">
          <a:off x="1091796" y="1145123"/>
          <a:ext cx="3460916" cy="88024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388165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Penomoran</a:t>
          </a:r>
          <a:r>
            <a:rPr lang="en-US" sz="1600" kern="1200" dirty="0"/>
            <a:t> </a:t>
          </a:r>
          <a:r>
            <a:rPr lang="en-US" sz="1600" kern="1200" dirty="0" err="1"/>
            <a:t>alamat</a:t>
          </a:r>
          <a:r>
            <a:rPr lang="en-US" sz="1600" kern="1200" dirty="0"/>
            <a:t> array </a:t>
          </a:r>
          <a:r>
            <a:rPr lang="en-US" sz="1600" kern="1200" dirty="0" err="1"/>
            <a:t>tergantung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komputernya</a:t>
          </a:r>
          <a:endParaRPr lang="en-US" sz="1600" kern="1200" dirty="0"/>
        </a:p>
      </dsp:txBody>
      <dsp:txXfrm rot="10800000">
        <a:off x="1311858" y="1145123"/>
        <a:ext cx="3240854" cy="880247"/>
      </dsp:txXfrm>
    </dsp:sp>
    <dsp:sp modelId="{51EC68A2-3A7C-4B2F-9B4F-4E48A9F822CE}">
      <dsp:nvSpPr>
        <dsp:cNvPr id="0" name=""/>
        <dsp:cNvSpPr/>
      </dsp:nvSpPr>
      <dsp:spPr>
        <a:xfrm>
          <a:off x="651672" y="1145123"/>
          <a:ext cx="880247" cy="880247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9F26FDB9-29E3-4948-8559-9FD709533B4F}">
      <dsp:nvSpPr>
        <dsp:cNvPr id="0" name=""/>
        <dsp:cNvSpPr/>
      </dsp:nvSpPr>
      <dsp:spPr>
        <a:xfrm rot="10800000">
          <a:off x="1091796" y="2288131"/>
          <a:ext cx="3460916" cy="880247"/>
        </a:xfrm>
        <a:prstGeom prst="homePlat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388165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Setiap</a:t>
          </a:r>
          <a:r>
            <a:rPr lang="en-US" sz="1600" kern="1200" dirty="0"/>
            <a:t> computer </a:t>
          </a:r>
          <a:r>
            <a:rPr lang="en-US" sz="1600" kern="1200" dirty="0" err="1"/>
            <a:t>dapat</a:t>
          </a:r>
          <a:r>
            <a:rPr lang="en-US" sz="1600" kern="1200" dirty="0"/>
            <a:t> </a:t>
          </a:r>
          <a:r>
            <a:rPr lang="en-US" sz="1600" kern="1200" dirty="0" err="1"/>
            <a:t>memiliki</a:t>
          </a:r>
          <a:r>
            <a:rPr lang="en-US" sz="1600" kern="1200" dirty="0"/>
            <a:t> </a:t>
          </a:r>
          <a:r>
            <a:rPr lang="en-US" sz="1600" kern="1200" dirty="0" err="1"/>
            <a:t>alamat</a:t>
          </a:r>
          <a:r>
            <a:rPr lang="en-US" sz="1600" kern="1200" dirty="0"/>
            <a:t> yang </a:t>
          </a:r>
          <a:r>
            <a:rPr lang="en-US" sz="1600" kern="1200" dirty="0" err="1"/>
            <a:t>berbeda</a:t>
          </a:r>
          <a:r>
            <a:rPr lang="en-US" sz="1600" kern="1200" dirty="0"/>
            <a:t> </a:t>
          </a:r>
          <a:r>
            <a:rPr lang="en-US" sz="1600" kern="1200" dirty="0" err="1"/>
            <a:t>untuk</a:t>
          </a:r>
          <a:r>
            <a:rPr lang="en-US" sz="1600" kern="1200" dirty="0"/>
            <a:t> </a:t>
          </a:r>
          <a:r>
            <a:rPr lang="en-US" sz="1600" kern="1200" dirty="0" err="1"/>
            <a:t>nama</a:t>
          </a:r>
          <a:r>
            <a:rPr lang="en-US" sz="1600" kern="1200" dirty="0"/>
            <a:t> variable array yang </a:t>
          </a:r>
          <a:r>
            <a:rPr lang="en-US" sz="1600" kern="1200" dirty="0" err="1"/>
            <a:t>sama</a:t>
          </a:r>
          <a:endParaRPr lang="en-US" sz="1600" kern="1200" dirty="0"/>
        </a:p>
      </dsp:txBody>
      <dsp:txXfrm rot="10800000">
        <a:off x="1311858" y="2288131"/>
        <a:ext cx="3240854" cy="880247"/>
      </dsp:txXfrm>
    </dsp:sp>
    <dsp:sp modelId="{07AAF75A-23EB-4C90-B12C-93E7A0F27EAA}">
      <dsp:nvSpPr>
        <dsp:cNvPr id="0" name=""/>
        <dsp:cNvSpPr/>
      </dsp:nvSpPr>
      <dsp:spPr>
        <a:xfrm>
          <a:off x="651672" y="2288131"/>
          <a:ext cx="880247" cy="880247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323E8-2F8E-4822-8EE4-093F14FB11E9}">
      <dsp:nvSpPr>
        <dsp:cNvPr id="0" name=""/>
        <dsp:cNvSpPr/>
      </dsp:nvSpPr>
      <dsp:spPr>
        <a:xfrm>
          <a:off x="-4457807" y="-683652"/>
          <a:ext cx="5310630" cy="5310630"/>
        </a:xfrm>
        <a:prstGeom prst="blockArc">
          <a:avLst>
            <a:gd name="adj1" fmla="val 18900000"/>
            <a:gd name="adj2" fmla="val 2700000"/>
            <a:gd name="adj3" fmla="val 407"/>
          </a:avLst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  <dsp:sp modelId="{38B38CB0-1255-45A8-A7AD-847724B1FE44}">
      <dsp:nvSpPr>
        <dsp:cNvPr id="0" name=""/>
        <dsp:cNvSpPr/>
      </dsp:nvSpPr>
      <dsp:spPr>
        <a:xfrm>
          <a:off x="446733" y="303162"/>
          <a:ext cx="4002759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48152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Terdiri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&gt;1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kolom</a:t>
          </a:r>
          <a:r>
            <a:rPr lang="en-US" sz="1600" kern="1200" dirty="0"/>
            <a:t> &gt; 1</a:t>
          </a:r>
        </a:p>
      </dsp:txBody>
      <dsp:txXfrm>
        <a:off x="446733" y="303162"/>
        <a:ext cx="4002759" cy="606641"/>
      </dsp:txXfrm>
    </dsp:sp>
    <dsp:sp modelId="{D6931F32-90AD-4328-A3B3-98A58CE3896E}">
      <dsp:nvSpPr>
        <dsp:cNvPr id="0" name=""/>
        <dsp:cNvSpPr/>
      </dsp:nvSpPr>
      <dsp:spPr>
        <a:xfrm>
          <a:off x="67582" y="227332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F1F0A1DD-A3B6-43B6-9F8A-46837801F2FC}">
      <dsp:nvSpPr>
        <dsp:cNvPr id="0" name=""/>
        <dsp:cNvSpPr/>
      </dsp:nvSpPr>
      <dsp:spPr>
        <a:xfrm>
          <a:off x="794534" y="1213282"/>
          <a:ext cx="3654957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48152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Jumlah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</a:t>
          </a:r>
          <a:r>
            <a:rPr lang="en-US" sz="1600" kern="1200" dirty="0" err="1"/>
            <a:t>yaitu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kali </a:t>
          </a:r>
          <a:r>
            <a:rPr lang="en-US" sz="1600" kern="1200" dirty="0" err="1"/>
            <a:t>kolom</a:t>
          </a:r>
          <a:endParaRPr lang="en-US" sz="1600" kern="1200" dirty="0"/>
        </a:p>
      </dsp:txBody>
      <dsp:txXfrm>
        <a:off x="794534" y="1213282"/>
        <a:ext cx="3654957" cy="606641"/>
      </dsp:txXfrm>
    </dsp:sp>
    <dsp:sp modelId="{17A9E8D2-382F-4A19-9114-922F4E70058C}">
      <dsp:nvSpPr>
        <dsp:cNvPr id="0" name=""/>
        <dsp:cNvSpPr/>
      </dsp:nvSpPr>
      <dsp:spPr>
        <a:xfrm>
          <a:off x="415383" y="1137452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</dsp:sp>
    <dsp:sp modelId="{BA40CAA9-6C54-405C-9BF9-5A0742F18C0F}">
      <dsp:nvSpPr>
        <dsp:cNvPr id="0" name=""/>
        <dsp:cNvSpPr/>
      </dsp:nvSpPr>
      <dsp:spPr>
        <a:xfrm>
          <a:off x="794534" y="2123402"/>
          <a:ext cx="3654957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481522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Baris</a:t>
          </a:r>
          <a:r>
            <a:rPr lang="en-US" sz="1400" kern="1200" dirty="0"/>
            <a:t> = 4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Kolom</a:t>
          </a:r>
          <a:r>
            <a:rPr lang="en-US" sz="1400" kern="1200" dirty="0"/>
            <a:t> = 5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Total </a:t>
          </a:r>
          <a:r>
            <a:rPr lang="en-US" sz="1400" kern="1200" dirty="0" err="1"/>
            <a:t>elemen</a:t>
          </a:r>
          <a:r>
            <a:rPr lang="en-US" sz="1400" kern="1200" dirty="0"/>
            <a:t> = 20</a:t>
          </a:r>
        </a:p>
      </dsp:txBody>
      <dsp:txXfrm>
        <a:off x="794534" y="2123402"/>
        <a:ext cx="3654957" cy="606641"/>
      </dsp:txXfrm>
    </dsp:sp>
    <dsp:sp modelId="{1C690CB7-EE09-4E9A-A799-3AEF25444D53}">
      <dsp:nvSpPr>
        <dsp:cNvPr id="0" name=""/>
        <dsp:cNvSpPr/>
      </dsp:nvSpPr>
      <dsp:spPr>
        <a:xfrm>
          <a:off x="415383" y="2047572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</dsp:sp>
    <dsp:sp modelId="{CE581B56-4C0E-4608-B3E4-796888FAC674}">
      <dsp:nvSpPr>
        <dsp:cNvPr id="0" name=""/>
        <dsp:cNvSpPr/>
      </dsp:nvSpPr>
      <dsp:spPr>
        <a:xfrm>
          <a:off x="446733" y="3033521"/>
          <a:ext cx="4002759" cy="606641"/>
        </a:xfrm>
        <a:prstGeom prst="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dsp:style>
      <dsp:txBody>
        <a:bodyPr spcFirstLastPara="0" vert="horz" wrap="square" lIns="481522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Seperti</a:t>
          </a:r>
          <a:r>
            <a:rPr lang="en-US" sz="1600" kern="1200" dirty="0"/>
            <a:t> </a:t>
          </a:r>
          <a:r>
            <a:rPr lang="en-US" sz="1600" kern="1200" dirty="0" err="1"/>
            <a:t>matriks</a:t>
          </a:r>
          <a:endParaRPr lang="en-US" sz="1600" kern="1200" dirty="0"/>
        </a:p>
      </dsp:txBody>
      <dsp:txXfrm>
        <a:off x="446733" y="3033521"/>
        <a:ext cx="4002759" cy="606641"/>
      </dsp:txXfrm>
    </dsp:sp>
    <dsp:sp modelId="{FCA86E45-5D02-4FB9-96F6-A7D5964F49A2}">
      <dsp:nvSpPr>
        <dsp:cNvPr id="0" name=""/>
        <dsp:cNvSpPr/>
      </dsp:nvSpPr>
      <dsp:spPr>
        <a:xfrm>
          <a:off x="67582" y="2957691"/>
          <a:ext cx="758301" cy="758301"/>
        </a:xfrm>
        <a:prstGeom prst="ellipse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8BEBE-E0F1-4D33-89EE-8EEC34EDA9DD}">
      <dsp:nvSpPr>
        <dsp:cNvPr id="0" name=""/>
        <dsp:cNvSpPr/>
      </dsp:nvSpPr>
      <dsp:spPr>
        <a:xfrm>
          <a:off x="0" y="948220"/>
          <a:ext cx="4412512" cy="1264294"/>
        </a:xfrm>
        <a:prstGeom prst="notchedRightArrow">
          <a:avLst/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668ABE-C714-49AF-8EB1-AA20480FCC46}">
      <dsp:nvSpPr>
        <dsp:cNvPr id="0" name=""/>
        <dsp:cNvSpPr/>
      </dsp:nvSpPr>
      <dsp:spPr>
        <a:xfrm>
          <a:off x="48" y="0"/>
          <a:ext cx="1937153" cy="1264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Alamat array </a:t>
          </a:r>
          <a:r>
            <a:rPr lang="en-US" sz="1600" kern="1200" dirty="0" err="1"/>
            <a:t>bersebelahan</a:t>
          </a:r>
          <a:r>
            <a:rPr lang="en-US" sz="1600" kern="1200" dirty="0"/>
            <a:t> </a:t>
          </a:r>
          <a:r>
            <a:rPr lang="en-US" sz="1600" kern="1200" dirty="0" err="1"/>
            <a:t>dengan</a:t>
          </a:r>
          <a:r>
            <a:rPr lang="en-US" sz="1600" kern="1200" dirty="0"/>
            <a:t> </a:t>
          </a:r>
          <a:r>
            <a:rPr lang="en-US" sz="1600" kern="1200" dirty="0" err="1"/>
            <a:t>elemen</a:t>
          </a:r>
          <a:r>
            <a:rPr lang="en-US" sz="1600" kern="1200" dirty="0"/>
            <a:t> (</a:t>
          </a:r>
          <a:r>
            <a:rPr lang="en-US" sz="1600" kern="1200" dirty="0" err="1"/>
            <a:t>indek</a:t>
          </a:r>
          <a:r>
            <a:rPr lang="en-US" sz="1600" kern="1200" dirty="0"/>
            <a:t> array)</a:t>
          </a:r>
        </a:p>
      </dsp:txBody>
      <dsp:txXfrm>
        <a:off x="48" y="0"/>
        <a:ext cx="1937153" cy="1264294"/>
      </dsp:txXfrm>
    </dsp:sp>
    <dsp:sp modelId="{6063C580-F5F8-4A83-942A-5952C9A164FE}">
      <dsp:nvSpPr>
        <dsp:cNvPr id="0" name=""/>
        <dsp:cNvSpPr/>
      </dsp:nvSpPr>
      <dsp:spPr>
        <a:xfrm>
          <a:off x="810588" y="1422331"/>
          <a:ext cx="316073" cy="316073"/>
        </a:xfrm>
        <a:prstGeom prst="ellipse">
          <a:avLst/>
        </a:prstGeom>
        <a:solidFill>
          <a:srgbClr val="BAED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51BEF-8D8E-4427-924B-712843D76B2B}">
      <dsp:nvSpPr>
        <dsp:cNvPr id="0" name=""/>
        <dsp:cNvSpPr/>
      </dsp:nvSpPr>
      <dsp:spPr>
        <a:xfrm>
          <a:off x="1681671" y="1896441"/>
          <a:ext cx="1937153" cy="1264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Karena</a:t>
          </a:r>
          <a:r>
            <a:rPr lang="en-US" sz="1600" kern="1200" dirty="0"/>
            <a:t> </a:t>
          </a:r>
          <a:r>
            <a:rPr lang="en-US" sz="1600" kern="1200" dirty="0" err="1"/>
            <a:t>ini</a:t>
          </a:r>
          <a:r>
            <a:rPr lang="en-US" sz="1600" kern="1200" dirty="0"/>
            <a:t> array </a:t>
          </a:r>
          <a:r>
            <a:rPr lang="en-US" sz="1600" kern="1200" dirty="0" err="1"/>
            <a:t>dua</a:t>
          </a:r>
          <a:r>
            <a:rPr lang="en-US" sz="1600" kern="1200" dirty="0"/>
            <a:t> </a:t>
          </a:r>
          <a:r>
            <a:rPr lang="en-US" sz="1600" kern="1200" dirty="0" err="1"/>
            <a:t>dimensi</a:t>
          </a:r>
          <a:r>
            <a:rPr lang="en-US" sz="1600" kern="1200" dirty="0"/>
            <a:t>, </a:t>
          </a:r>
          <a:r>
            <a:rPr lang="en-US" sz="1600" kern="1200" dirty="0" err="1"/>
            <a:t>sehingga</a:t>
          </a:r>
          <a:r>
            <a:rPr lang="en-US" sz="1600" kern="1200" dirty="0"/>
            <a:t> </a:t>
          </a:r>
          <a:r>
            <a:rPr lang="en-US" sz="1600" kern="1200" dirty="0" err="1"/>
            <a:t>alamat</a:t>
          </a:r>
          <a:r>
            <a:rPr lang="en-US" sz="1600" kern="1200" dirty="0"/>
            <a:t> array </a:t>
          </a:r>
          <a:r>
            <a:rPr lang="en-US" sz="1600" kern="1200" dirty="0" err="1"/>
            <a:t>terdiri</a:t>
          </a:r>
          <a:r>
            <a:rPr lang="en-US" sz="1600" kern="1200" dirty="0"/>
            <a:t> </a:t>
          </a:r>
          <a:r>
            <a:rPr lang="en-US" sz="1600" kern="1200" dirty="0" err="1"/>
            <a:t>dari</a:t>
          </a:r>
          <a:r>
            <a:rPr lang="en-US" sz="1600" kern="1200" dirty="0"/>
            <a:t> </a:t>
          </a:r>
          <a:r>
            <a:rPr lang="en-US" sz="1600" kern="1200" dirty="0" err="1"/>
            <a:t>baris</a:t>
          </a:r>
          <a:r>
            <a:rPr lang="en-US" sz="1600" kern="1200" dirty="0"/>
            <a:t> </a:t>
          </a:r>
          <a:r>
            <a:rPr lang="en-US" sz="1600" kern="1200" dirty="0" err="1"/>
            <a:t>dan</a:t>
          </a:r>
          <a:r>
            <a:rPr lang="en-US" sz="1600" kern="1200" dirty="0"/>
            <a:t> </a:t>
          </a:r>
          <a:r>
            <a:rPr lang="en-US" sz="1600" kern="1200" dirty="0" err="1"/>
            <a:t>kolom</a:t>
          </a:r>
          <a:endParaRPr lang="en-US" sz="1600" kern="1200" dirty="0"/>
        </a:p>
      </dsp:txBody>
      <dsp:txXfrm>
        <a:off x="1681671" y="1896441"/>
        <a:ext cx="1937153" cy="1264294"/>
      </dsp:txXfrm>
    </dsp:sp>
    <dsp:sp modelId="{237AAADD-C452-4AD2-9F66-2AA93B138CE6}">
      <dsp:nvSpPr>
        <dsp:cNvPr id="0" name=""/>
        <dsp:cNvSpPr/>
      </dsp:nvSpPr>
      <dsp:spPr>
        <a:xfrm>
          <a:off x="2844598" y="1422331"/>
          <a:ext cx="316073" cy="316073"/>
        </a:xfrm>
        <a:prstGeom prst="ellipse">
          <a:avLst/>
        </a:prstGeom>
        <a:solidFill>
          <a:srgbClr val="BAED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D19CA5-43F2-4798-A49F-9C54F16953F2}">
      <dsp:nvSpPr>
        <dsp:cNvPr id="0" name=""/>
        <dsp:cNvSpPr/>
      </dsp:nvSpPr>
      <dsp:spPr>
        <a:xfrm>
          <a:off x="0" y="75062"/>
          <a:ext cx="10704286" cy="455715"/>
        </a:xfrm>
        <a:prstGeom prst="roundRect">
          <a:avLst/>
        </a:prstGeom>
        <a:solidFill>
          <a:schemeClr val="lt1"/>
        </a:solidFill>
        <a:ln w="12700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Indeks</a:t>
          </a:r>
          <a:r>
            <a:rPr lang="en-US" sz="1900" kern="1200" dirty="0"/>
            <a:t> array A = A[0][0], A[0][1], A[0][2], A[0][3], A[0][4], ………., A[3][0], A[3][1], A[3][2], A[3][3], A[3][4]</a:t>
          </a:r>
        </a:p>
      </dsp:txBody>
      <dsp:txXfrm>
        <a:off x="22246" y="97308"/>
        <a:ext cx="10659794" cy="41122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11468-3064-4EDE-B22A-044C0F3A92F2}">
      <dsp:nvSpPr>
        <dsp:cNvPr id="0" name=""/>
        <dsp:cNvSpPr/>
      </dsp:nvSpPr>
      <dsp:spPr>
        <a:xfrm>
          <a:off x="8397" y="61616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Apakah</a:t>
          </a:r>
          <a:r>
            <a:rPr lang="en-US" sz="2200" kern="1200" dirty="0"/>
            <a:t> yang </a:t>
          </a:r>
          <a:r>
            <a:rPr lang="en-US" sz="2200" kern="1200" dirty="0" err="1"/>
            <a:t>dimaksud</a:t>
          </a:r>
          <a:r>
            <a:rPr lang="en-US" sz="2200" kern="1200" dirty="0"/>
            <a:t> </a:t>
          </a:r>
          <a:r>
            <a:rPr lang="en-US" sz="2200" kern="1200" dirty="0" err="1"/>
            <a:t>dengan</a:t>
          </a:r>
          <a:r>
            <a:rPr lang="en-US" sz="2200" kern="1200" dirty="0"/>
            <a:t> Linked List?</a:t>
          </a:r>
        </a:p>
      </dsp:txBody>
      <dsp:txXfrm>
        <a:off x="52507" y="105726"/>
        <a:ext cx="2421816" cy="1417802"/>
      </dsp:txXfrm>
    </dsp:sp>
    <dsp:sp modelId="{95E270F1-2597-40C8-B784-11EF57497539}">
      <dsp:nvSpPr>
        <dsp:cNvPr id="0" name=""/>
        <dsp:cNvSpPr/>
      </dsp:nvSpPr>
      <dsp:spPr>
        <a:xfrm>
          <a:off x="2739318" y="503382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2739318" y="627880"/>
        <a:ext cx="372489" cy="373493"/>
      </dsp:txXfrm>
    </dsp:sp>
    <dsp:sp modelId="{C141124E-883C-4C95-91DF-6FDE09C26C97}">
      <dsp:nvSpPr>
        <dsp:cNvPr id="0" name=""/>
        <dsp:cNvSpPr/>
      </dsp:nvSpPr>
      <dsp:spPr>
        <a:xfrm>
          <a:off x="3522449" y="61616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Untaian</a:t>
          </a:r>
          <a:r>
            <a:rPr lang="en-US" sz="2200" kern="1200" dirty="0"/>
            <a:t> </a:t>
          </a:r>
          <a:r>
            <a:rPr lang="en-US" sz="2200" kern="1200" dirty="0" err="1"/>
            <a:t>atau</a:t>
          </a:r>
          <a:r>
            <a:rPr lang="en-US" sz="2200" kern="1200" dirty="0"/>
            <a:t> </a:t>
          </a:r>
          <a:r>
            <a:rPr lang="en-US" sz="2200" kern="1200" dirty="0" err="1"/>
            <a:t>rangkaian</a:t>
          </a:r>
          <a:endParaRPr lang="en-US" sz="2200" kern="1200" dirty="0"/>
        </a:p>
      </dsp:txBody>
      <dsp:txXfrm>
        <a:off x="3566559" y="105726"/>
        <a:ext cx="2421816" cy="1417802"/>
      </dsp:txXfrm>
    </dsp:sp>
    <dsp:sp modelId="{6A258A48-D379-4094-B322-95FFF8986F5B}">
      <dsp:nvSpPr>
        <dsp:cNvPr id="0" name=""/>
        <dsp:cNvSpPr/>
      </dsp:nvSpPr>
      <dsp:spPr>
        <a:xfrm>
          <a:off x="6253369" y="503382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253369" y="627880"/>
        <a:ext cx="372489" cy="373493"/>
      </dsp:txXfrm>
    </dsp:sp>
    <dsp:sp modelId="{A1648641-12F1-4F22-A348-366FF1C987BA}">
      <dsp:nvSpPr>
        <dsp:cNvPr id="0" name=""/>
        <dsp:cNvSpPr/>
      </dsp:nvSpPr>
      <dsp:spPr>
        <a:xfrm>
          <a:off x="7036501" y="61616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Daftar</a:t>
          </a:r>
          <a:r>
            <a:rPr lang="en-US" sz="2200" kern="1200" dirty="0"/>
            <a:t> </a:t>
          </a:r>
          <a:r>
            <a:rPr lang="en-US" sz="2200" kern="1200" dirty="0" err="1"/>
            <a:t>atau</a:t>
          </a:r>
          <a:r>
            <a:rPr lang="en-US" sz="2200" kern="1200" dirty="0"/>
            <a:t> list</a:t>
          </a:r>
        </a:p>
      </dsp:txBody>
      <dsp:txXfrm>
        <a:off x="7080611" y="105726"/>
        <a:ext cx="2421816" cy="1417802"/>
      </dsp:txXfrm>
    </dsp:sp>
    <dsp:sp modelId="{D4F83B06-0094-40E0-86B2-25C99885F75E}">
      <dsp:nvSpPr>
        <dsp:cNvPr id="0" name=""/>
        <dsp:cNvSpPr/>
      </dsp:nvSpPr>
      <dsp:spPr>
        <a:xfrm rot="5400000">
          <a:off x="8025455" y="1743341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-5400000">
        <a:off x="8104772" y="1788522"/>
        <a:ext cx="373493" cy="372489"/>
      </dsp:txXfrm>
    </dsp:sp>
    <dsp:sp modelId="{EFD7FF48-F21C-467B-8D48-EA770F511810}">
      <dsp:nvSpPr>
        <dsp:cNvPr id="0" name=""/>
        <dsp:cNvSpPr/>
      </dsp:nvSpPr>
      <dsp:spPr>
        <a:xfrm>
          <a:off x="7036501" y="2571653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yang </a:t>
          </a:r>
          <a:r>
            <a:rPr lang="en-US" sz="2200" kern="1200" dirty="0" err="1"/>
            <a:t>dibaca</a:t>
          </a:r>
          <a:r>
            <a:rPr lang="en-US" sz="2200" kern="1200" dirty="0"/>
            <a:t> computer</a:t>
          </a:r>
        </a:p>
      </dsp:txBody>
      <dsp:txXfrm>
        <a:off x="7080611" y="2615763"/>
        <a:ext cx="2421816" cy="1417802"/>
      </dsp:txXfrm>
    </dsp:sp>
    <dsp:sp modelId="{FA8F0646-300E-4427-B7D9-5B52FCDDACA2}">
      <dsp:nvSpPr>
        <dsp:cNvPr id="0" name=""/>
        <dsp:cNvSpPr/>
      </dsp:nvSpPr>
      <dsp:spPr>
        <a:xfrm rot="10800000">
          <a:off x="6283490" y="3013419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6443128" y="3137917"/>
        <a:ext cx="372489" cy="373493"/>
      </dsp:txXfrm>
    </dsp:sp>
    <dsp:sp modelId="{137017E8-A460-48AC-B066-3AB599DBD26E}">
      <dsp:nvSpPr>
        <dsp:cNvPr id="0" name=""/>
        <dsp:cNvSpPr/>
      </dsp:nvSpPr>
      <dsp:spPr>
        <a:xfrm>
          <a:off x="3522449" y="2571653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Implementasi</a:t>
          </a:r>
          <a:r>
            <a:rPr lang="en-US" sz="2200" kern="1200" dirty="0"/>
            <a:t> </a:t>
          </a:r>
          <a:r>
            <a:rPr lang="en-US" sz="2200" kern="1200" dirty="0" err="1"/>
            <a:t>dapat</a:t>
          </a:r>
          <a:r>
            <a:rPr lang="en-US" sz="2200" kern="1200" dirty="0"/>
            <a:t> </a:t>
          </a:r>
          <a:r>
            <a:rPr lang="en-US" sz="2200" kern="1200" dirty="0" err="1"/>
            <a:t>dengan</a:t>
          </a:r>
          <a:r>
            <a:rPr lang="en-US" sz="2200" kern="1200" dirty="0"/>
            <a:t> Bahasa </a:t>
          </a:r>
          <a:r>
            <a:rPr lang="en-US" sz="2200" kern="1200" dirty="0" err="1"/>
            <a:t>pemrograman</a:t>
          </a:r>
          <a:endParaRPr lang="en-US" sz="2200" kern="1200" dirty="0"/>
        </a:p>
      </dsp:txBody>
      <dsp:txXfrm>
        <a:off x="3566559" y="2615763"/>
        <a:ext cx="2421816" cy="1417802"/>
      </dsp:txXfrm>
    </dsp:sp>
    <dsp:sp modelId="{45F81CE6-F7C0-4CA9-8A45-987DD7C9310F}">
      <dsp:nvSpPr>
        <dsp:cNvPr id="0" name=""/>
        <dsp:cNvSpPr/>
      </dsp:nvSpPr>
      <dsp:spPr>
        <a:xfrm rot="10800000">
          <a:off x="2769438" y="3013419"/>
          <a:ext cx="532127" cy="622489"/>
        </a:xfrm>
        <a:prstGeom prst="rightArrow">
          <a:avLst>
            <a:gd name="adj1" fmla="val 60000"/>
            <a:gd name="adj2" fmla="val 50000"/>
          </a:avLst>
        </a:prstGeom>
        <a:solidFill>
          <a:srgbClr val="28AFB6"/>
        </a:solidFill>
        <a:ln>
          <a:solidFill>
            <a:srgbClr val="28AFB6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2929076" y="3137917"/>
        <a:ext cx="372489" cy="373493"/>
      </dsp:txXfrm>
    </dsp:sp>
    <dsp:sp modelId="{84C62208-C6D6-4DD6-AA16-41A241877786}">
      <dsp:nvSpPr>
        <dsp:cNvPr id="0" name=""/>
        <dsp:cNvSpPr/>
      </dsp:nvSpPr>
      <dsp:spPr>
        <a:xfrm>
          <a:off x="8397" y="2571653"/>
          <a:ext cx="2510036" cy="150602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rgbClr val="28AFB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Contoh</a:t>
          </a:r>
          <a:r>
            <a:rPr lang="en-US" sz="2200" kern="1200" dirty="0"/>
            <a:t> Java</a:t>
          </a:r>
        </a:p>
      </dsp:txBody>
      <dsp:txXfrm>
        <a:off x="52507" y="2615763"/>
        <a:ext cx="2421816" cy="14178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4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Variabel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yang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pembuatannya</a:t>
            </a:r>
            <a:r>
              <a:rPr lang="en-US" dirty="0"/>
              <a:t>. </a:t>
            </a:r>
            <a:r>
              <a:rPr lang="en-US" dirty="0" err="1"/>
              <a:t>Misalkan</a:t>
            </a:r>
            <a:r>
              <a:rPr lang="en-US" dirty="0"/>
              <a:t> variable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bernama</a:t>
            </a:r>
            <a:r>
              <a:rPr lang="en-US" dirty="0"/>
              <a:t> “</a:t>
            </a:r>
            <a:r>
              <a:rPr lang="en-US" dirty="0" err="1"/>
              <a:t>bilangan</a:t>
            </a:r>
            <a:r>
              <a:rPr lang="en-US" dirty="0"/>
              <a:t>”, </a:t>
            </a:r>
            <a:r>
              <a:rPr lang="en-US" dirty="0" err="1"/>
              <a:t>dimana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pemberian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variable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disisi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– </a:t>
            </a:r>
            <a:r>
              <a:rPr lang="en-US" dirty="0" err="1"/>
              <a:t>angka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Setelah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variable,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dijelaskan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variable.</a:t>
            </a:r>
          </a:p>
          <a:p>
            <a:r>
              <a:rPr lang="en-US" dirty="0" err="1"/>
              <a:t>Setiap</a:t>
            </a:r>
            <a:r>
              <a:rPr lang="en-US" dirty="0"/>
              <a:t> variable </a:t>
            </a:r>
            <a:r>
              <a:rPr lang="en-US" dirty="0" err="1"/>
              <a:t>wajib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data,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diatas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variable   “</a:t>
            </a:r>
            <a:r>
              <a:rPr lang="en-US" dirty="0" err="1"/>
              <a:t>bilangan</a:t>
            </a:r>
            <a:r>
              <a:rPr lang="en-US" dirty="0"/>
              <a:t>”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variable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mengandung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.</a:t>
            </a:r>
          </a:p>
          <a:p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Java, </a:t>
            </a:r>
            <a:r>
              <a:rPr lang="en-US" dirty="0" err="1"/>
              <a:t>nama</a:t>
            </a:r>
            <a:r>
              <a:rPr lang="en-US" dirty="0"/>
              <a:t> variable 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integer.</a:t>
            </a:r>
          </a:p>
          <a:p>
            <a:r>
              <a:rPr lang="en-US" dirty="0" err="1"/>
              <a:t>Nanti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diperkenalkan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Java.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3DE070-8B48-4B25-99A3-108D88F9B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4565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13/03/2019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audio" Target="../media/audio2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audio" Target="../media/audio2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2.wav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2.wav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audio" Target="../media/audio2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Relationship Id="rId9" Type="http://schemas.openxmlformats.org/officeDocument/2006/relationships/audio" Target="../media/audio2.wav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6.xm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Relationship Id="rId9" Type="http://schemas.openxmlformats.org/officeDocument/2006/relationships/audio" Target="../media/audio2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6">
            <a:extLst>
              <a:ext uri="{FF2B5EF4-FFF2-40B4-BE49-F238E27FC236}">
                <a16:creationId xmlns:a16="http://schemas.microsoft.com/office/drawing/2014/main" id="{8B2E021C-F2B5-470F-BA90-8F3C01E9B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 err="1">
                <a:latin typeface="Britannic Bold" panose="020B0903060703020204" pitchFamily="34" charset="0"/>
              </a:rPr>
              <a:t>Tipe</a:t>
            </a:r>
            <a:r>
              <a:rPr lang="en-US" altLang="en-US" sz="5441" dirty="0">
                <a:latin typeface="Britannic Bold" panose="020B0903060703020204" pitchFamily="34" charset="0"/>
              </a:rPr>
              <a:t> Data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7D4CDBD-5EC8-4365-A58B-3C437FF80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4DFECD-46BA-4E23-B31E-CA52E4023BD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8A999-A9AC-4969-983B-AEFAE83D05FC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69897FF-24EA-4868-871B-4385CD5189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4116014"/>
              </p:ext>
            </p:extLst>
          </p:nvPr>
        </p:nvGraphicFramePr>
        <p:xfrm>
          <a:off x="11250825" y="298934"/>
          <a:ext cx="903853" cy="750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Graphic spid="9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9580335F-5C24-4C90-83DC-94CCA860B68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Opening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1FC2F-23AA-4857-96EA-D2690DFCC488}"/>
              </a:ext>
            </a:extLst>
          </p:cNvPr>
          <p:cNvSpPr txBox="1"/>
          <p:nvPr/>
        </p:nvSpPr>
        <p:spPr>
          <a:xfrm>
            <a:off x="3000096" y="1385887"/>
            <a:ext cx="6135773" cy="4086225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dirty="0" err="1"/>
              <a:t>Assalamu’alaikum</a:t>
            </a:r>
            <a:r>
              <a:rPr lang="en-US" dirty="0"/>
              <a:t>, </a:t>
            </a:r>
            <a:r>
              <a:rPr lang="en-US" dirty="0" err="1"/>
              <a:t>salam</a:t>
            </a:r>
            <a:r>
              <a:rPr lang="en-US" dirty="0"/>
              <a:t> </a:t>
            </a:r>
            <a:r>
              <a:rPr lang="en-US" dirty="0" err="1"/>
              <a:t>sejahtera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. </a:t>
            </a:r>
          </a:p>
          <a:p>
            <a:r>
              <a:rPr lang="en-US" dirty="0">
                <a:cs typeface="Calibri"/>
              </a:rPr>
              <a:t>Di </a:t>
            </a:r>
            <a:r>
              <a:rPr lang="en-US" dirty="0" err="1">
                <a:cs typeface="Calibri"/>
              </a:rPr>
              <a:t>inisiasi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kedua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ini</a:t>
            </a:r>
            <a:r>
              <a:rPr lang="en-US" dirty="0">
                <a:cs typeface="Calibri"/>
              </a:rPr>
              <a:t>, </a:t>
            </a:r>
            <a:r>
              <a:rPr lang="en-US" dirty="0" err="1">
                <a:cs typeface="Calibri"/>
              </a:rPr>
              <a:t>kita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akan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belajar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mengenai</a:t>
            </a:r>
            <a:r>
              <a:rPr lang="en-US" dirty="0">
                <a:cs typeface="Calibri"/>
              </a:rPr>
              <a:t> array </a:t>
            </a:r>
            <a:r>
              <a:rPr lang="en-US" dirty="0" err="1">
                <a:cs typeface="Calibri"/>
              </a:rPr>
              <a:t>dan</a:t>
            </a:r>
            <a:r>
              <a:rPr lang="en-US" dirty="0">
                <a:cs typeface="Calibri"/>
              </a:rPr>
              <a:t> linked list, </a:t>
            </a:r>
            <a:r>
              <a:rPr lang="en-US" dirty="0" err="1">
                <a:cs typeface="Calibri"/>
              </a:rPr>
              <a:t>kedua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hal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tersebut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memiliki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peran</a:t>
            </a:r>
            <a:r>
              <a:rPr lang="en-US" dirty="0">
                <a:cs typeface="Calibri"/>
              </a:rPr>
              <a:t> </a:t>
            </a:r>
          </a:p>
          <a:p>
            <a:r>
              <a:rPr lang="en-US" dirty="0">
                <a:cs typeface="Calibri"/>
              </a:rPr>
              <a:t>yang </a:t>
            </a:r>
            <a:r>
              <a:rPr lang="en-US" dirty="0" err="1">
                <a:cs typeface="Calibri"/>
              </a:rPr>
              <a:t>sangat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penting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dalam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struktur</a:t>
            </a:r>
            <a:r>
              <a:rPr lang="en-US" dirty="0">
                <a:cs typeface="Calibri"/>
              </a:rPr>
              <a:t> data. </a:t>
            </a:r>
            <a:r>
              <a:rPr lang="en-US" dirty="0" err="1">
                <a:cs typeface="Calibri"/>
              </a:rPr>
              <a:t>Dikarenakan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mampu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menampung</a:t>
            </a:r>
            <a:r>
              <a:rPr lang="en-US" dirty="0">
                <a:cs typeface="Calibri"/>
              </a:rPr>
              <a:t> data </a:t>
            </a:r>
            <a:r>
              <a:rPr lang="en-US" dirty="0" err="1">
                <a:cs typeface="Calibri"/>
              </a:rPr>
              <a:t>dengan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demikian</a:t>
            </a:r>
          </a:p>
          <a:p>
            <a:r>
              <a:rPr lang="en-US" dirty="0">
                <a:cs typeface="Calibri"/>
              </a:rPr>
              <a:t>Maka </a:t>
            </a:r>
            <a:r>
              <a:rPr lang="en-US" dirty="0" err="1">
                <a:cs typeface="Calibri"/>
              </a:rPr>
              <a:t>mampu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memanipulasi</a:t>
            </a:r>
            <a:r>
              <a:rPr lang="en-US" dirty="0">
                <a:cs typeface="Calibri"/>
              </a:rPr>
              <a:t> data, </a:t>
            </a:r>
            <a:r>
              <a:rPr lang="en-US" dirty="0" err="1">
                <a:cs typeface="Calibri"/>
              </a:rPr>
              <a:t>seperti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menambahkan</a:t>
            </a:r>
            <a:r>
              <a:rPr lang="en-US" dirty="0">
                <a:cs typeface="Calibri"/>
              </a:rPr>
              <a:t> data </a:t>
            </a:r>
            <a:r>
              <a:rPr lang="en-US" dirty="0" err="1">
                <a:cs typeface="Calibri"/>
              </a:rPr>
              <a:t>dan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menghapus</a:t>
            </a:r>
            <a:r>
              <a:rPr lang="en-US" dirty="0">
                <a:cs typeface="Calibri"/>
              </a:rPr>
              <a:t> data. </a:t>
            </a:r>
            <a:r>
              <a:rPr lang="en-US" dirty="0" err="1">
                <a:cs typeface="Calibri"/>
              </a:rPr>
              <a:t>Dalam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memanipulasi</a:t>
            </a:r>
            <a:r>
              <a:rPr lang="en-US" dirty="0">
                <a:cs typeface="Calibri"/>
              </a:rPr>
              <a:t> data</a:t>
            </a:r>
          </a:p>
          <a:p>
            <a:r>
              <a:rPr lang="en-US" dirty="0" err="1">
                <a:cs typeface="Calibri"/>
              </a:rPr>
              <a:t>Tersebut</a:t>
            </a:r>
            <a:r>
              <a:rPr lang="en-US" dirty="0">
                <a:cs typeface="Calibri"/>
              </a:rPr>
              <a:t> </a:t>
            </a:r>
            <a:r>
              <a:rPr lang="en-US" dirty="0" err="1">
                <a:cs typeface="Calibri"/>
              </a:rPr>
              <a:t>nanti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kita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akan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mengenal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istilah</a:t>
            </a:r>
            <a:r>
              <a:rPr lang="en-US" dirty="0">
                <a:cs typeface="Calibri"/>
              </a:rPr>
              <a:t> FIFO </a:t>
            </a:r>
            <a:r>
              <a:rPr lang="en-US" dirty="0" err="1">
                <a:cs typeface="Calibri"/>
              </a:rPr>
              <a:t>dan</a:t>
            </a:r>
            <a:r>
              <a:rPr lang="en-US" dirty="0">
                <a:cs typeface="Calibri"/>
              </a:rPr>
              <a:t> LIFO, </a:t>
            </a:r>
            <a:r>
              <a:rPr lang="en-US" dirty="0" err="1">
                <a:cs typeface="Calibri"/>
              </a:rPr>
              <a:t>ingin</a:t>
            </a:r>
            <a:r>
              <a:rPr lang="en-US" dirty="0">
                <a:cs typeface="Calibri"/>
              </a:rPr>
              <a:t> tau </a:t>
            </a:r>
            <a:r>
              <a:rPr lang="en-US" dirty="0" err="1">
                <a:cs typeface="Calibri"/>
              </a:rPr>
              <a:t>itu</a:t>
            </a:r>
            <a:r>
              <a:rPr lang="en-US" dirty="0">
                <a:cs typeface="Calibri"/>
              </a:rPr>
              <a:t> </a:t>
            </a:r>
            <a:r>
              <a:rPr lang="en-US" dirty="0" err="1">
                <a:cs typeface="Calibri"/>
              </a:rPr>
              <a:t>apa</a:t>
            </a:r>
            <a:r>
              <a:rPr lang="en-US" dirty="0">
                <a:cs typeface="Calibri"/>
              </a:rPr>
              <a:t>?....</a:t>
            </a:r>
          </a:p>
          <a:p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Yuk </a:t>
            </a:r>
            <a:r>
              <a:rPr lang="en-US" dirty="0" err="1">
                <a:cs typeface="Calibri"/>
              </a:rPr>
              <a:t>kita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inisiasi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…</a:t>
            </a:r>
            <a:endParaRPr lang="en-US" dirty="0">
              <a:cs typeface="Calibri"/>
            </a:endParaRPr>
          </a:p>
          <a:p>
            <a:r>
              <a:rPr lang="en-US" dirty="0"/>
              <a:t>Bismillah….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6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00" dirty="0" err="1">
                <a:latin typeface="MV Boli" panose="02000500030200090000" pitchFamily="2" charset="0"/>
                <a:cs typeface="MV Boli" panose="02000500030200090000" pitchFamily="2" charset="0"/>
              </a:rPr>
              <a:t>Iniasisi</a:t>
            </a: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2587B-D0B6-44D3-88D1-97565CABA112}"/>
              </a:ext>
            </a:extLst>
          </p:cNvPr>
          <p:cNvSpPr txBox="1"/>
          <p:nvPr/>
        </p:nvSpPr>
        <p:spPr>
          <a:xfrm>
            <a:off x="3718377" y="1843501"/>
            <a:ext cx="3735046" cy="4050506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 anchor="t">
            <a:spAutoFit/>
          </a:bodyPr>
          <a:lstStyle/>
          <a:p>
            <a:r>
              <a:rPr lang="ms-MY" dirty="0"/>
              <a:t>Tipe Data</a:t>
            </a:r>
          </a:p>
          <a:p>
            <a:endParaRPr lang="ms-MY" dirty="0"/>
          </a:p>
          <a:p>
            <a:r>
              <a:rPr lang="ms-MY" dirty="0"/>
              <a:t>Array </a:t>
            </a:r>
            <a:endParaRPr lang="en-US" dirty="0">
              <a:cs typeface="Calibri"/>
            </a:endParaRPr>
          </a:p>
          <a:p>
            <a:pPr marL="342900" lvl="1" indent="-342900">
              <a:buAutoNum type="arabicPeriod"/>
            </a:pPr>
            <a:r>
              <a:rPr lang="en-US" dirty="0"/>
              <a:t>Array Details</a:t>
            </a:r>
            <a:endParaRPr lang="en-US" dirty="0">
              <a:cs typeface="Calibri"/>
            </a:endParaRPr>
          </a:p>
          <a:p>
            <a:pPr marL="342900" lvl="1" indent="-342900">
              <a:buAutoNum type="arabicPeriod" startAt="2"/>
            </a:pPr>
            <a:r>
              <a:rPr lang="en-US" dirty="0"/>
              <a:t>Array Processing</a:t>
            </a:r>
            <a:endParaRPr lang="en-US" dirty="0">
              <a:cs typeface="Calibri"/>
            </a:endParaRPr>
          </a:p>
          <a:p>
            <a:pPr marL="342900" lvl="1" indent="-342900">
              <a:buAutoNum type="arabicPeriod" startAt="3"/>
            </a:pPr>
            <a:r>
              <a:rPr lang="en-US" dirty="0" err="1">
                <a:cs typeface="Calibri"/>
              </a:rPr>
              <a:t>ArrayList</a:t>
            </a:r>
            <a:endParaRPr lang="en-US" dirty="0">
              <a:cs typeface="Calibri"/>
            </a:endParaRPr>
          </a:p>
          <a:p>
            <a:pPr marL="342900" lvl="1" indent="-342900">
              <a:buAutoNum type="arabicPeriod" startAt="4"/>
            </a:pPr>
            <a:r>
              <a:rPr lang="en-US" dirty="0"/>
              <a:t>Two-dimensional Array</a:t>
            </a:r>
            <a:endParaRPr lang="en-US" dirty="0">
              <a:cs typeface="Calibri"/>
            </a:endParaRPr>
          </a:p>
          <a:p>
            <a:pPr marL="0" lvl="1"/>
            <a:endParaRPr lang="en-US" dirty="0">
              <a:cs typeface="Calibri"/>
            </a:endParaRPr>
          </a:p>
          <a:p>
            <a:r>
              <a:rPr lang="en-US" dirty="0"/>
              <a:t>Linked List</a:t>
            </a:r>
            <a:endParaRPr lang="en-US" dirty="0">
              <a:cs typeface="Calibri"/>
            </a:endParaRPr>
          </a:p>
          <a:p>
            <a:pPr marL="342900" lvl="1" indent="-342900">
              <a:buAutoNum type="arabicPeriod"/>
            </a:pPr>
            <a:r>
              <a:rPr lang="en-US" dirty="0"/>
              <a:t>Singly-Linked List</a:t>
            </a:r>
            <a:endParaRPr lang="en-US" dirty="0">
              <a:cs typeface="Calibri"/>
            </a:endParaRPr>
          </a:p>
          <a:p>
            <a:pPr marL="342900" lvl="1" indent="-342900">
              <a:buAutoNum type="arabicPeriod" startAt="2"/>
            </a:pPr>
            <a:r>
              <a:rPr lang="en-US" dirty="0">
                <a:cs typeface="Calibri"/>
              </a:rPr>
              <a:t>Doubly-Linked List</a:t>
            </a:r>
          </a:p>
          <a:p>
            <a:pPr marL="342900" lvl="1" indent="-342900">
              <a:buAutoNum type="arabicPeriod" startAt="3"/>
            </a:pPr>
            <a:r>
              <a:rPr lang="en-US" dirty="0">
                <a:cs typeface="Calibri"/>
              </a:rPr>
              <a:t>Space-Efficient Linked List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3164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Names and Things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B7BD3-F279-4271-AE2F-CF12FFF4F1DE}"/>
              </a:ext>
            </a:extLst>
          </p:cNvPr>
          <p:cNvSpPr txBox="1"/>
          <p:nvPr/>
        </p:nvSpPr>
        <p:spPr>
          <a:xfrm>
            <a:off x="876300" y="1657350"/>
            <a:ext cx="7932298" cy="871180"/>
          </a:xfrm>
          <a:prstGeom prst="round2Same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Aplikasi</a:t>
            </a:r>
            <a:r>
              <a:rPr lang="en-US" sz="1600" dirty="0"/>
              <a:t>, </a:t>
            </a:r>
            <a:r>
              <a:rPr lang="en-US" sz="1600" dirty="0" err="1"/>
              <a:t>apakah</a:t>
            </a:r>
            <a:r>
              <a:rPr lang="en-US" sz="1600" dirty="0"/>
              <a:t> </a:t>
            </a:r>
            <a:r>
              <a:rPr lang="en-US" sz="1600" dirty="0" err="1"/>
              <a:t>anda</a:t>
            </a:r>
            <a:r>
              <a:rPr lang="en-US" sz="1600" dirty="0"/>
              <a:t> </a:t>
            </a:r>
            <a:r>
              <a:rPr lang="en-US" sz="1600" dirty="0" err="1"/>
              <a:t>pernah</a:t>
            </a:r>
            <a:r>
              <a:rPr lang="en-US" sz="1600" dirty="0"/>
              <a:t> </a:t>
            </a:r>
            <a:r>
              <a:rPr lang="en-US" sz="1600" dirty="0" err="1"/>
              <a:t>melihat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yang </a:t>
            </a:r>
            <a:r>
              <a:rPr lang="en-US" sz="1600" dirty="0" err="1"/>
              <a:t>tentunya</a:t>
            </a:r>
            <a:r>
              <a:rPr lang="en-US" sz="1600" dirty="0"/>
              <a:t> </a:t>
            </a:r>
            <a:r>
              <a:rPr lang="en-US" sz="1600" dirty="0" err="1"/>
              <a:t>berbasis</a:t>
            </a:r>
            <a:r>
              <a:rPr lang="en-US" sz="1600" dirty="0"/>
              <a:t> computer?</a:t>
            </a:r>
          </a:p>
          <a:p>
            <a:r>
              <a:rPr lang="en-US" sz="1600" dirty="0" err="1"/>
              <a:t>Misal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Instagram, </a:t>
            </a:r>
            <a:r>
              <a:rPr lang="en-US" sz="1600" dirty="0" err="1"/>
              <a:t>bagaimana</a:t>
            </a:r>
            <a:r>
              <a:rPr lang="en-US" sz="1600" dirty="0"/>
              <a:t> </a:t>
            </a:r>
            <a:r>
              <a:rPr lang="en-US" sz="1600" dirty="0" err="1"/>
              <a:t>cara</a:t>
            </a:r>
            <a:r>
              <a:rPr lang="en-US" sz="1600" dirty="0"/>
              <a:t> </a:t>
            </a:r>
            <a:r>
              <a:rPr lang="en-US" sz="1600" dirty="0" err="1"/>
              <a:t>membuatnya</a:t>
            </a:r>
            <a:r>
              <a:rPr lang="en-US" sz="1600" dirty="0"/>
              <a:t> </a:t>
            </a:r>
            <a:r>
              <a:rPr lang="en-US" sz="1600" dirty="0" err="1"/>
              <a:t>ya</a:t>
            </a:r>
            <a:r>
              <a:rPr lang="en-US" sz="1600" dirty="0"/>
              <a:t>?</a:t>
            </a:r>
          </a:p>
          <a:p>
            <a:r>
              <a:rPr lang="en-US" sz="1600" dirty="0" err="1"/>
              <a:t>Kok</a:t>
            </a:r>
            <a:r>
              <a:rPr lang="en-US" sz="1600" dirty="0"/>
              <a:t> bias </a:t>
            </a:r>
            <a:r>
              <a:rPr lang="en-US" sz="1600" dirty="0" err="1"/>
              <a:t>menampilkan</a:t>
            </a:r>
            <a:r>
              <a:rPr lang="en-US" sz="1600" dirty="0"/>
              <a:t> login, </a:t>
            </a:r>
            <a:r>
              <a:rPr lang="en-US" sz="1600" dirty="0" err="1"/>
              <a:t>membuka</a:t>
            </a:r>
            <a:r>
              <a:rPr lang="en-US" sz="1600" dirty="0"/>
              <a:t> </a:t>
            </a:r>
            <a:r>
              <a:rPr lang="en-US" sz="1600" dirty="0" err="1"/>
              <a:t>gambar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menuliskan</a:t>
            </a:r>
            <a:r>
              <a:rPr lang="en-US" sz="1600" dirty="0"/>
              <a:t> </a:t>
            </a:r>
            <a:r>
              <a:rPr lang="en-US" sz="1600" dirty="0" err="1"/>
              <a:t>teks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kolom</a:t>
            </a:r>
            <a:r>
              <a:rPr lang="en-US" sz="1600" dirty="0"/>
              <a:t> comment?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82E16B-FE3D-4C4E-84C8-50BB8D3BEDE8}"/>
              </a:ext>
            </a:extLst>
          </p:cNvPr>
          <p:cNvSpPr txBox="1"/>
          <p:nvPr/>
        </p:nvSpPr>
        <p:spPr>
          <a:xfrm>
            <a:off x="876300" y="2815503"/>
            <a:ext cx="8121069" cy="374571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/>
              <a:t>Hal </a:t>
            </a:r>
            <a:r>
              <a:rPr lang="en-US" sz="1600" dirty="0" err="1"/>
              <a:t>tersebut</a:t>
            </a:r>
            <a:r>
              <a:rPr lang="en-US" sz="1600" dirty="0"/>
              <a:t> </a:t>
            </a:r>
            <a:r>
              <a:rPr lang="en-US" sz="1600" dirty="0" err="1"/>
              <a:t>dapat</a:t>
            </a:r>
            <a:r>
              <a:rPr lang="en-US" sz="1600" dirty="0"/>
              <a:t> </a:t>
            </a:r>
            <a:r>
              <a:rPr lang="en-US" sz="1600" dirty="0" err="1"/>
              <a:t>terwujud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terlebih</a:t>
            </a:r>
            <a:r>
              <a:rPr lang="en-US" sz="1600" dirty="0"/>
              <a:t> </a:t>
            </a:r>
            <a:r>
              <a:rPr lang="en-US" sz="1600" dirty="0" err="1"/>
              <a:t>dahulu</a:t>
            </a:r>
            <a:r>
              <a:rPr lang="en-US" sz="1600" dirty="0"/>
              <a:t> </a:t>
            </a:r>
            <a:r>
              <a:rPr lang="en-US" sz="1600" dirty="0" err="1"/>
              <a:t>mengenal</a:t>
            </a:r>
            <a:r>
              <a:rPr lang="en-US" sz="1600" dirty="0"/>
              <a:t> </a:t>
            </a:r>
            <a:r>
              <a:rPr lang="en-US" sz="1600" dirty="0" err="1"/>
              <a:t>mengenai</a:t>
            </a:r>
            <a:r>
              <a:rPr lang="en-US" sz="1600" dirty="0"/>
              <a:t> </a:t>
            </a:r>
            <a:r>
              <a:rPr lang="en-US" sz="1600" dirty="0" err="1"/>
              <a:t>bahasa</a:t>
            </a:r>
            <a:r>
              <a:rPr lang="en-US" sz="1600" dirty="0"/>
              <a:t> </a:t>
            </a:r>
            <a:r>
              <a:rPr lang="en-US" sz="1600" dirty="0" err="1"/>
              <a:t>pemrograman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3D654E-2EF8-4B91-8AFA-0482B5D2E664}"/>
              </a:ext>
            </a:extLst>
          </p:cNvPr>
          <p:cNvSpPr txBox="1"/>
          <p:nvPr/>
        </p:nvSpPr>
        <p:spPr>
          <a:xfrm>
            <a:off x="876300" y="3429000"/>
            <a:ext cx="6465553" cy="374571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Materi</a:t>
            </a:r>
            <a:r>
              <a:rPr lang="en-US" sz="1600" dirty="0"/>
              <a:t> yang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dijelaskan</a:t>
            </a:r>
            <a:r>
              <a:rPr lang="en-US" sz="1600" dirty="0"/>
              <a:t>,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menggunakan</a:t>
            </a:r>
            <a:r>
              <a:rPr lang="en-US" sz="1600" dirty="0"/>
              <a:t> Bahasa </a:t>
            </a:r>
            <a:r>
              <a:rPr lang="en-US" sz="1600" dirty="0" err="1"/>
              <a:t>pemrograman</a:t>
            </a:r>
            <a:r>
              <a:rPr lang="en-US" sz="1600" dirty="0"/>
              <a:t> Java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A53CA9-C1FA-46F5-9A26-686964867044}"/>
              </a:ext>
            </a:extLst>
          </p:cNvPr>
          <p:cNvSpPr txBox="1"/>
          <p:nvPr/>
        </p:nvSpPr>
        <p:spPr>
          <a:xfrm>
            <a:off x="876300" y="4042497"/>
            <a:ext cx="10565200" cy="374571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Yups</a:t>
            </a:r>
            <a:r>
              <a:rPr lang="en-US" sz="1600" dirty="0"/>
              <a:t>, Namanya Java, </a:t>
            </a:r>
            <a:r>
              <a:rPr lang="en-US" sz="1600" dirty="0" err="1"/>
              <a:t>tapi</a:t>
            </a:r>
            <a:r>
              <a:rPr lang="en-US" sz="1600" dirty="0"/>
              <a:t> </a:t>
            </a:r>
            <a:r>
              <a:rPr lang="en-US" sz="1600" dirty="0" err="1"/>
              <a:t>bukan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Bahasa </a:t>
            </a:r>
            <a:r>
              <a:rPr lang="en-US" sz="1600" dirty="0" err="1"/>
              <a:t>jawa</a:t>
            </a:r>
            <a:r>
              <a:rPr lang="en-US" sz="1600" dirty="0"/>
              <a:t> </a:t>
            </a:r>
            <a:r>
              <a:rPr lang="en-US" sz="1600" dirty="0" err="1"/>
              <a:t>lho</a:t>
            </a:r>
            <a:r>
              <a:rPr lang="en-US" sz="1600" dirty="0"/>
              <a:t>….. Bahasa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berasal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negeri</a:t>
            </a:r>
            <a:r>
              <a:rPr lang="en-US" sz="1600" dirty="0"/>
              <a:t> </a:t>
            </a:r>
            <a:r>
              <a:rPr lang="en-US" sz="1600" dirty="0" err="1"/>
              <a:t>paman</a:t>
            </a:r>
            <a:r>
              <a:rPr lang="en-US" sz="1600" dirty="0"/>
              <a:t> </a:t>
            </a:r>
            <a:r>
              <a:rPr lang="en-US" sz="1600" dirty="0" err="1"/>
              <a:t>sam</a:t>
            </a:r>
            <a:r>
              <a:rPr lang="en-US" sz="1600" dirty="0"/>
              <a:t> yang </a:t>
            </a:r>
            <a:r>
              <a:rPr lang="en-US" sz="1600" dirty="0" err="1"/>
              <a:t>bersifat</a:t>
            </a:r>
            <a:r>
              <a:rPr lang="en-US" sz="1600" dirty="0"/>
              <a:t> open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49DF1-A2FA-4C9F-B7EB-AD0A958972E3}"/>
              </a:ext>
            </a:extLst>
          </p:cNvPr>
          <p:cNvSpPr txBox="1"/>
          <p:nvPr/>
        </p:nvSpPr>
        <p:spPr>
          <a:xfrm>
            <a:off x="876300" y="4664350"/>
            <a:ext cx="9043630" cy="374571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Dalam</a:t>
            </a:r>
            <a:r>
              <a:rPr lang="en-US" sz="1600" dirty="0"/>
              <a:t> Bahasa Java </a:t>
            </a:r>
            <a:r>
              <a:rPr lang="en-US" sz="1600" dirty="0" err="1"/>
              <a:t>ada</a:t>
            </a:r>
            <a:r>
              <a:rPr lang="en-US" sz="1600" dirty="0"/>
              <a:t> </a:t>
            </a:r>
            <a:r>
              <a:rPr lang="en-US" sz="1600" dirty="0" err="1"/>
              <a:t>istilah</a:t>
            </a:r>
            <a:r>
              <a:rPr lang="en-US" sz="1600" dirty="0"/>
              <a:t> coding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menuliskan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</a:t>
            </a:r>
            <a:r>
              <a:rPr lang="en-US" sz="1600" dirty="0" err="1"/>
              <a:t>teks</a:t>
            </a:r>
            <a:r>
              <a:rPr lang="en-US" sz="1600" dirty="0"/>
              <a:t> (syntax)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aturan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Java</a:t>
            </a:r>
          </a:p>
        </p:txBody>
      </p:sp>
    </p:spTree>
    <p:extLst>
      <p:ext uri="{BB962C8B-B14F-4D97-AF65-F5344CB8AC3E}">
        <p14:creationId xmlns:p14="http://schemas.microsoft.com/office/powerpoint/2010/main" val="365118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Names and Things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B7BD3-F279-4271-AE2F-CF12FFF4F1DE}"/>
              </a:ext>
            </a:extLst>
          </p:cNvPr>
          <p:cNvSpPr txBox="1"/>
          <p:nvPr/>
        </p:nvSpPr>
        <p:spPr>
          <a:xfrm>
            <a:off x="244122" y="1375128"/>
            <a:ext cx="11644992" cy="3098721"/>
          </a:xfrm>
          <a:prstGeom prst="round2Diag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Istilah</a:t>
            </a:r>
            <a:r>
              <a:rPr lang="en-US" sz="1600" dirty="0"/>
              <a:t> yang </a:t>
            </a:r>
            <a:r>
              <a:rPr lang="en-US" sz="1600" dirty="0" err="1"/>
              <a:t>perlu</a:t>
            </a:r>
            <a:r>
              <a:rPr lang="en-US" sz="1600" dirty="0"/>
              <a:t> </a:t>
            </a:r>
            <a:r>
              <a:rPr lang="en-US" sz="1600" dirty="0" err="1"/>
              <a:t>anda</a:t>
            </a:r>
            <a:r>
              <a:rPr lang="en-US" sz="1600" dirty="0"/>
              <a:t> </a:t>
            </a:r>
            <a:r>
              <a:rPr lang="en-US" sz="1600" dirty="0" err="1"/>
              <a:t>ketahui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Bahasa Java:</a:t>
            </a:r>
          </a:p>
          <a:p>
            <a:r>
              <a:rPr lang="en-US" sz="1600" dirty="0"/>
              <a:t>1. Bahasa </a:t>
            </a:r>
            <a:r>
              <a:rPr lang="en-US" sz="1600" dirty="0" err="1"/>
              <a:t>pemrograman</a:t>
            </a:r>
            <a:r>
              <a:rPr lang="en-US" sz="1600" dirty="0"/>
              <a:t>, </a:t>
            </a:r>
            <a:r>
              <a:rPr lang="en-US" sz="1600" dirty="0" err="1"/>
              <a:t>adalah</a:t>
            </a:r>
            <a:r>
              <a:rPr lang="en-US" sz="1600" dirty="0"/>
              <a:t> salah </a:t>
            </a:r>
            <a:r>
              <a:rPr lang="en-US" sz="1600" dirty="0" err="1"/>
              <a:t>satunya</a:t>
            </a:r>
            <a:r>
              <a:rPr lang="en-US" sz="1600" dirty="0"/>
              <a:t> </a:t>
            </a:r>
            <a:r>
              <a:rPr lang="en-US" sz="1600" dirty="0" err="1"/>
              <a:t>adalah</a:t>
            </a:r>
            <a:r>
              <a:rPr lang="en-US" sz="1600" dirty="0"/>
              <a:t> Java yang </a:t>
            </a:r>
            <a:r>
              <a:rPr lang="en-US" sz="1600" dirty="0" err="1"/>
              <a:t>berfungsi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memerintahkan</a:t>
            </a:r>
            <a:r>
              <a:rPr lang="en-US" sz="1600" dirty="0"/>
              <a:t> computer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berbagai</a:t>
            </a:r>
            <a:r>
              <a:rPr lang="en-US" sz="1600" dirty="0"/>
              <a:t> </a:t>
            </a:r>
            <a:r>
              <a:rPr lang="en-US" sz="1600" dirty="0" err="1"/>
              <a:t>operasi</a:t>
            </a:r>
            <a:endParaRPr lang="en-US" sz="1600" dirty="0"/>
          </a:p>
          <a:p>
            <a:r>
              <a:rPr lang="en-US" sz="1600" dirty="0"/>
              <a:t>    yang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algoritma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</a:t>
            </a:r>
            <a:r>
              <a:rPr lang="en-US" sz="1600" dirty="0" err="1"/>
              <a:t>pemikiran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user </a:t>
            </a:r>
            <a:r>
              <a:rPr lang="en-US" sz="1600" dirty="0" err="1"/>
              <a:t>mengenai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apa</a:t>
            </a:r>
            <a:r>
              <a:rPr lang="en-US" sz="1600" dirty="0"/>
              <a:t> yang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dibuat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user </a:t>
            </a:r>
            <a:r>
              <a:rPr lang="en-US" sz="1600" dirty="0" err="1"/>
              <a:t>tersebut</a:t>
            </a:r>
            <a:r>
              <a:rPr lang="en-US" sz="1600" dirty="0"/>
              <a:t>.</a:t>
            </a:r>
          </a:p>
          <a:p>
            <a:r>
              <a:rPr lang="en-US" sz="1600" dirty="0"/>
              <a:t>2. Syntax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teks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Bahasa </a:t>
            </a:r>
            <a:r>
              <a:rPr lang="en-US" sz="1600" dirty="0" err="1"/>
              <a:t>pemrograman</a:t>
            </a:r>
            <a:r>
              <a:rPr lang="en-US" sz="1600" dirty="0"/>
              <a:t>.</a:t>
            </a:r>
          </a:p>
          <a:p>
            <a:r>
              <a:rPr lang="en-US" sz="1600" dirty="0"/>
              <a:t>3. Source code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teks</a:t>
            </a:r>
            <a:r>
              <a:rPr lang="en-US" sz="1600" dirty="0"/>
              <a:t> yang </a:t>
            </a:r>
            <a:r>
              <a:rPr lang="en-US" sz="1600" dirty="0" err="1"/>
              <a:t>telah</a:t>
            </a:r>
            <a:r>
              <a:rPr lang="en-US" sz="1600" dirty="0"/>
              <a:t> </a:t>
            </a:r>
            <a:r>
              <a:rPr lang="en-US" sz="1600" dirty="0" err="1"/>
              <a:t>tersusun</a:t>
            </a:r>
            <a:r>
              <a:rPr lang="en-US" sz="1600" dirty="0"/>
              <a:t>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memiliki</a:t>
            </a:r>
            <a:r>
              <a:rPr lang="en-US" sz="1600" dirty="0"/>
              <a:t> </a:t>
            </a:r>
            <a:r>
              <a:rPr lang="en-US" sz="1600" dirty="0" err="1"/>
              <a:t>isi</a:t>
            </a:r>
            <a:r>
              <a:rPr lang="en-US" sz="1600" dirty="0"/>
              <a:t>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syntax yang </a:t>
            </a:r>
            <a:r>
              <a:rPr lang="en-US" sz="1600" dirty="0" err="1"/>
              <a:t>ditulis</a:t>
            </a:r>
            <a:r>
              <a:rPr lang="en-US" sz="1600" dirty="0"/>
              <a:t> </a:t>
            </a:r>
            <a:r>
              <a:rPr lang="en-US" sz="1600" dirty="0" err="1"/>
              <a:t>oleh</a:t>
            </a:r>
            <a:r>
              <a:rPr lang="en-US" sz="1600" dirty="0"/>
              <a:t> user.</a:t>
            </a:r>
          </a:p>
          <a:p>
            <a:r>
              <a:rPr lang="en-US" sz="1600" dirty="0"/>
              <a:t>4. Coding,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dirty="0" err="1"/>
              <a:t>menuliskan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syntax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aturan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Bahasa </a:t>
            </a:r>
            <a:r>
              <a:rPr lang="en-US" sz="1600" dirty="0" err="1"/>
              <a:t>pemrograman</a:t>
            </a:r>
            <a:r>
              <a:rPr lang="en-US" sz="1600" dirty="0"/>
              <a:t>.</a:t>
            </a:r>
          </a:p>
          <a:p>
            <a:r>
              <a:rPr lang="en-US" sz="1600" dirty="0"/>
              <a:t>5. Semantic </a:t>
            </a:r>
            <a:r>
              <a:rPr lang="en-US" sz="1600" dirty="0" err="1"/>
              <a:t>adalah</a:t>
            </a:r>
            <a:r>
              <a:rPr lang="en-US" sz="1600" dirty="0"/>
              <a:t> </a:t>
            </a:r>
            <a:r>
              <a:rPr lang="en-US" sz="1600" dirty="0" err="1"/>
              <a:t>maksud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pembuatan</a:t>
            </a:r>
            <a:r>
              <a:rPr lang="en-US" sz="1600" dirty="0"/>
              <a:t> program </a:t>
            </a:r>
            <a:r>
              <a:rPr lang="en-US" sz="1600" dirty="0" err="1"/>
              <a:t>sesuai</a:t>
            </a:r>
            <a:r>
              <a:rPr lang="en-US" sz="1600" dirty="0"/>
              <a:t>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keinginan</a:t>
            </a:r>
            <a:r>
              <a:rPr lang="en-US" sz="1600" dirty="0"/>
              <a:t> user.</a:t>
            </a:r>
          </a:p>
          <a:p>
            <a:r>
              <a:rPr lang="en-US" sz="1600" dirty="0"/>
              <a:t>6. Programmer </a:t>
            </a:r>
            <a:r>
              <a:rPr lang="en-US" sz="1600" dirty="0" err="1"/>
              <a:t>adalah</a:t>
            </a:r>
            <a:r>
              <a:rPr lang="en-US" sz="1600" dirty="0"/>
              <a:t> user yang </a:t>
            </a:r>
            <a:r>
              <a:rPr lang="en-US" sz="1600" dirty="0" err="1"/>
              <a:t>membuat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</a:t>
            </a:r>
            <a:r>
              <a:rPr lang="en-US" sz="1600" dirty="0" err="1"/>
              <a:t>atau</a:t>
            </a:r>
            <a:r>
              <a:rPr lang="en-US" sz="1600" dirty="0"/>
              <a:t> program.</a:t>
            </a:r>
          </a:p>
          <a:p>
            <a:r>
              <a:rPr lang="en-US" sz="1600" dirty="0"/>
              <a:t>7. Compiler </a:t>
            </a:r>
            <a:r>
              <a:rPr lang="en-US" sz="1600" dirty="0" err="1"/>
              <a:t>merupakan</a:t>
            </a:r>
            <a:r>
              <a:rPr lang="en-US" sz="1600" dirty="0"/>
              <a:t> </a:t>
            </a:r>
            <a:r>
              <a:rPr lang="en-US" sz="1600" dirty="0" err="1"/>
              <a:t>sebuah</a:t>
            </a:r>
            <a:r>
              <a:rPr lang="en-US" sz="1600" dirty="0"/>
              <a:t> tools yang </a:t>
            </a:r>
            <a:r>
              <a:rPr lang="en-US" sz="1600" dirty="0" err="1"/>
              <a:t>digunakan</a:t>
            </a:r>
            <a:r>
              <a:rPr lang="en-US" sz="1600" dirty="0"/>
              <a:t> </a:t>
            </a:r>
            <a:r>
              <a:rPr lang="en-US" sz="1600" dirty="0" err="1"/>
              <a:t>untuk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eksekusi</a:t>
            </a:r>
            <a:r>
              <a:rPr lang="en-US" sz="1600" dirty="0"/>
              <a:t> </a:t>
            </a:r>
            <a:r>
              <a:rPr lang="en-US" sz="1600" dirty="0" err="1"/>
              <a:t>terhadap</a:t>
            </a:r>
            <a:r>
              <a:rPr lang="en-US" sz="1600" dirty="0"/>
              <a:t> Bahasa </a:t>
            </a:r>
            <a:r>
              <a:rPr lang="en-US" sz="1600" dirty="0" err="1"/>
              <a:t>pemrograman</a:t>
            </a:r>
            <a:r>
              <a:rPr lang="en-US" sz="1600" dirty="0"/>
              <a:t>.</a:t>
            </a:r>
          </a:p>
          <a:p>
            <a:r>
              <a:rPr lang="en-US" sz="1600" dirty="0"/>
              <a:t>8. Compiling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pengecekan</a:t>
            </a:r>
            <a:r>
              <a:rPr lang="en-US" sz="1600" dirty="0"/>
              <a:t> </a:t>
            </a:r>
            <a:r>
              <a:rPr lang="en-US" sz="1600" dirty="0" err="1"/>
              <a:t>terhadap</a:t>
            </a:r>
            <a:r>
              <a:rPr lang="en-US" sz="1600" dirty="0"/>
              <a:t> program, </a:t>
            </a:r>
            <a:r>
              <a:rPr lang="en-US" sz="1600" dirty="0" err="1"/>
              <a:t>sehingga</a:t>
            </a:r>
            <a:r>
              <a:rPr lang="en-US" sz="1600" dirty="0"/>
              <a:t> </a:t>
            </a:r>
            <a:r>
              <a:rPr lang="en-US" sz="1600" dirty="0" err="1"/>
              <a:t>terhindar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kesalahan</a:t>
            </a:r>
            <a:r>
              <a:rPr lang="en-US" sz="1600" dirty="0"/>
              <a:t> </a:t>
            </a:r>
            <a:r>
              <a:rPr lang="en-US" sz="1600" dirty="0" err="1"/>
              <a:t>pembuatan</a:t>
            </a:r>
            <a:r>
              <a:rPr lang="en-US" sz="1600" dirty="0"/>
              <a:t> coding </a:t>
            </a:r>
            <a:r>
              <a:rPr lang="en-US" sz="1600" dirty="0" err="1"/>
              <a:t>dan</a:t>
            </a:r>
            <a:r>
              <a:rPr lang="en-US" sz="1600" dirty="0"/>
              <a:t> </a:t>
            </a:r>
            <a:r>
              <a:rPr lang="en-US" sz="1600" dirty="0" err="1"/>
              <a:t>lainnya</a:t>
            </a:r>
            <a:r>
              <a:rPr lang="en-US" sz="1600" dirty="0"/>
              <a:t>.</a:t>
            </a:r>
          </a:p>
          <a:p>
            <a:r>
              <a:rPr lang="en-US" sz="1600" dirty="0"/>
              <a:t>9. Running </a:t>
            </a:r>
            <a:r>
              <a:rPr lang="en-US" sz="1600" dirty="0" err="1"/>
              <a:t>yaitu</a:t>
            </a:r>
            <a:r>
              <a:rPr lang="en-US" sz="1600" dirty="0"/>
              <a:t> </a:t>
            </a:r>
            <a:r>
              <a:rPr lang="en-US" sz="1600" dirty="0" err="1"/>
              <a:t>melakukan</a:t>
            </a:r>
            <a:r>
              <a:rPr lang="en-US" sz="1600" dirty="0"/>
              <a:t> </a:t>
            </a:r>
            <a:r>
              <a:rPr lang="en-US" sz="1600" dirty="0" err="1"/>
              <a:t>eksekusi</a:t>
            </a:r>
            <a:r>
              <a:rPr lang="en-US" sz="1600" dirty="0"/>
              <a:t> </a:t>
            </a:r>
            <a:r>
              <a:rPr lang="en-US" sz="1600" dirty="0" err="1"/>
              <a:t>terhadap</a:t>
            </a:r>
            <a:r>
              <a:rPr lang="en-US" sz="1600" dirty="0"/>
              <a:t> program yang </a:t>
            </a:r>
            <a:r>
              <a:rPr lang="en-US" sz="1600" dirty="0" err="1"/>
              <a:t>dibuat</a:t>
            </a:r>
            <a:r>
              <a:rPr lang="en-US" sz="16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5612D-6366-4484-B1C2-DC70799BFF16}"/>
              </a:ext>
            </a:extLst>
          </p:cNvPr>
          <p:cNvSpPr txBox="1"/>
          <p:nvPr/>
        </p:nvSpPr>
        <p:spPr>
          <a:xfrm>
            <a:off x="1181100" y="4484855"/>
            <a:ext cx="9258300" cy="1328023"/>
          </a:xfrm>
          <a:prstGeom prst="round2Diag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Itulah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istilah</a:t>
            </a:r>
            <a:r>
              <a:rPr lang="en-US" dirty="0"/>
              <a:t> yang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ketahui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Bahasa </a:t>
            </a:r>
            <a:r>
              <a:rPr lang="en-US" dirty="0" err="1"/>
              <a:t>pemrograman</a:t>
            </a:r>
            <a:r>
              <a:rPr lang="en-US" dirty="0"/>
              <a:t>, </a:t>
            </a:r>
            <a:r>
              <a:rPr lang="en-US" dirty="0" err="1"/>
              <a:t>ingat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…. Bahasa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Bahasa </a:t>
            </a:r>
            <a:r>
              <a:rPr lang="en-US" dirty="0" err="1"/>
              <a:t>pemrograman</a:t>
            </a:r>
            <a:r>
              <a:rPr lang="en-US" dirty="0"/>
              <a:t> Java,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silahkan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mempelajari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Java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dirasa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materi</a:t>
            </a:r>
            <a:r>
              <a:rPr lang="en-US" dirty="0"/>
              <a:t> yang </a:t>
            </a:r>
            <a:r>
              <a:rPr lang="en-US" dirty="0" err="1"/>
              <a:t>diberikan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986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sz="2800" dirty="0">
                <a:latin typeface="MV Boli" panose="02000500030200090000" pitchFamily="2" charset="0"/>
                <a:cs typeface="MV Boli" panose="02000500030200090000" pitchFamily="2" charset="0"/>
              </a:rPr>
              <a:t>Variables and Types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95B994-B6FE-47D1-B806-3FB920423446}"/>
              </a:ext>
            </a:extLst>
          </p:cNvPr>
          <p:cNvSpPr txBox="1"/>
          <p:nvPr/>
        </p:nvSpPr>
        <p:spPr>
          <a:xfrm>
            <a:off x="849346" y="1528092"/>
            <a:ext cx="7083619" cy="2247424"/>
          </a:xfrm>
          <a:prstGeom prst="round2Diag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Identifiers </a:t>
            </a:r>
            <a:r>
              <a:rPr lang="en-US" dirty="0" err="1"/>
              <a:t>dalam</a:t>
            </a:r>
            <a:r>
              <a:rPr lang="en-US" dirty="0"/>
              <a:t> Java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classes, variables </a:t>
            </a:r>
            <a:r>
              <a:rPr lang="en-US" dirty="0" err="1"/>
              <a:t>dan</a:t>
            </a:r>
            <a:r>
              <a:rPr lang="en-US" dirty="0"/>
              <a:t> subroutines.</a:t>
            </a:r>
          </a:p>
          <a:p>
            <a:r>
              <a:rPr lang="en-US" dirty="0" err="1"/>
              <a:t>Dalam</a:t>
            </a:r>
            <a:r>
              <a:rPr lang="en-US" dirty="0"/>
              <a:t> Java, </a:t>
            </a:r>
            <a:r>
              <a:rPr lang="en-US" dirty="0" err="1"/>
              <a:t>penamaan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data,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computer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memastikan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data </a:t>
            </a:r>
            <a:r>
              <a:rPr lang="en-US" dirty="0" err="1"/>
              <a:t>tersimpan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memori</a:t>
            </a:r>
            <a:r>
              <a:rPr lang="en-US" dirty="0"/>
              <a:t>. Programmer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mengingat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mengingat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 </a:t>
            </a:r>
            <a:r>
              <a:rPr lang="en-US" dirty="0" err="1"/>
              <a:t>ataupun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yang </a:t>
            </a:r>
            <a:r>
              <a:rPr lang="en-US" dirty="0" err="1"/>
              <a:t>terjadai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computer. Nama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variable.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D837D-21EF-4704-9D31-88F7F36E95DC}"/>
              </a:ext>
            </a:extLst>
          </p:cNvPr>
          <p:cNvSpPr txBox="1"/>
          <p:nvPr/>
        </p:nvSpPr>
        <p:spPr>
          <a:xfrm>
            <a:off x="9310793" y="2235814"/>
            <a:ext cx="2023160" cy="715089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 = </a:t>
            </a:r>
            <a:r>
              <a:rPr lang="en-US" dirty="0" err="1"/>
              <a:t>bilangan</a:t>
            </a:r>
            <a:endParaRPr lang="en-US" dirty="0"/>
          </a:p>
          <a:p>
            <a:r>
              <a:rPr lang="en-US" dirty="0" err="1"/>
              <a:t>Tipe</a:t>
            </a:r>
            <a:r>
              <a:rPr lang="en-US" dirty="0"/>
              <a:t> data = </a:t>
            </a:r>
            <a:r>
              <a:rPr lang="en-US" dirty="0" err="1"/>
              <a:t>ganjil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C71BA9-ADC9-4541-9232-005E474A01CE}"/>
              </a:ext>
            </a:extLst>
          </p:cNvPr>
          <p:cNvSpPr txBox="1"/>
          <p:nvPr/>
        </p:nvSpPr>
        <p:spPr>
          <a:xfrm>
            <a:off x="9345030" y="4740340"/>
            <a:ext cx="1997625" cy="715089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Variabel</a:t>
            </a:r>
            <a:r>
              <a:rPr lang="en-US" dirty="0"/>
              <a:t> = </a:t>
            </a:r>
            <a:r>
              <a:rPr lang="en-US" dirty="0" err="1"/>
              <a:t>bil</a:t>
            </a:r>
            <a:endParaRPr lang="en-US" dirty="0"/>
          </a:p>
          <a:p>
            <a:r>
              <a:rPr lang="en-US" dirty="0" err="1"/>
              <a:t>Tipe</a:t>
            </a:r>
            <a:r>
              <a:rPr lang="en-US" dirty="0"/>
              <a:t> data = integer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127E70-4A24-4572-B291-75109045C5A7}"/>
              </a:ext>
            </a:extLst>
          </p:cNvPr>
          <p:cNvSpPr txBox="1"/>
          <p:nvPr/>
        </p:nvSpPr>
        <p:spPr>
          <a:xfrm>
            <a:off x="9619705" y="1258256"/>
            <a:ext cx="1405336" cy="908864"/>
          </a:xfrm>
          <a:prstGeom prst="ellipse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Dunia </a:t>
            </a:r>
            <a:r>
              <a:rPr lang="en-US" dirty="0" err="1"/>
              <a:t>nyata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839C19-9E1D-4DF5-B8EA-233CB65F1B84}"/>
              </a:ext>
            </a:extLst>
          </p:cNvPr>
          <p:cNvSpPr txBox="1"/>
          <p:nvPr/>
        </p:nvSpPr>
        <p:spPr>
          <a:xfrm>
            <a:off x="9586745" y="3831577"/>
            <a:ext cx="1514196" cy="858857"/>
          </a:xfrm>
          <a:prstGeom prst="frame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Komputer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C0AD5-6853-4018-812F-7CF1E1E906C2}"/>
              </a:ext>
            </a:extLst>
          </p:cNvPr>
          <p:cNvSpPr txBox="1"/>
          <p:nvPr/>
        </p:nvSpPr>
        <p:spPr>
          <a:xfrm>
            <a:off x="849345" y="3933995"/>
            <a:ext cx="7083619" cy="715089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 primitive </a:t>
            </a:r>
            <a:r>
              <a:rPr lang="en-US" dirty="0" err="1"/>
              <a:t>dalam</a:t>
            </a:r>
            <a:r>
              <a:rPr lang="en-US" dirty="0"/>
              <a:t> Java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byte, short, </a:t>
            </a:r>
            <a:r>
              <a:rPr lang="en-US" dirty="0" err="1"/>
              <a:t>int</a:t>
            </a:r>
            <a:r>
              <a:rPr lang="en-US" dirty="0"/>
              <a:t>, long, float, double, char </a:t>
            </a:r>
            <a:r>
              <a:rPr lang="en-US" dirty="0" err="1"/>
              <a:t>dan</a:t>
            </a:r>
            <a:r>
              <a:rPr lang="en-US" dirty="0"/>
              <a:t> Boolean.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9A80D8-E0E1-4272-8179-DF69BDA1FDDB}"/>
              </a:ext>
            </a:extLst>
          </p:cNvPr>
          <p:cNvSpPr txBox="1"/>
          <p:nvPr/>
        </p:nvSpPr>
        <p:spPr>
          <a:xfrm>
            <a:off x="849345" y="4759639"/>
            <a:ext cx="7450309" cy="715089"/>
          </a:xfrm>
          <a:prstGeom prst="roundRect">
            <a:avLst/>
          </a:prstGeom>
          <a:noFill/>
          <a:ln>
            <a:solidFill>
              <a:srgbClr val="33CCCC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String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kedalam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primitive. </a:t>
            </a:r>
          </a:p>
          <a:p>
            <a:r>
              <a:rPr lang="en-US" dirty="0"/>
              <a:t>String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karakter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3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0" grpId="0" animBg="1"/>
      <p:bldP spid="14" grpId="0" animBg="1"/>
      <p:bldP spid="15" grpId="0" animBg="1"/>
      <p:bldP spid="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Array Details 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65017506"/>
              </p:ext>
            </p:extLst>
          </p:nvPr>
        </p:nvGraphicFramePr>
        <p:xfrm>
          <a:off x="5878369" y="2036631"/>
          <a:ext cx="4785821" cy="25743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Left Brace 1"/>
          <p:cNvSpPr/>
          <p:nvPr/>
        </p:nvSpPr>
        <p:spPr>
          <a:xfrm rot="5400000">
            <a:off x="3942892" y="1259054"/>
            <a:ext cx="480973" cy="6926580"/>
          </a:xfrm>
          <a:prstGeom prst="leftBrace">
            <a:avLst/>
          </a:prstGeom>
          <a:ln>
            <a:solidFill>
              <a:srgbClr val="28AFB6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000096" y="3107971"/>
            <a:ext cx="234480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elemen</a:t>
            </a:r>
            <a:r>
              <a:rPr lang="en-US" sz="1600" dirty="0"/>
              <a:t> ke-0 = </a:t>
            </a:r>
            <a:r>
              <a:rPr lang="en-US" sz="1600" dirty="0" err="1"/>
              <a:t>indeks</a:t>
            </a:r>
            <a:r>
              <a:rPr lang="en-US" sz="1600" dirty="0"/>
              <a:t> ke-0</a:t>
            </a:r>
          </a:p>
          <a:p>
            <a:r>
              <a:rPr lang="en-US" sz="1600" dirty="0" err="1"/>
              <a:t>elemen</a:t>
            </a:r>
            <a:r>
              <a:rPr lang="en-US" sz="1600" dirty="0"/>
              <a:t> ke-1 = </a:t>
            </a:r>
            <a:r>
              <a:rPr lang="en-US" sz="1600" dirty="0" err="1"/>
              <a:t>indeks</a:t>
            </a:r>
            <a:r>
              <a:rPr lang="en-US" sz="1600" dirty="0"/>
              <a:t> ke-1</a:t>
            </a:r>
          </a:p>
          <a:p>
            <a:r>
              <a:rPr lang="en-US" sz="1600" dirty="0" err="1"/>
              <a:t>elemen</a:t>
            </a:r>
            <a:r>
              <a:rPr lang="en-US" sz="1600" dirty="0"/>
              <a:t> ke-2 = </a:t>
            </a:r>
            <a:r>
              <a:rPr lang="en-US" sz="1600" dirty="0" err="1"/>
              <a:t>indeks</a:t>
            </a:r>
            <a:r>
              <a:rPr lang="en-US" sz="1600" dirty="0"/>
              <a:t> ke-2</a:t>
            </a:r>
          </a:p>
          <a:p>
            <a:r>
              <a:rPr lang="en-US" sz="1600" dirty="0" err="1"/>
              <a:t>elemen</a:t>
            </a:r>
            <a:r>
              <a:rPr lang="en-US" sz="1600" dirty="0"/>
              <a:t> ke-3 = </a:t>
            </a:r>
            <a:r>
              <a:rPr lang="en-US" sz="1600" dirty="0" err="1"/>
              <a:t>indeks</a:t>
            </a:r>
            <a:r>
              <a:rPr lang="en-US" sz="1600" dirty="0"/>
              <a:t> ke-3</a:t>
            </a:r>
          </a:p>
          <a:p>
            <a:r>
              <a:rPr lang="en-US" sz="1600" dirty="0" err="1"/>
              <a:t>elemen</a:t>
            </a:r>
            <a:r>
              <a:rPr lang="en-US" sz="1600" dirty="0"/>
              <a:t> ke-4 = </a:t>
            </a:r>
            <a:r>
              <a:rPr lang="en-US" sz="1600" dirty="0" err="1"/>
              <a:t>indeks</a:t>
            </a:r>
            <a:r>
              <a:rPr lang="en-US" sz="1600" dirty="0"/>
              <a:t> ke-4</a:t>
            </a:r>
          </a:p>
        </p:txBody>
      </p:sp>
      <p:sp>
        <p:nvSpPr>
          <p:cNvPr id="13" name="Freeform 12"/>
          <p:cNvSpPr/>
          <p:nvPr/>
        </p:nvSpPr>
        <p:spPr>
          <a:xfrm>
            <a:off x="4069080" y="2150597"/>
            <a:ext cx="1600200" cy="1009798"/>
          </a:xfrm>
          <a:custGeom>
            <a:avLst/>
            <a:gdLst>
              <a:gd name="connsiteX0" fmla="*/ 14695 w 2487732"/>
              <a:gd name="connsiteY0" fmla="*/ 628065 h 628065"/>
              <a:gd name="connsiteX1" fmla="*/ 118604 w 2487732"/>
              <a:gd name="connsiteY1" fmla="*/ 66956 h 628065"/>
              <a:gd name="connsiteX2" fmla="*/ 887532 w 2487732"/>
              <a:gd name="connsiteY2" fmla="*/ 15002 h 628065"/>
              <a:gd name="connsiteX3" fmla="*/ 2487732 w 2487732"/>
              <a:gd name="connsiteY3" fmla="*/ 108520 h 628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7732" h="628065">
                <a:moveTo>
                  <a:pt x="14695" y="628065"/>
                </a:moveTo>
                <a:cubicBezTo>
                  <a:pt x="-6087" y="398599"/>
                  <a:pt x="-26869" y="169133"/>
                  <a:pt x="118604" y="66956"/>
                </a:cubicBezTo>
                <a:cubicBezTo>
                  <a:pt x="264077" y="-35221"/>
                  <a:pt x="492677" y="8075"/>
                  <a:pt x="887532" y="15002"/>
                </a:cubicBezTo>
                <a:cubicBezTo>
                  <a:pt x="1282387" y="21929"/>
                  <a:pt x="1885059" y="65224"/>
                  <a:pt x="2487732" y="108520"/>
                </a:cubicBezTo>
              </a:path>
            </a:pathLst>
          </a:custGeom>
          <a:ln>
            <a:solidFill>
              <a:srgbClr val="28AFB6"/>
            </a:solidFill>
            <a:headEnd type="non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E879BF-550F-4648-9281-230D186FA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884079"/>
              </p:ext>
            </p:extLst>
          </p:nvPr>
        </p:nvGraphicFramePr>
        <p:xfrm>
          <a:off x="821060" y="4747928"/>
          <a:ext cx="672463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927">
                  <a:extLst>
                    <a:ext uri="{9D8B030D-6E8A-4147-A177-3AD203B41FA5}">
                      <a16:colId xmlns:a16="http://schemas.microsoft.com/office/drawing/2014/main" val="3222239391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3448833603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3697516325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1124613546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4064797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Indeks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ke-0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Indeks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ke-1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Indeks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ke-2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Indeks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ke-3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Indeks</a:t>
                      </a:r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ke-4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65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Elemen</a:t>
                      </a:r>
                      <a:r>
                        <a:rPr lang="en-US" sz="1600" dirty="0"/>
                        <a:t> ke-0</a:t>
                      </a: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Elemen</a:t>
                      </a:r>
                      <a:r>
                        <a:rPr lang="en-US" sz="1600" dirty="0"/>
                        <a:t> ke-1</a:t>
                      </a: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Elemen</a:t>
                      </a:r>
                      <a:r>
                        <a:rPr lang="en-US" sz="1600" dirty="0"/>
                        <a:t> ke-2</a:t>
                      </a: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Elemen</a:t>
                      </a:r>
                      <a:r>
                        <a:rPr lang="en-US" sz="1600" dirty="0"/>
                        <a:t> ke-3</a:t>
                      </a: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Elemen</a:t>
                      </a:r>
                      <a:r>
                        <a:rPr lang="en-US" sz="1600" dirty="0"/>
                        <a:t> ke-4</a:t>
                      </a:r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07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6A93AC2-E90B-4FE5-8AEB-92D41B09D5D9}"/>
              </a:ext>
            </a:extLst>
          </p:cNvPr>
          <p:cNvSpPr txBox="1"/>
          <p:nvPr/>
        </p:nvSpPr>
        <p:spPr>
          <a:xfrm>
            <a:off x="720088" y="1343981"/>
            <a:ext cx="2419926" cy="401479"/>
          </a:xfrm>
          <a:prstGeom prst="snip1Rect">
            <a:avLst/>
          </a:prstGeom>
          <a:noFill/>
          <a:ln w="57150"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Ilusttasi</a:t>
            </a:r>
            <a:r>
              <a:rPr lang="en-US" dirty="0"/>
              <a:t> array 1 </a:t>
            </a:r>
            <a:r>
              <a:rPr lang="en-US" dirty="0" err="1"/>
              <a:t>dimensi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73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2" grpId="0" animBg="1"/>
      <p:bldP spid="11" grpId="0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Array Details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F9023B-EDBB-4617-89AA-EB03728FD626}"/>
              </a:ext>
            </a:extLst>
          </p:cNvPr>
          <p:cNvSpPr txBox="1"/>
          <p:nvPr/>
        </p:nvSpPr>
        <p:spPr>
          <a:xfrm>
            <a:off x="7952680" y="1891558"/>
            <a:ext cx="2577801" cy="3516154"/>
          </a:xfrm>
          <a:prstGeom prst="round2DiagRect">
            <a:avLst/>
          </a:prstGeom>
          <a:ln>
            <a:solidFill>
              <a:srgbClr val="28AFB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 err="1"/>
              <a:t>Berdasarkan</a:t>
            </a:r>
            <a:r>
              <a:rPr lang="en-US" sz="1600" dirty="0"/>
              <a:t> </a:t>
            </a:r>
            <a:r>
              <a:rPr lang="en-US" sz="1600" dirty="0" err="1"/>
              <a:t>gambar</a:t>
            </a:r>
            <a:r>
              <a:rPr lang="en-US" sz="1600" dirty="0">
                <a:cs typeface="Calibri"/>
              </a:rPr>
              <a:t>, </a:t>
            </a:r>
            <a:r>
              <a:rPr lang="en-US" sz="1600" dirty="0" err="1">
                <a:cs typeface="Calibri"/>
              </a:rPr>
              <a:t>maka</a:t>
            </a:r>
            <a:r>
              <a:rPr lang="en-US" sz="1600" dirty="0">
                <a:cs typeface="Calibri"/>
              </a:rPr>
              <a:t> A = new </a:t>
            </a:r>
            <a:r>
              <a:rPr lang="en-US" sz="1600" dirty="0" err="1">
                <a:cs typeface="Calibri"/>
              </a:rPr>
              <a:t>int</a:t>
            </a:r>
            <a:r>
              <a:rPr lang="en-US" sz="1600" dirty="0">
                <a:cs typeface="Calibri"/>
              </a:rPr>
              <a:t>[5];</a:t>
            </a:r>
          </a:p>
          <a:p>
            <a:r>
              <a:rPr lang="en-US" sz="1600" dirty="0">
                <a:cs typeface="Calibri"/>
              </a:rPr>
              <a:t>A 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 Nama array </a:t>
            </a:r>
          </a:p>
          <a:p>
            <a:r>
              <a:rPr lang="en-US" sz="1600" dirty="0">
                <a:cs typeface="Calibri"/>
              </a:rPr>
              <a:t>5 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 Length array</a:t>
            </a:r>
          </a:p>
          <a:p>
            <a:r>
              <a:rPr lang="en-US" sz="1600" dirty="0" err="1">
                <a:cs typeface="Calibri"/>
              </a:rPr>
              <a:t>Int</a:t>
            </a:r>
            <a:r>
              <a:rPr lang="en-US" sz="1600" dirty="0">
                <a:cs typeface="Calibri"/>
              </a:rPr>
              <a:t>[] 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elemen</a:t>
            </a:r>
            <a:r>
              <a:rPr lang="en-US" sz="1600" dirty="0">
                <a:cs typeface="Calibri"/>
              </a:rPr>
              <a:t> array yang </a:t>
            </a:r>
            <a:r>
              <a:rPr lang="en-US" sz="1600" dirty="0" err="1">
                <a:cs typeface="Calibri"/>
              </a:rPr>
              <a:t>akan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bertipe</a:t>
            </a:r>
            <a:r>
              <a:rPr lang="en-US" sz="1600" dirty="0">
                <a:cs typeface="Calibri"/>
              </a:rPr>
              <a:t> data integer</a:t>
            </a:r>
          </a:p>
          <a:p>
            <a:r>
              <a:rPr lang="en-US" sz="1600" dirty="0">
                <a:cs typeface="Calibri"/>
              </a:rPr>
              <a:t>A[0] 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 </a:t>
            </a:r>
            <a:r>
              <a:rPr lang="en-US" sz="1600" dirty="0" err="1">
                <a:cs typeface="Calibri"/>
              </a:rPr>
              <a:t>indek</a:t>
            </a:r>
            <a:r>
              <a:rPr lang="en-US" sz="1600" dirty="0">
                <a:cs typeface="Calibri"/>
              </a:rPr>
              <a:t> ke-0</a:t>
            </a:r>
          </a:p>
          <a:p>
            <a:r>
              <a:rPr lang="en-US" sz="1600" dirty="0">
                <a:cs typeface="Calibri"/>
              </a:rPr>
              <a:t>A[1] 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 </a:t>
            </a:r>
            <a:r>
              <a:rPr lang="en-US" sz="1600" dirty="0" err="1">
                <a:cs typeface="Calibri"/>
              </a:rPr>
              <a:t>indek</a:t>
            </a:r>
            <a:r>
              <a:rPr lang="en-US" sz="1600" dirty="0">
                <a:cs typeface="Calibri"/>
              </a:rPr>
              <a:t> ke-1</a:t>
            </a:r>
            <a:endParaRPr lang="en-US" sz="1600" dirty="0"/>
          </a:p>
          <a:p>
            <a:r>
              <a:rPr lang="en-US" sz="1600" dirty="0">
                <a:cs typeface="Calibri"/>
              </a:rPr>
              <a:t>A[2] 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 </a:t>
            </a:r>
            <a:r>
              <a:rPr lang="en-US" sz="1600" dirty="0" err="1">
                <a:cs typeface="Calibri"/>
              </a:rPr>
              <a:t>indek</a:t>
            </a:r>
            <a:r>
              <a:rPr lang="en-US" sz="1600" dirty="0">
                <a:cs typeface="Calibri"/>
              </a:rPr>
              <a:t> ke-2</a:t>
            </a:r>
            <a:endParaRPr lang="en-US" sz="1600" dirty="0"/>
          </a:p>
          <a:p>
            <a:r>
              <a:rPr lang="en-US" sz="1600" dirty="0">
                <a:cs typeface="Calibri"/>
              </a:rPr>
              <a:t>A[3] 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 </a:t>
            </a:r>
            <a:r>
              <a:rPr lang="en-US" sz="1600" dirty="0" err="1">
                <a:cs typeface="Calibri"/>
              </a:rPr>
              <a:t>indek</a:t>
            </a:r>
            <a:r>
              <a:rPr lang="en-US" sz="1600" dirty="0">
                <a:cs typeface="Calibri"/>
              </a:rPr>
              <a:t> ke-3</a:t>
            </a:r>
          </a:p>
          <a:p>
            <a:r>
              <a:rPr lang="en-US" sz="1600" dirty="0">
                <a:cs typeface="Calibri"/>
              </a:rPr>
              <a:t>A[4] </a:t>
            </a:r>
            <a:r>
              <a:rPr lang="en-US" sz="1600" dirty="0" err="1">
                <a:cs typeface="Calibri"/>
              </a:rPr>
              <a:t>adalah</a:t>
            </a:r>
            <a:r>
              <a:rPr lang="en-US" sz="1600" dirty="0">
                <a:cs typeface="Calibri"/>
              </a:rPr>
              <a:t> </a:t>
            </a:r>
            <a:r>
              <a:rPr lang="en-US" sz="1600" dirty="0" err="1">
                <a:cs typeface="Calibri"/>
              </a:rPr>
              <a:t>indek</a:t>
            </a:r>
            <a:r>
              <a:rPr lang="en-US" sz="1600" dirty="0">
                <a:cs typeface="Calibri"/>
              </a:rPr>
              <a:t> ke-4</a:t>
            </a:r>
            <a:endParaRPr lang="en-US" sz="1600" dirty="0"/>
          </a:p>
          <a:p>
            <a:endParaRPr lang="en-US" sz="1600" dirty="0">
              <a:cs typeface="Calibri"/>
            </a:endParaRPr>
          </a:p>
        </p:txBody>
      </p:sp>
      <p:pic>
        <p:nvPicPr>
          <p:cNvPr id="3" name="Picture 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C9F70AFE-EEC1-4431-A29D-8D77C497B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3" y="2600157"/>
            <a:ext cx="6190937" cy="17217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4DD0506E-36DE-46D2-AF5D-56DCABDAF0FE}"/>
              </a:ext>
            </a:extLst>
          </p:cNvPr>
          <p:cNvSpPr/>
          <p:nvPr/>
        </p:nvSpPr>
        <p:spPr>
          <a:xfrm>
            <a:off x="7315160" y="3272445"/>
            <a:ext cx="297180" cy="377190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8AA87E-49BC-4771-8D5D-994AC0ED526F}"/>
              </a:ext>
            </a:extLst>
          </p:cNvPr>
          <p:cNvSpPr txBox="1"/>
          <p:nvPr/>
        </p:nvSpPr>
        <p:spPr>
          <a:xfrm>
            <a:off x="783883" y="1437952"/>
            <a:ext cx="2419926" cy="401479"/>
          </a:xfrm>
          <a:prstGeom prst="snip1Rect">
            <a:avLst/>
          </a:prstGeom>
          <a:noFill/>
          <a:ln w="57150"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Ilusttasi</a:t>
            </a:r>
            <a:r>
              <a:rPr lang="en-US" dirty="0"/>
              <a:t> array 1 </a:t>
            </a:r>
            <a:r>
              <a:rPr lang="en-US" dirty="0" err="1"/>
              <a:t>dimensi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91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584171"/>
            <a:ext cx="5571045" cy="514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800" dirty="0">
                <a:latin typeface="MV Boli" panose="02000500030200090000" pitchFamily="2" charset="0"/>
                <a:cs typeface="MV Boli" panose="02000500030200090000" pitchFamily="2" charset="0"/>
              </a:rPr>
              <a:t>Array Details</a:t>
            </a:r>
            <a:endParaRPr lang="en-US" sz="28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897380689"/>
              </p:ext>
            </p:extLst>
          </p:nvPr>
        </p:nvGraphicFramePr>
        <p:xfrm>
          <a:off x="6427633" y="1947872"/>
          <a:ext cx="5204385" cy="3170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8CABF2-39AB-4D69-AC32-22CD49F4B5EF}"/>
              </a:ext>
            </a:extLst>
          </p:cNvPr>
          <p:cNvSpPr txBox="1"/>
          <p:nvPr/>
        </p:nvSpPr>
        <p:spPr>
          <a:xfrm>
            <a:off x="720088" y="1343981"/>
            <a:ext cx="3034570" cy="401479"/>
          </a:xfrm>
          <a:prstGeom prst="snip1Rect">
            <a:avLst/>
          </a:prstGeom>
          <a:noFill/>
          <a:ln w="57150"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Pengalamatan</a:t>
            </a:r>
            <a:r>
              <a:rPr lang="en-US" dirty="0"/>
              <a:t> array 1 </a:t>
            </a:r>
            <a:r>
              <a:rPr lang="en-US" dirty="0" err="1"/>
              <a:t>dimensi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13133CA-EDAA-48B9-8289-BDBC715516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4422050"/>
                  </p:ext>
                </p:extLst>
              </p:nvPr>
            </p:nvGraphicFramePr>
            <p:xfrm>
              <a:off x="1463413" y="2594555"/>
              <a:ext cx="49642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6422">
                      <a:extLst>
                        <a:ext uri="{9D8B030D-6E8A-4147-A177-3AD203B41FA5}">
                          <a16:colId xmlns:a16="http://schemas.microsoft.com/office/drawing/2014/main" val="379437306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90941688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7753397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9381795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3958590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12115149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788050874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140534164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45478224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8188488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039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13133CA-EDAA-48B9-8289-BDBC715516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4422050"/>
                  </p:ext>
                </p:extLst>
              </p:nvPr>
            </p:nvGraphicFramePr>
            <p:xfrm>
              <a:off x="1463413" y="2594555"/>
              <a:ext cx="496422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6422">
                      <a:extLst>
                        <a:ext uri="{9D8B030D-6E8A-4147-A177-3AD203B41FA5}">
                          <a16:colId xmlns:a16="http://schemas.microsoft.com/office/drawing/2014/main" val="379437306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90941688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7753397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9381795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3958590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12115149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788050874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140534164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45478224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8188488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1613" r="-898780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1613" r="-809877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613" r="-700000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1613" r="-608642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1613" r="-501220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04938" t="-1613" r="-407407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597561" t="-1613" r="-302439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706173" t="-1613" r="-206173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796341" t="-1613" r="-103659" b="-64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907407" t="-1613" r="-4938" b="-6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03969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3D9992-34AD-4F99-87E3-373539EEF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60347"/>
              </p:ext>
            </p:extLst>
          </p:nvPr>
        </p:nvGraphicFramePr>
        <p:xfrm>
          <a:off x="1463413" y="4508121"/>
          <a:ext cx="496422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422">
                  <a:extLst>
                    <a:ext uri="{9D8B030D-6E8A-4147-A177-3AD203B41FA5}">
                      <a16:colId xmlns:a16="http://schemas.microsoft.com/office/drawing/2014/main" val="3345616418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530910517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260476987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35589243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784722779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284536896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182768822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2512316674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965084252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1142354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9890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A45B560-AAC5-474F-BA8A-9475BC7FB9F9}"/>
              </a:ext>
            </a:extLst>
          </p:cNvPr>
          <p:cNvSpPr txBox="1"/>
          <p:nvPr/>
        </p:nvSpPr>
        <p:spPr>
          <a:xfrm>
            <a:off x="427556" y="3557661"/>
            <a:ext cx="12471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Alamat array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09603-5ABC-4B8D-98D5-7DB8B15A1CD0}"/>
              </a:ext>
            </a:extLst>
          </p:cNvPr>
          <p:cNvSpPr txBox="1"/>
          <p:nvPr/>
        </p:nvSpPr>
        <p:spPr>
          <a:xfrm>
            <a:off x="2125991" y="3600623"/>
            <a:ext cx="1279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Elemen</a:t>
            </a:r>
            <a:r>
              <a:rPr lang="en-US" sz="1600" dirty="0"/>
              <a:t> array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2C6669-CFBB-4384-BFB6-6D69BCBB6CF5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051124" y="2941617"/>
            <a:ext cx="623568" cy="61604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B70C79-0397-44B0-87CE-153E2A89910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96496" y="2953506"/>
            <a:ext cx="569254" cy="647117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4BD10C-09AC-444D-9CAB-DEDD8844551E}"/>
              </a:ext>
            </a:extLst>
          </p:cNvPr>
          <p:cNvCxnSpPr>
            <a:cxnSpLocks/>
            <a:endCxn id="7" idx="2"/>
          </p:cNvCxnSpPr>
          <p:nvPr/>
        </p:nvCxnSpPr>
        <p:spPr>
          <a:xfrm flipH="1" flipV="1">
            <a:off x="1051124" y="3896215"/>
            <a:ext cx="684318" cy="61190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3F23F-C88E-4F29-92BE-3131A0A52EA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147731" y="3939177"/>
            <a:ext cx="618019" cy="56894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BFA8C63-7130-48C4-8A47-D60F220EC939}"/>
              </a:ext>
            </a:extLst>
          </p:cNvPr>
          <p:cNvSpPr/>
          <p:nvPr/>
        </p:nvSpPr>
        <p:spPr>
          <a:xfrm>
            <a:off x="1504616" y="2626243"/>
            <a:ext cx="897014" cy="2861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64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14948"/>
            <a:ext cx="5571045" cy="4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400" dirty="0" err="1">
                <a:latin typeface="MV Boli" panose="02000500030200090000" pitchFamily="2" charset="0"/>
                <a:cs typeface="MV Boli" panose="02000500030200090000" pitchFamily="2" charset="0"/>
              </a:rPr>
              <a:t>ArrayList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C576AD-6D34-4465-BBC9-54AFC615BDAD}"/>
              </a:ext>
            </a:extLst>
          </p:cNvPr>
          <p:cNvSpPr txBox="1"/>
          <p:nvPr/>
        </p:nvSpPr>
        <p:spPr>
          <a:xfrm>
            <a:off x="613830" y="1685814"/>
            <a:ext cx="1905971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ArrayList</a:t>
            </a:r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8083EB-AA51-4EAD-A6F1-27A15687F4A5}"/>
              </a:ext>
            </a:extLst>
          </p:cNvPr>
          <p:cNvSpPr txBox="1"/>
          <p:nvPr/>
        </p:nvSpPr>
        <p:spPr>
          <a:xfrm>
            <a:off x="5763373" y="1685814"/>
            <a:ext cx="4900124" cy="36933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/>
              <a:t>Operator “new”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Java</a:t>
            </a:r>
            <a:endParaRPr lang="en-US" dirty="0">
              <a:cs typeface="Calibri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B3384D-68FD-468A-9C82-76F668655BD7}"/>
              </a:ext>
            </a:extLst>
          </p:cNvPr>
          <p:cNvGrpSpPr/>
          <p:nvPr/>
        </p:nvGrpSpPr>
        <p:grpSpPr>
          <a:xfrm>
            <a:off x="638613" y="2179872"/>
            <a:ext cx="3762375" cy="342900"/>
            <a:chOff x="3821407" y="1745460"/>
            <a:chExt cx="3762375" cy="3429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B990568-7C6D-42AB-8CF7-1CC94941A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1407" y="1745460"/>
              <a:ext cx="3762375" cy="342900"/>
            </a:xfrm>
            <a:prstGeom prst="rect">
              <a:avLst/>
            </a:prstGeom>
          </p:spPr>
        </p:pic>
        <p:sp>
          <p:nvSpPr>
            <p:cNvPr id="6" name="Rectangle: Diagonal Corners Rounded 5">
              <a:extLst>
                <a:ext uri="{FF2B5EF4-FFF2-40B4-BE49-F238E27FC236}">
                  <a16:creationId xmlns:a16="http://schemas.microsoft.com/office/drawing/2014/main" id="{DB92AF0D-A8EB-4039-9960-22924C7F397F}"/>
                </a:ext>
              </a:extLst>
            </p:cNvPr>
            <p:cNvSpPr/>
            <p:nvPr/>
          </p:nvSpPr>
          <p:spPr>
            <a:xfrm>
              <a:off x="3821407" y="1745460"/>
              <a:ext cx="2366742" cy="339783"/>
            </a:xfrm>
            <a:prstGeom prst="round2DiagRect">
              <a:avLst/>
            </a:prstGeom>
            <a:noFill/>
            <a:ln>
              <a:solidFill>
                <a:srgbClr val="28AF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3B573870-9F5D-452E-A863-B814E72063A4}"/>
                </a:ext>
              </a:extLst>
            </p:cNvPr>
            <p:cNvSpPr/>
            <p:nvPr/>
          </p:nvSpPr>
          <p:spPr>
            <a:xfrm>
              <a:off x="6281070" y="1745460"/>
              <a:ext cx="1225516" cy="339783"/>
            </a:xfrm>
            <a:prstGeom prst="round2DiagRect">
              <a:avLst/>
            </a:prstGeom>
            <a:noFill/>
            <a:ln>
              <a:solidFill>
                <a:srgbClr val="28AF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994D574-75D0-4827-A1C1-70A586763E2F}"/>
              </a:ext>
            </a:extLst>
          </p:cNvPr>
          <p:cNvSpPr txBox="1"/>
          <p:nvPr/>
        </p:nvSpPr>
        <p:spPr>
          <a:xfrm>
            <a:off x="256399" y="2857333"/>
            <a:ext cx="1635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Tipe</a:t>
            </a:r>
            <a:r>
              <a:rPr lang="en-US" dirty="0"/>
              <a:t> data string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9852D-2FA7-4AF0-991D-904BDE0EC5F9}"/>
              </a:ext>
            </a:extLst>
          </p:cNvPr>
          <p:cNvSpPr txBox="1"/>
          <p:nvPr/>
        </p:nvSpPr>
        <p:spPr>
          <a:xfrm>
            <a:off x="1966065" y="2844904"/>
            <a:ext cx="2381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Nama </a:t>
            </a:r>
            <a:r>
              <a:rPr lang="en-US"/>
              <a:t>variabel </a:t>
            </a:r>
            <a:r>
              <a:rPr lang="en-US" dirty="0" err="1"/>
              <a:t>arrayList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2995605-CD5E-41BD-8930-03B15E985EF9}"/>
              </a:ext>
            </a:extLst>
          </p:cNvPr>
          <p:cNvCxnSpPr>
            <a:stCxn id="10" idx="1"/>
            <a:endCxn id="9" idx="0"/>
          </p:cNvCxnSpPr>
          <p:nvPr/>
        </p:nvCxnSpPr>
        <p:spPr>
          <a:xfrm flipH="1">
            <a:off x="3156968" y="2519655"/>
            <a:ext cx="554066" cy="325249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5BA11A4-B925-4648-8C2B-C052024E5E2B}"/>
              </a:ext>
            </a:extLst>
          </p:cNvPr>
          <p:cNvCxnSpPr>
            <a:cxnSpLocks/>
            <a:stCxn id="6" idx="1"/>
            <a:endCxn id="8" idx="0"/>
          </p:cNvCxnSpPr>
          <p:nvPr/>
        </p:nvCxnSpPr>
        <p:spPr>
          <a:xfrm flipH="1">
            <a:off x="1074348" y="2519655"/>
            <a:ext cx="747636" cy="33767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F43AF1C-0974-491C-B8B9-2E5F275D6D3F}"/>
              </a:ext>
            </a:extLst>
          </p:cNvPr>
          <p:cNvGrpSpPr/>
          <p:nvPr/>
        </p:nvGrpSpPr>
        <p:grpSpPr>
          <a:xfrm>
            <a:off x="5851235" y="2179872"/>
            <a:ext cx="4724400" cy="447675"/>
            <a:chOff x="5787439" y="2394635"/>
            <a:chExt cx="4724400" cy="44767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AECE831-2F58-4CCC-B679-445D65299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87439" y="2394635"/>
              <a:ext cx="4724400" cy="447675"/>
            </a:xfrm>
            <a:prstGeom prst="rect">
              <a:avLst/>
            </a:prstGeom>
          </p:spPr>
        </p:pic>
        <p:sp>
          <p:nvSpPr>
            <p:cNvPr id="20" name="Rectangle: Diagonal Corners Rounded 19">
              <a:extLst>
                <a:ext uri="{FF2B5EF4-FFF2-40B4-BE49-F238E27FC236}">
                  <a16:creationId xmlns:a16="http://schemas.microsoft.com/office/drawing/2014/main" id="{251582A6-D4A4-4AB3-82F7-A61D63D9F17E}"/>
                </a:ext>
              </a:extLst>
            </p:cNvPr>
            <p:cNvSpPr/>
            <p:nvPr/>
          </p:nvSpPr>
          <p:spPr>
            <a:xfrm>
              <a:off x="7243685" y="2442347"/>
              <a:ext cx="522776" cy="339783"/>
            </a:xfrm>
            <a:prstGeom prst="round2DiagRect">
              <a:avLst/>
            </a:prstGeom>
            <a:noFill/>
            <a:ln>
              <a:solidFill>
                <a:srgbClr val="28AF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53EE9E3-09A2-4C0E-9CBE-11628887D346}"/>
              </a:ext>
            </a:extLst>
          </p:cNvPr>
          <p:cNvSpPr txBox="1"/>
          <p:nvPr/>
        </p:nvSpPr>
        <p:spPr>
          <a:xfrm>
            <a:off x="6892346" y="2857333"/>
            <a:ext cx="2560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Pembuat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Java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F86C370-D8A1-4D50-94A6-9F0449E25BE3}"/>
              </a:ext>
            </a:extLst>
          </p:cNvPr>
          <p:cNvCxnSpPr>
            <a:cxnSpLocks/>
            <a:stCxn id="20" idx="1"/>
            <a:endCxn id="21" idx="0"/>
          </p:cNvCxnSpPr>
          <p:nvPr/>
        </p:nvCxnSpPr>
        <p:spPr>
          <a:xfrm>
            <a:off x="7568869" y="2567367"/>
            <a:ext cx="603860" cy="28996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996ECB2-D2F8-4C34-AD31-97F368A97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9825" y="5017105"/>
            <a:ext cx="7372350" cy="285750"/>
          </a:xfrm>
          <a:prstGeom prst="rect">
            <a:avLst/>
          </a:prstGeom>
        </p:spPr>
      </p:pic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2F695B0E-AF96-4BE7-A7F7-ABC6115AC3E2}"/>
              </a:ext>
            </a:extLst>
          </p:cNvPr>
          <p:cNvSpPr/>
          <p:nvPr/>
        </p:nvSpPr>
        <p:spPr>
          <a:xfrm>
            <a:off x="4827951" y="4988530"/>
            <a:ext cx="1392093" cy="342900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AF810ABB-2532-4393-8FFB-60DD3CA0053A}"/>
              </a:ext>
            </a:extLst>
          </p:cNvPr>
          <p:cNvSpPr/>
          <p:nvPr/>
        </p:nvSpPr>
        <p:spPr>
          <a:xfrm>
            <a:off x="3789505" y="4988530"/>
            <a:ext cx="825026" cy="342900"/>
          </a:xfrm>
          <a:prstGeom prst="round2DiagRect">
            <a:avLst/>
          </a:prstGeom>
          <a:noFill/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DA810E7-09C6-4D0E-9D91-0C024C6951B2}"/>
              </a:ext>
            </a:extLst>
          </p:cNvPr>
          <p:cNvSpPr txBox="1"/>
          <p:nvPr/>
        </p:nvSpPr>
        <p:spPr>
          <a:xfrm>
            <a:off x="3434001" y="5746780"/>
            <a:ext cx="1233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Nama class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E49C96-7ED8-42D8-8E82-40C967B4A8F7}"/>
              </a:ext>
            </a:extLst>
          </p:cNvPr>
          <p:cNvSpPr txBox="1"/>
          <p:nvPr/>
        </p:nvSpPr>
        <p:spPr>
          <a:xfrm>
            <a:off x="5785618" y="5742293"/>
            <a:ext cx="1309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Nama </a:t>
            </a:r>
            <a:r>
              <a:rPr lang="en-US" dirty="0" err="1"/>
              <a:t>objek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EC0CC2B-8E63-4F46-9342-51EE3C127256}"/>
              </a:ext>
            </a:extLst>
          </p:cNvPr>
          <p:cNvCxnSpPr>
            <a:cxnSpLocks/>
            <a:stCxn id="24" idx="1"/>
            <a:endCxn id="28" idx="0"/>
          </p:cNvCxnSpPr>
          <p:nvPr/>
        </p:nvCxnSpPr>
        <p:spPr>
          <a:xfrm>
            <a:off x="5523998" y="5331430"/>
            <a:ext cx="916607" cy="41086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87CAD7B-8BA1-45ED-8F0A-0FDDAE2C0947}"/>
              </a:ext>
            </a:extLst>
          </p:cNvPr>
          <p:cNvCxnSpPr>
            <a:cxnSpLocks/>
            <a:stCxn id="26" idx="1"/>
            <a:endCxn id="27" idx="0"/>
          </p:cNvCxnSpPr>
          <p:nvPr/>
        </p:nvCxnSpPr>
        <p:spPr>
          <a:xfrm flipH="1">
            <a:off x="4050516" y="5331430"/>
            <a:ext cx="151502" cy="415350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C6CFA064-7947-4AB5-AE82-7029F140A8D0}"/>
              </a:ext>
            </a:extLst>
          </p:cNvPr>
          <p:cNvSpPr/>
          <p:nvPr/>
        </p:nvSpPr>
        <p:spPr>
          <a:xfrm>
            <a:off x="2311013" y="4475536"/>
            <a:ext cx="82591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</a:t>
            </a:r>
            <a:r>
              <a:rPr lang="en-US" dirty="0" err="1"/>
              <a:t>ArrayList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class </a:t>
            </a:r>
          </a:p>
        </p:txBody>
      </p:sp>
    </p:spTree>
    <p:extLst>
      <p:ext uri="{BB962C8B-B14F-4D97-AF65-F5344CB8AC3E}">
        <p14:creationId xmlns:p14="http://schemas.microsoft.com/office/powerpoint/2010/main" val="166115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6" name="click.wav"/>
          </p:stSnd>
        </p:sndAc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3D08EB-6302-4C84-8C59-BDB532B34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315" y="1416920"/>
            <a:ext cx="5117582" cy="415715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5D77B-4157-46C0-888C-097EB2D680E9}"/>
              </a:ext>
            </a:extLst>
          </p:cNvPr>
          <p:cNvSpPr txBox="1"/>
          <p:nvPr/>
        </p:nvSpPr>
        <p:spPr>
          <a:xfrm>
            <a:off x="7220982" y="2139034"/>
            <a:ext cx="3223703" cy="440769"/>
          </a:xfrm>
          <a:prstGeom prst="snip2Diag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adanya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kolom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1B98D-D8E2-4FA9-B952-EDEC7AD525D6}"/>
              </a:ext>
            </a:extLst>
          </p:cNvPr>
          <p:cNvSpPr txBox="1"/>
          <p:nvPr/>
        </p:nvSpPr>
        <p:spPr>
          <a:xfrm>
            <a:off x="7223675" y="3495499"/>
            <a:ext cx="811928" cy="387191"/>
          </a:xfrm>
          <a:prstGeom prst="round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3 item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C54D3-9936-41C1-BE5E-678854481BC9}"/>
              </a:ext>
            </a:extLst>
          </p:cNvPr>
          <p:cNvSpPr txBox="1"/>
          <p:nvPr/>
        </p:nvSpPr>
        <p:spPr>
          <a:xfrm>
            <a:off x="7223675" y="3882690"/>
            <a:ext cx="3221010" cy="369332"/>
          </a:xfrm>
          <a:prstGeom prst="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Setiap</a:t>
            </a:r>
            <a:r>
              <a:rPr lang="en-US" dirty="0"/>
              <a:t> item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 </a:t>
            </a:r>
            <a:r>
              <a:rPr lang="en-US" dirty="0" err="1"/>
              <a:t>elemen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44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065485852"/>
              </p:ext>
            </p:extLst>
          </p:nvPr>
        </p:nvGraphicFramePr>
        <p:xfrm>
          <a:off x="7086716" y="1547097"/>
          <a:ext cx="4502773" cy="3943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798289A-7444-4916-862E-FB25DBFED07E}"/>
              </a:ext>
            </a:extLst>
          </p:cNvPr>
          <p:cNvSpPr txBox="1"/>
          <p:nvPr/>
        </p:nvSpPr>
        <p:spPr>
          <a:xfrm>
            <a:off x="720088" y="1817370"/>
            <a:ext cx="2512643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Ilusttasi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2CB2A0C-C272-4016-A95F-A5F1F87B63F3}"/>
              </a:ext>
            </a:extLst>
          </p:cNvPr>
          <p:cNvGraphicFramePr>
            <a:graphicFrameLocks noGrp="1"/>
          </p:cNvGraphicFramePr>
          <p:nvPr/>
        </p:nvGraphicFramePr>
        <p:xfrm>
          <a:off x="720088" y="2591660"/>
          <a:ext cx="67246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927">
                  <a:extLst>
                    <a:ext uri="{9D8B030D-6E8A-4147-A177-3AD203B41FA5}">
                      <a16:colId xmlns:a16="http://schemas.microsoft.com/office/drawing/2014/main" val="3222239391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3448833603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3697516325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1124613546"/>
                    </a:ext>
                  </a:extLst>
                </a:gridCol>
                <a:gridCol w="1344927">
                  <a:extLst>
                    <a:ext uri="{9D8B030D-6E8A-4147-A177-3AD203B41FA5}">
                      <a16:colId xmlns:a16="http://schemas.microsoft.com/office/drawing/2014/main" val="4064797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ke-04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650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ke-14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70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ke-24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64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ke-34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64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ke-40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ke-41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ke-42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ke-43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Elemen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ke-44</a:t>
                      </a:r>
                      <a:endParaRPr lang="en-US" sz="1400" dirty="0"/>
                    </a:p>
                  </a:txBody>
                  <a:tcPr>
                    <a:solidFill>
                      <a:srgbClr val="BAED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9428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4013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C4F4284-D8ED-4C6C-9886-FD57B13ED9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819221"/>
              </p:ext>
            </p:extLst>
          </p:nvPr>
        </p:nvGraphicFramePr>
        <p:xfrm>
          <a:off x="583104" y="2045644"/>
          <a:ext cx="4412512" cy="3160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245938C-D5E2-4E1D-AC78-DBEF87B0A3BE}"/>
              </a:ext>
            </a:extLst>
          </p:cNvPr>
          <p:cNvSpPr txBox="1"/>
          <p:nvPr/>
        </p:nvSpPr>
        <p:spPr>
          <a:xfrm>
            <a:off x="1554303" y="1360170"/>
            <a:ext cx="3166725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Pengalamatan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E0F3A92-AFF8-48D7-8B2D-920C7AE31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796986"/>
                  </p:ext>
                </p:extLst>
              </p:nvPr>
            </p:nvGraphicFramePr>
            <p:xfrm>
              <a:off x="6216167" y="1850946"/>
              <a:ext cx="496422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6422">
                      <a:extLst>
                        <a:ext uri="{9D8B030D-6E8A-4147-A177-3AD203B41FA5}">
                          <a16:colId xmlns:a16="http://schemas.microsoft.com/office/drawing/2014/main" val="379437306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90941688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7753397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9381795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3958590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12115149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788050874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140534164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45478224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8188488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𝟎𝟒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039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008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191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lang="en-US" sz="16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𝒆</m:t>
                                    </m:r>
                                  </m:e>
                                  <m:sub>
                                    <m:r>
                                      <a:rPr kumimoji="0" lang="en-US" sz="1600" b="1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6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rgbClr val="28AFB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1113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BE0F3A92-AFF8-48D7-8B2D-920C7AE31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3796986"/>
                  </p:ext>
                </p:extLst>
              </p:nvPr>
            </p:nvGraphicFramePr>
            <p:xfrm>
              <a:off x="6216167" y="1850946"/>
              <a:ext cx="496422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6422">
                      <a:extLst>
                        <a:ext uri="{9D8B030D-6E8A-4147-A177-3AD203B41FA5}">
                          <a16:colId xmlns:a16="http://schemas.microsoft.com/office/drawing/2014/main" val="379437306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90941688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77533972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9381795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539585908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12115149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3788050874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1405341641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454782247"/>
                        </a:ext>
                      </a:extLst>
                    </a:gridCol>
                    <a:gridCol w="496422">
                      <a:extLst>
                        <a:ext uri="{9D8B030D-6E8A-4147-A177-3AD203B41FA5}">
                          <a16:colId xmlns:a16="http://schemas.microsoft.com/office/drawing/2014/main" val="28188488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1639" r="-90000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1639" r="-811111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639" r="-701220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1639" r="-60987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1639" r="-50243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1639" r="-40243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1639" r="-307407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1639" r="-203659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1639" r="-106173" b="-3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1639" r="-4878" b="-3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510396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101639" r="-90000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101639" r="-811111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101639" r="-701220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101639" r="-609877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101639" r="-5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101639" r="-4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101639" r="-307407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101639" r="-20365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101639" r="-106173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101639" r="-487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0085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201639" r="-90000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201639" r="-811111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201639" r="-701220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201639" r="-60987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201639" r="-50243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201639" r="-40243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201639" r="-307407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201639" r="-20365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201639" r="-106173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201639" r="-4878" b="-1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91914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220" t="-301639" r="-90000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102469" t="-301639" r="-811111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0000" t="-301639" r="-701220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03704" t="-301639" r="-60987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8780" t="-301639" r="-50243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498780" t="-301639" r="-40243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06173" t="-301639" r="-307407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97561" t="-301639" r="-20365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07407" t="-301639" r="-106173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896341" t="-301639" r="-4878" b="-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1113557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96BE46-2690-4F65-97AF-E913D7414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725567"/>
              </p:ext>
            </p:extLst>
          </p:nvPr>
        </p:nvGraphicFramePr>
        <p:xfrm>
          <a:off x="6216167" y="3904060"/>
          <a:ext cx="49642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422">
                  <a:extLst>
                    <a:ext uri="{9D8B030D-6E8A-4147-A177-3AD203B41FA5}">
                      <a16:colId xmlns:a16="http://schemas.microsoft.com/office/drawing/2014/main" val="871091177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4015850122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890043271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1137235333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2336966871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349295376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012375436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3995084044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768694874"/>
                    </a:ext>
                  </a:extLst>
                </a:gridCol>
                <a:gridCol w="496422">
                  <a:extLst>
                    <a:ext uri="{9D8B030D-6E8A-4147-A177-3AD203B41FA5}">
                      <a16:colId xmlns:a16="http://schemas.microsoft.com/office/drawing/2014/main" val="2436435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43FE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401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10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44FE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10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3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5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45FE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2261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46F2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46F4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8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46FA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7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46FC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6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46FE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9</a:t>
                      </a:r>
                    </a:p>
                  </a:txBody>
                  <a:tcPr>
                    <a:solidFill>
                      <a:srgbClr val="28AF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061120"/>
                  </a:ext>
                </a:extLst>
              </a:tr>
            </a:tbl>
          </a:graphicData>
        </a:graphic>
      </p:graphicFrame>
      <p:sp>
        <p:nvSpPr>
          <p:cNvPr id="13" name="Right Brace 12">
            <a:extLst>
              <a:ext uri="{FF2B5EF4-FFF2-40B4-BE49-F238E27FC236}">
                <a16:creationId xmlns:a16="http://schemas.microsoft.com/office/drawing/2014/main" id="{E44867CD-48B0-4FF9-AC32-F3B5C2B4C5EA}"/>
              </a:ext>
            </a:extLst>
          </p:cNvPr>
          <p:cNvSpPr/>
          <p:nvPr/>
        </p:nvSpPr>
        <p:spPr>
          <a:xfrm flipH="1">
            <a:off x="5660737" y="1762599"/>
            <a:ext cx="315097" cy="16754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621827F1-CE1C-4D44-94D7-A180574E1FCA}"/>
              </a:ext>
            </a:extLst>
          </p:cNvPr>
          <p:cNvSpPr/>
          <p:nvPr/>
        </p:nvSpPr>
        <p:spPr>
          <a:xfrm flipH="1">
            <a:off x="5660736" y="3808027"/>
            <a:ext cx="315097" cy="167542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C956EA39-BA09-47C0-B75D-99D927F7B467}"/>
              </a:ext>
            </a:extLst>
          </p:cNvPr>
          <p:cNvSpPr/>
          <p:nvPr/>
        </p:nvSpPr>
        <p:spPr>
          <a:xfrm rot="5400000" flipH="1">
            <a:off x="8540729" y="-860359"/>
            <a:ext cx="315097" cy="51075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C99EB98F-780B-4FA2-8BA5-9727DA27E6C0}"/>
              </a:ext>
            </a:extLst>
          </p:cNvPr>
          <p:cNvSpPr/>
          <p:nvPr/>
        </p:nvSpPr>
        <p:spPr>
          <a:xfrm rot="16200000" flipH="1">
            <a:off x="8505949" y="2970830"/>
            <a:ext cx="315097" cy="510751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6ED74-3A8B-496D-93D7-CA303815F24A}"/>
              </a:ext>
            </a:extLst>
          </p:cNvPr>
          <p:cNvSpPr txBox="1"/>
          <p:nvPr/>
        </p:nvSpPr>
        <p:spPr>
          <a:xfrm>
            <a:off x="4995616" y="2415646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Baris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38D7E-DB99-43E2-A968-5A16EC8BA3AE}"/>
              </a:ext>
            </a:extLst>
          </p:cNvPr>
          <p:cNvSpPr txBox="1"/>
          <p:nvPr/>
        </p:nvSpPr>
        <p:spPr>
          <a:xfrm>
            <a:off x="8272685" y="1195380"/>
            <a:ext cx="78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Kolom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0BF3CE-FC3A-4D56-95BB-F8493F7E0BF5}"/>
              </a:ext>
            </a:extLst>
          </p:cNvPr>
          <p:cNvSpPr txBox="1"/>
          <p:nvPr/>
        </p:nvSpPr>
        <p:spPr>
          <a:xfrm>
            <a:off x="5017611" y="4411797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Baris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31F75F-57C5-4C25-B361-490DE8B8D0BA}"/>
              </a:ext>
            </a:extLst>
          </p:cNvPr>
          <p:cNvSpPr txBox="1"/>
          <p:nvPr/>
        </p:nvSpPr>
        <p:spPr>
          <a:xfrm>
            <a:off x="8307465" y="5755204"/>
            <a:ext cx="781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Kolom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796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2539" dirty="0">
                <a:latin typeface="MV Boli" panose="02000500030200090000" pitchFamily="2" charset="0"/>
                <a:cs typeface="MV Boli" panose="02000500030200090000" pitchFamily="2" charset="0"/>
              </a:rPr>
              <a:t>Two-dimensional Array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31516" y="3366961"/>
            <a:ext cx="5368777" cy="1323439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arrayDuaDimensi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public static void main (String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 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{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[][] A = new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[4][5];    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4655" t="51889" r="33615" b="27568"/>
          <a:stretch/>
        </p:blipFill>
        <p:spPr>
          <a:xfrm>
            <a:off x="1569077" y="3366961"/>
            <a:ext cx="2862037" cy="2040961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2775350985"/>
              </p:ext>
            </p:extLst>
          </p:nvPr>
        </p:nvGraphicFramePr>
        <p:xfrm>
          <a:off x="279373" y="2247124"/>
          <a:ext cx="10704286" cy="6058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33" name="Straight Arrow Connector 32"/>
          <p:cNvCxnSpPr/>
          <p:nvPr/>
        </p:nvCxnSpPr>
        <p:spPr>
          <a:xfrm flipH="1">
            <a:off x="1843315" y="2699657"/>
            <a:ext cx="551542" cy="8221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2434452" y="2698449"/>
            <a:ext cx="706656" cy="8983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3044372" y="2698449"/>
            <a:ext cx="932542" cy="8983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H="1">
            <a:off x="3586195" y="2698449"/>
            <a:ext cx="1119157" cy="90074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4115383" y="2698449"/>
            <a:ext cx="1516133" cy="898321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/>
          <p:cNvGrpSpPr/>
          <p:nvPr/>
        </p:nvGrpSpPr>
        <p:grpSpPr>
          <a:xfrm>
            <a:off x="6091608" y="4979641"/>
            <a:ext cx="967990" cy="1528232"/>
            <a:chOff x="992" y="0"/>
            <a:chExt cx="967990" cy="1528232"/>
          </a:xfrm>
          <a:effectLst/>
        </p:grpSpPr>
        <p:sp>
          <p:nvSpPr>
            <p:cNvPr id="50" name="Rounded Rectangle 49"/>
            <p:cNvSpPr/>
            <p:nvPr/>
          </p:nvSpPr>
          <p:spPr>
            <a:xfrm>
              <a:off x="992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1" name="Rounded Rectangle 4"/>
            <p:cNvSpPr/>
            <p:nvPr/>
          </p:nvSpPr>
          <p:spPr>
            <a:xfrm>
              <a:off x="29343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Tipe</a:t>
              </a:r>
              <a:r>
                <a:rPr lang="en-US" sz="1600" kern="1200" dirty="0"/>
                <a:t> data integer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7333790" y="5018878"/>
            <a:ext cx="967990" cy="1528232"/>
            <a:chOff x="1131605" y="0"/>
            <a:chExt cx="967990" cy="1528232"/>
          </a:xfrm>
          <a:effectLst/>
        </p:grpSpPr>
        <p:sp>
          <p:nvSpPr>
            <p:cNvPr id="53" name="Rounded Rectangle 52"/>
            <p:cNvSpPr/>
            <p:nvPr/>
          </p:nvSpPr>
          <p:spPr>
            <a:xfrm>
              <a:off x="1131605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4" name="Rounded Rectangle 4"/>
            <p:cNvSpPr/>
            <p:nvPr/>
          </p:nvSpPr>
          <p:spPr>
            <a:xfrm>
              <a:off x="1159956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Penanda</a:t>
              </a:r>
              <a:r>
                <a:rPr lang="en-US" sz="1600" kern="1200" dirty="0"/>
                <a:t> array </a:t>
              </a:r>
              <a:r>
                <a:rPr lang="en-US" sz="1600" kern="1200" dirty="0" err="1"/>
                <a:t>dua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dimensi</a:t>
              </a:r>
              <a:endParaRPr lang="en-US" sz="1600" kern="120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8599334" y="4951290"/>
            <a:ext cx="967990" cy="1528232"/>
            <a:chOff x="2262217" y="0"/>
            <a:chExt cx="967990" cy="1528232"/>
          </a:xfrm>
          <a:effectLst/>
        </p:grpSpPr>
        <p:sp>
          <p:nvSpPr>
            <p:cNvPr id="56" name="Rounded Rectangle 55"/>
            <p:cNvSpPr/>
            <p:nvPr/>
          </p:nvSpPr>
          <p:spPr>
            <a:xfrm>
              <a:off x="2262217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7" name="Rounded Rectangle 4"/>
            <p:cNvSpPr/>
            <p:nvPr/>
          </p:nvSpPr>
          <p:spPr>
            <a:xfrm>
              <a:off x="2290568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/>
                <a:t>Nama </a:t>
              </a:r>
              <a:r>
                <a:rPr lang="en-US" sz="1600" kern="1200" dirty="0" err="1"/>
                <a:t>variabel</a:t>
              </a:r>
              <a:r>
                <a:rPr lang="en-US" sz="1600" kern="1200" dirty="0"/>
                <a:t> array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9896879" y="5060647"/>
            <a:ext cx="967990" cy="1528232"/>
            <a:chOff x="3392830" y="0"/>
            <a:chExt cx="967990" cy="1528232"/>
          </a:xfrm>
          <a:effectLst/>
        </p:grpSpPr>
        <p:sp>
          <p:nvSpPr>
            <p:cNvPr id="59" name="Rounded Rectangle 58"/>
            <p:cNvSpPr/>
            <p:nvPr/>
          </p:nvSpPr>
          <p:spPr>
            <a:xfrm>
              <a:off x="3392830" y="0"/>
              <a:ext cx="967990" cy="1528232"/>
            </a:xfrm>
            <a:prstGeom prst="roundRect">
              <a:avLst>
                <a:gd name="adj" fmla="val 10000"/>
              </a:avLst>
            </a:prstGeom>
            <a:ln>
              <a:solidFill>
                <a:srgbClr val="28AFB6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0" name="Rounded Rectangle 4"/>
            <p:cNvSpPr/>
            <p:nvPr/>
          </p:nvSpPr>
          <p:spPr>
            <a:xfrm>
              <a:off x="3421181" y="28351"/>
              <a:ext cx="911288" cy="1471530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Jumlah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elemen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dalam</a:t>
              </a:r>
              <a:r>
                <a:rPr lang="en-US" sz="1600" kern="1200" dirty="0"/>
                <a:t> array </a:t>
              </a:r>
              <a:r>
                <a:rPr lang="en-US" sz="1600" kern="1200" dirty="0" err="1"/>
                <a:t>ada</a:t>
              </a:r>
              <a:r>
                <a:rPr lang="en-US" sz="1600" kern="1200" dirty="0"/>
                <a:t> 4x5 = 20 </a:t>
              </a:r>
            </a:p>
          </p:txBody>
        </p:sp>
      </p:grpSp>
      <p:cxnSp>
        <p:nvCxnSpPr>
          <p:cNvPr id="61" name="Straight Arrow Connector 60"/>
          <p:cNvCxnSpPr>
            <a:cxnSpLocks/>
            <a:stCxn id="51" idx="0"/>
          </p:cNvCxnSpPr>
          <p:nvPr/>
        </p:nvCxnSpPr>
        <p:spPr>
          <a:xfrm flipH="1" flipV="1">
            <a:off x="6398189" y="4151088"/>
            <a:ext cx="177414" cy="85690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cxnSpLocks/>
            <a:stCxn id="57" idx="0"/>
          </p:cNvCxnSpPr>
          <p:nvPr/>
        </p:nvCxnSpPr>
        <p:spPr>
          <a:xfrm flipH="1" flipV="1">
            <a:off x="7243855" y="4095095"/>
            <a:ext cx="1839474" cy="884546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>
            <a:cxnSpLocks/>
            <a:stCxn id="59" idx="0"/>
          </p:cNvCxnSpPr>
          <p:nvPr/>
        </p:nvCxnSpPr>
        <p:spPr>
          <a:xfrm flipH="1" flipV="1">
            <a:off x="8700290" y="4095093"/>
            <a:ext cx="1680584" cy="96555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  <a:stCxn id="53" idx="0"/>
          </p:cNvCxnSpPr>
          <p:nvPr/>
        </p:nvCxnSpPr>
        <p:spPr>
          <a:xfrm flipH="1" flipV="1">
            <a:off x="6753019" y="4142264"/>
            <a:ext cx="1064766" cy="87661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  <a:stCxn id="53" idx="0"/>
          </p:cNvCxnSpPr>
          <p:nvPr/>
        </p:nvCxnSpPr>
        <p:spPr>
          <a:xfrm flipH="1" flipV="1">
            <a:off x="6902205" y="4095094"/>
            <a:ext cx="915580" cy="92378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cxnSpLocks/>
            <a:stCxn id="59" idx="0"/>
          </p:cNvCxnSpPr>
          <p:nvPr/>
        </p:nvCxnSpPr>
        <p:spPr>
          <a:xfrm flipH="1" flipV="1">
            <a:off x="9163276" y="4095093"/>
            <a:ext cx="1217598" cy="965554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/>
          <p:cNvGrpSpPr/>
          <p:nvPr/>
        </p:nvGrpSpPr>
        <p:grpSpPr>
          <a:xfrm>
            <a:off x="1089690" y="5808986"/>
            <a:ext cx="3290188" cy="455715"/>
            <a:chOff x="0" y="318234"/>
            <a:chExt cx="10704286" cy="455715"/>
          </a:xfrm>
          <a:effectLst/>
        </p:grpSpPr>
        <p:sp>
          <p:nvSpPr>
            <p:cNvPr id="68" name="Rounded Rectangle 67"/>
            <p:cNvSpPr/>
            <p:nvPr/>
          </p:nvSpPr>
          <p:spPr>
            <a:xfrm>
              <a:off x="0" y="318234"/>
              <a:ext cx="10704286" cy="455715"/>
            </a:xfrm>
            <a:prstGeom prst="roundRect">
              <a:avLst/>
            </a:prstGeom>
            <a:ln>
              <a:solidFill>
                <a:srgbClr val="28AFB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9" name="Rounded Rectangle 4"/>
            <p:cNvSpPr/>
            <p:nvPr/>
          </p:nvSpPr>
          <p:spPr>
            <a:xfrm>
              <a:off x="22246" y="340480"/>
              <a:ext cx="10659794" cy="411223"/>
            </a:xfrm>
            <a:prstGeom prst="rect">
              <a:avLst/>
            </a:prstGeom>
            <a:ln>
              <a:solidFill>
                <a:srgbClr val="28AFB6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kern="1200" dirty="0" err="1"/>
                <a:t>Ilustrasi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elemen</a:t>
              </a:r>
              <a:r>
                <a:rPr lang="en-US" sz="1600" kern="1200" dirty="0"/>
                <a:t> yang </a:t>
              </a:r>
              <a:r>
                <a:rPr lang="en-US" sz="1600" kern="1200" dirty="0" err="1"/>
                <a:t>telah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terisi</a:t>
              </a:r>
              <a:r>
                <a:rPr lang="en-US" sz="1600" kern="1200" dirty="0"/>
                <a:t> </a:t>
              </a:r>
              <a:r>
                <a:rPr lang="en-US" sz="1600" kern="1200" dirty="0" err="1"/>
                <a:t>nilai</a:t>
              </a:r>
              <a:endParaRPr lang="en-US" sz="1600" kern="1200" dirty="0"/>
            </a:p>
          </p:txBody>
        </p:sp>
      </p:grpSp>
      <p:cxnSp>
        <p:nvCxnSpPr>
          <p:cNvPr id="71" name="Straight Arrow Connector 70"/>
          <p:cNvCxnSpPr>
            <a:cxnSpLocks/>
            <a:stCxn id="69" idx="0"/>
          </p:cNvCxnSpPr>
          <p:nvPr/>
        </p:nvCxnSpPr>
        <p:spPr>
          <a:xfrm flipV="1">
            <a:off x="2734784" y="5390944"/>
            <a:ext cx="627928" cy="440288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AE51E9F-6B81-4672-9E5C-949CF24BC952}"/>
              </a:ext>
            </a:extLst>
          </p:cNvPr>
          <p:cNvSpPr txBox="1"/>
          <p:nvPr/>
        </p:nvSpPr>
        <p:spPr>
          <a:xfrm>
            <a:off x="2219706" y="1389683"/>
            <a:ext cx="2652866" cy="490776"/>
          </a:xfrm>
          <a:prstGeom prst="frame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Deklarasi</a:t>
            </a:r>
            <a:r>
              <a:rPr lang="en-US" dirty="0"/>
              <a:t> array 2 </a:t>
            </a:r>
            <a:r>
              <a:rPr lang="en-US" dirty="0" err="1"/>
              <a:t>dimensi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43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  <p:sndAc>
          <p:stSnd>
            <p:snd r:embed="rId2" name="click.wav"/>
          </p:stSnd>
        </p:sndAc>
      </p:transition>
    </mc:Choice>
    <mc:Fallback xmlns="">
      <p:transition spd="slow">
        <p:fade/>
        <p:sndAc>
          <p:stSnd>
            <p:snd r:embed="rId9" name="click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Graphic spid="7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Linked List</a:t>
            </a:r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3B2CF9B-C7E0-4505-9294-E8DA0320B3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3604024"/>
              </p:ext>
            </p:extLst>
          </p:nvPr>
        </p:nvGraphicFramePr>
        <p:xfrm>
          <a:off x="1542230" y="1480458"/>
          <a:ext cx="9554936" cy="41392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1274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Linked List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80658-E102-4140-BCB7-761E90E22CFC}"/>
              </a:ext>
            </a:extLst>
          </p:cNvPr>
          <p:cNvSpPr txBox="1"/>
          <p:nvPr/>
        </p:nvSpPr>
        <p:spPr>
          <a:xfrm>
            <a:off x="6161145" y="3622182"/>
            <a:ext cx="2827620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Singly Linked List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BB81B73-C77E-46BE-8E1D-8E72441EF1E6}"/>
              </a:ext>
            </a:extLst>
          </p:cNvPr>
          <p:cNvGrpSpPr/>
          <p:nvPr/>
        </p:nvGrpSpPr>
        <p:grpSpPr>
          <a:xfrm>
            <a:off x="418318" y="2549688"/>
            <a:ext cx="5094326" cy="760790"/>
            <a:chOff x="637850" y="1937874"/>
            <a:chExt cx="5094326" cy="76079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038BD12-02F8-4EDD-8EA4-3D7C1C5A4262}"/>
                </a:ext>
              </a:extLst>
            </p:cNvPr>
            <p:cNvPicPr/>
            <p:nvPr/>
          </p:nvPicPr>
          <p:blipFill rotWithShape="1">
            <a:blip r:embed="rId3"/>
            <a:srcRect l="31692" t="38875" r="25258" b="49162"/>
            <a:stretch/>
          </p:blipFill>
          <p:spPr bwMode="auto">
            <a:xfrm>
              <a:off x="637850" y="1937874"/>
              <a:ext cx="5094326" cy="76079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4902930-2606-4F20-B088-68E76FB0D99C}"/>
                </a:ext>
              </a:extLst>
            </p:cNvPr>
            <p:cNvGrpSpPr/>
            <p:nvPr/>
          </p:nvGrpSpPr>
          <p:grpSpPr>
            <a:xfrm>
              <a:off x="2361536" y="2000515"/>
              <a:ext cx="1095375" cy="469901"/>
              <a:chOff x="7369175" y="1993899"/>
              <a:chExt cx="1108075" cy="47307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F5D9D05-59F7-4B1C-8BEF-D8010BEFDAA3}"/>
                  </a:ext>
                </a:extLst>
              </p:cNvPr>
              <p:cNvSpPr/>
              <p:nvPr/>
            </p:nvSpPr>
            <p:spPr>
              <a:xfrm>
                <a:off x="7369175" y="1993899"/>
                <a:ext cx="1108075" cy="466726"/>
              </a:xfrm>
              <a:prstGeom prst="rect">
                <a:avLst/>
              </a:prstGeom>
              <a:solidFill>
                <a:srgbClr val="BAED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399A270-999A-4A61-8AD0-BAE8509D0C94}"/>
                  </a:ext>
                </a:extLst>
              </p:cNvPr>
              <p:cNvCxnSpPr>
                <a:cxnSpLocks/>
                <a:stCxn id="14" idx="0"/>
              </p:cNvCxnSpPr>
              <p:nvPr/>
            </p:nvCxnSpPr>
            <p:spPr>
              <a:xfrm>
                <a:off x="7923213" y="1993899"/>
                <a:ext cx="1587" cy="47307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516AB84-E50E-4519-948D-035152DA16A1}"/>
                </a:ext>
              </a:extLst>
            </p:cNvPr>
            <p:cNvSpPr txBox="1"/>
            <p:nvPr/>
          </p:nvSpPr>
          <p:spPr>
            <a:xfrm>
              <a:off x="2381806" y="2072873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a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0447AFD-7879-4519-861F-84C6D66F2678}"/>
                </a:ext>
              </a:extLst>
            </p:cNvPr>
            <p:cNvSpPr/>
            <p:nvPr/>
          </p:nvSpPr>
          <p:spPr>
            <a:xfrm>
              <a:off x="3143691" y="2187249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B4759AC-9A81-4343-8779-0FFE23CFF6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47601" y="2225435"/>
              <a:ext cx="672066" cy="34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10D748E-EDD8-4A26-A436-6ACD441FF27E}"/>
              </a:ext>
            </a:extLst>
          </p:cNvPr>
          <p:cNvSpPr txBox="1"/>
          <p:nvPr/>
        </p:nvSpPr>
        <p:spPr>
          <a:xfrm>
            <a:off x="1310575" y="3481545"/>
            <a:ext cx="1547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Nama </a:t>
            </a:r>
            <a:r>
              <a:rPr lang="en-US" dirty="0" err="1"/>
              <a:t>elemen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CE4E75-8C3B-4028-9ECD-433B24EE5984}"/>
              </a:ext>
            </a:extLst>
          </p:cNvPr>
          <p:cNvSpPr txBox="1"/>
          <p:nvPr/>
        </p:nvSpPr>
        <p:spPr>
          <a:xfrm>
            <a:off x="1813339" y="3895727"/>
            <a:ext cx="273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penunjuk</a:t>
            </a:r>
            <a:r>
              <a:rPr lang="en-US" dirty="0"/>
              <a:t> </a:t>
            </a:r>
            <a:r>
              <a:rPr lang="en-US" dirty="0" err="1"/>
              <a:t>arah</a:t>
            </a:r>
            <a:endParaRPr lang="en-US" dirty="0"/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1A7EAE3C-7C21-4B44-92A8-214118237733}"/>
              </a:ext>
            </a:extLst>
          </p:cNvPr>
          <p:cNvSpPr/>
          <p:nvPr/>
        </p:nvSpPr>
        <p:spPr>
          <a:xfrm>
            <a:off x="2182005" y="2635218"/>
            <a:ext cx="48775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21">
            <a:extLst>
              <a:ext uri="{FF2B5EF4-FFF2-40B4-BE49-F238E27FC236}">
                <a16:creationId xmlns:a16="http://schemas.microsoft.com/office/drawing/2014/main" id="{85492CCD-C191-4ABB-BE8E-904964696D05}"/>
              </a:ext>
            </a:extLst>
          </p:cNvPr>
          <p:cNvSpPr/>
          <p:nvPr/>
        </p:nvSpPr>
        <p:spPr>
          <a:xfrm>
            <a:off x="2728718" y="2642408"/>
            <a:ext cx="1056348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CDF29C-CFF8-43BC-ABAF-1277ED31003C}"/>
              </a:ext>
            </a:extLst>
          </p:cNvPr>
          <p:cNvSpPr/>
          <p:nvPr/>
        </p:nvSpPr>
        <p:spPr>
          <a:xfrm>
            <a:off x="2078095" y="3126413"/>
            <a:ext cx="1138377" cy="155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F61C48E6-CBFD-406D-AF10-3F9C99259E77}"/>
              </a:ext>
            </a:extLst>
          </p:cNvPr>
          <p:cNvSpPr/>
          <p:nvPr/>
        </p:nvSpPr>
        <p:spPr>
          <a:xfrm>
            <a:off x="2078095" y="2528422"/>
            <a:ext cx="1260809" cy="618773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735EE4-CAE9-43FF-8E33-F59778A7C389}"/>
              </a:ext>
            </a:extLst>
          </p:cNvPr>
          <p:cNvSpPr txBox="1"/>
          <p:nvPr/>
        </p:nvSpPr>
        <p:spPr>
          <a:xfrm>
            <a:off x="521595" y="3128886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619DF7C-0ED2-4EFA-AC46-9B02E86DD104}"/>
              </a:ext>
            </a:extLst>
          </p:cNvPr>
          <p:cNvCxnSpPr>
            <a:stCxn id="18" idx="2"/>
          </p:cNvCxnSpPr>
          <p:nvPr/>
        </p:nvCxnSpPr>
        <p:spPr>
          <a:xfrm>
            <a:off x="2425882" y="3039280"/>
            <a:ext cx="0" cy="574324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854613-03C4-485E-8188-2145ADCA2C2D}"/>
              </a:ext>
            </a:extLst>
          </p:cNvPr>
          <p:cNvCxnSpPr>
            <a:cxnSpLocks/>
          </p:cNvCxnSpPr>
          <p:nvPr/>
        </p:nvCxnSpPr>
        <p:spPr>
          <a:xfrm>
            <a:off x="2978830" y="2936713"/>
            <a:ext cx="0" cy="1005840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41">
            <a:extLst>
              <a:ext uri="{FF2B5EF4-FFF2-40B4-BE49-F238E27FC236}">
                <a16:creationId xmlns:a16="http://schemas.microsoft.com/office/drawing/2014/main" id="{8B5E034D-5A19-4599-A498-E2D6AB6557A2}"/>
              </a:ext>
            </a:extLst>
          </p:cNvPr>
          <p:cNvSpPr/>
          <p:nvPr/>
        </p:nvSpPr>
        <p:spPr>
          <a:xfrm>
            <a:off x="6260407" y="5076488"/>
            <a:ext cx="1086091" cy="533026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42">
            <a:extLst>
              <a:ext uri="{FF2B5EF4-FFF2-40B4-BE49-F238E27FC236}">
                <a16:creationId xmlns:a16="http://schemas.microsoft.com/office/drawing/2014/main" id="{A1CCBB19-7C7A-4654-AE16-A6D6D0BE1041}"/>
              </a:ext>
            </a:extLst>
          </p:cNvPr>
          <p:cNvSpPr/>
          <p:nvPr/>
        </p:nvSpPr>
        <p:spPr>
          <a:xfrm>
            <a:off x="10299914" y="5070519"/>
            <a:ext cx="1086091" cy="533026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69F9897-7944-4A78-B1DB-FA83A3C4576A}"/>
              </a:ext>
            </a:extLst>
          </p:cNvPr>
          <p:cNvCxnSpPr>
            <a:endCxn id="74" idx="2"/>
          </p:cNvCxnSpPr>
          <p:nvPr/>
        </p:nvCxnSpPr>
        <p:spPr>
          <a:xfrm flipH="1" flipV="1">
            <a:off x="10842959" y="4681125"/>
            <a:ext cx="2" cy="375907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D6E6592-8D29-4733-AC45-00EC39CF4007}"/>
              </a:ext>
            </a:extLst>
          </p:cNvPr>
          <p:cNvSpPr txBox="1"/>
          <p:nvPr/>
        </p:nvSpPr>
        <p:spPr>
          <a:xfrm>
            <a:off x="6501839" y="430759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Head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3E2D1F-0927-4A04-B885-EA8993018973}"/>
              </a:ext>
            </a:extLst>
          </p:cNvPr>
          <p:cNvSpPr txBox="1"/>
          <p:nvPr/>
        </p:nvSpPr>
        <p:spPr>
          <a:xfrm>
            <a:off x="10595327" y="4311793"/>
            <a:ext cx="495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Tail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1FF660E-0C77-49E1-B133-D69E67118530}"/>
              </a:ext>
            </a:extLst>
          </p:cNvPr>
          <p:cNvCxnSpPr/>
          <p:nvPr/>
        </p:nvCxnSpPr>
        <p:spPr>
          <a:xfrm flipH="1" flipV="1">
            <a:off x="6803941" y="4696985"/>
            <a:ext cx="2" cy="375907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0731404-F4C3-4568-B6A2-AE7AB76B2584}"/>
              </a:ext>
            </a:extLst>
          </p:cNvPr>
          <p:cNvGrpSpPr/>
          <p:nvPr/>
        </p:nvGrpSpPr>
        <p:grpSpPr>
          <a:xfrm>
            <a:off x="6278548" y="5149750"/>
            <a:ext cx="5781757" cy="402299"/>
            <a:chOff x="5278423" y="5187034"/>
            <a:chExt cx="5781757" cy="4022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E605B8-278C-47D8-9B68-9A543A98F2D4}"/>
                </a:ext>
              </a:extLst>
            </p:cNvPr>
            <p:cNvGrpSpPr/>
            <p:nvPr/>
          </p:nvGrpSpPr>
          <p:grpSpPr>
            <a:xfrm>
              <a:off x="5278423" y="5187034"/>
              <a:ext cx="1379398" cy="384853"/>
              <a:chOff x="6708165" y="4709463"/>
              <a:chExt cx="1379398" cy="384853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807C7D3F-86A5-4AC0-A9B8-24D22B5830D2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1BB9330C-B9D9-4F89-A6D8-A8155902AAB8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3E6B53D3-E8F4-4CEC-B711-B163BAA36C3B}"/>
                    </a:ext>
                  </a:extLst>
                </p:cNvPr>
                <p:cNvCxnSpPr>
                  <a:cxnSpLocks/>
                  <a:stCxn id="81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BFEA7295-B59A-4D7C-B819-B03647039A72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a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8095642D-E3C1-4E98-939E-966E1813F416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0858F44-D734-409D-9FA7-0DC525797B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E18231A3-4D6C-48CE-8E4A-7ABAE755F4DC}"/>
                </a:ext>
              </a:extLst>
            </p:cNvPr>
            <p:cNvGrpSpPr/>
            <p:nvPr/>
          </p:nvGrpSpPr>
          <p:grpSpPr>
            <a:xfrm>
              <a:off x="6632421" y="5204480"/>
              <a:ext cx="1379398" cy="384853"/>
              <a:chOff x="6708165" y="4709463"/>
              <a:chExt cx="1379398" cy="384853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DA46CD93-603A-4C21-A821-C7E219278A64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73F99E13-39B5-41D3-B26C-78D4DA868728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45C951E4-7FB4-48A9-867A-6E706810184D}"/>
                    </a:ext>
                  </a:extLst>
                </p:cNvPr>
                <p:cNvCxnSpPr>
                  <a:cxnSpLocks/>
                  <a:stCxn id="95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FC40366-D7F4-45B7-8955-7A393E0C615A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b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D89FC29-35C0-4A9D-83C1-199093B559C0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0971063C-B180-4BB2-95AB-5437345EE4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EB60D3FA-44AB-48AF-921F-2C1A30F2AF2A}"/>
                </a:ext>
              </a:extLst>
            </p:cNvPr>
            <p:cNvGrpSpPr/>
            <p:nvPr/>
          </p:nvGrpSpPr>
          <p:grpSpPr>
            <a:xfrm>
              <a:off x="7988562" y="5202924"/>
              <a:ext cx="1379398" cy="384853"/>
              <a:chOff x="6708165" y="4709463"/>
              <a:chExt cx="1379398" cy="384853"/>
            </a:xfrm>
          </p:grpSpPr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9AE46FFD-0010-41CF-8A56-C46A5F5AE0F3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90BF9086-9102-462A-8077-7911E93C9801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D413F977-EB73-4F87-8F6E-6D31023E3F6C}"/>
                    </a:ext>
                  </a:extLst>
                </p:cNvPr>
                <p:cNvCxnSpPr>
                  <a:cxnSpLocks/>
                  <a:stCxn id="102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006789C6-3CAC-42FD-9D2D-0A9BC18A32EE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c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36D3238E-D51E-43AE-904E-9B084AFFA7FA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437FC088-A351-46A5-A24B-4A24EE9B08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6A47A8B-D2F8-4C3D-B9EA-6AAE1F888DDF}"/>
                </a:ext>
              </a:extLst>
            </p:cNvPr>
            <p:cNvGrpSpPr/>
            <p:nvPr/>
          </p:nvGrpSpPr>
          <p:grpSpPr>
            <a:xfrm>
              <a:off x="9341213" y="5197758"/>
              <a:ext cx="1379398" cy="384853"/>
              <a:chOff x="6708165" y="4709463"/>
              <a:chExt cx="1379398" cy="384853"/>
            </a:xfrm>
          </p:grpSpPr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90B764FD-4192-41EE-9839-13BD6DC11F5B}"/>
                  </a:ext>
                </a:extLst>
              </p:cNvPr>
              <p:cNvGrpSpPr/>
              <p:nvPr/>
            </p:nvGrpSpPr>
            <p:grpSpPr>
              <a:xfrm>
                <a:off x="6742691" y="4709463"/>
                <a:ext cx="940622" cy="384853"/>
                <a:chOff x="7369175" y="1993899"/>
                <a:chExt cx="1108075" cy="473076"/>
              </a:xfrm>
              <a:solidFill>
                <a:srgbClr val="BAEDF0"/>
              </a:solidFill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5DB7DE51-41A1-47B8-A4C1-663726705477}"/>
                    </a:ext>
                  </a:extLst>
                </p:cNvPr>
                <p:cNvSpPr/>
                <p:nvPr/>
              </p:nvSpPr>
              <p:spPr>
                <a:xfrm>
                  <a:off x="7369175" y="1993899"/>
                  <a:ext cx="1108075" cy="466726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F433EA37-385D-48C3-B36F-7C2CD647C296}"/>
                    </a:ext>
                  </a:extLst>
                </p:cNvPr>
                <p:cNvCxnSpPr>
                  <a:cxnSpLocks/>
                  <a:stCxn id="109" idx="0"/>
                </p:cNvCxnSpPr>
                <p:nvPr/>
              </p:nvCxnSpPr>
              <p:spPr>
                <a:xfrm>
                  <a:off x="7923213" y="1993899"/>
                  <a:ext cx="1587" cy="473076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A982921F-498E-483C-8949-AB3870DB3B83}"/>
                  </a:ext>
                </a:extLst>
              </p:cNvPr>
              <p:cNvSpPr txBox="1"/>
              <p:nvPr/>
            </p:nvSpPr>
            <p:spPr>
              <a:xfrm>
                <a:off x="6708165" y="4729746"/>
                <a:ext cx="58007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/>
                  <a:t>d</a:t>
                </a: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308C1359-C1A3-4A06-9D09-4603F792B76E}"/>
                  </a:ext>
                </a:extLst>
              </p:cNvPr>
              <p:cNvSpPr/>
              <p:nvPr/>
            </p:nvSpPr>
            <p:spPr>
              <a:xfrm>
                <a:off x="7402869" y="4860017"/>
                <a:ext cx="89230" cy="837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982C6502-127F-46AE-AE7F-3FF39F6814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7483" y="4899023"/>
                <a:ext cx="640080" cy="2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A9C7AFE3-CBF4-4592-93B9-55B01D624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29816" y="5221105"/>
              <a:ext cx="330364" cy="330364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96810122-EE71-41B7-B63F-57220B407C5A}"/>
              </a:ext>
            </a:extLst>
          </p:cNvPr>
          <p:cNvSpPr txBox="1"/>
          <p:nvPr/>
        </p:nvSpPr>
        <p:spPr>
          <a:xfrm>
            <a:off x="358262" y="1706091"/>
            <a:ext cx="2488530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Bagian</a:t>
            </a:r>
            <a:r>
              <a:rPr lang="en-US" dirty="0"/>
              <a:t> Singly Linked List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31E2433-ADC7-4442-AA06-0FDE9178FC5F}"/>
              </a:ext>
            </a:extLst>
          </p:cNvPr>
          <p:cNvCxnSpPr>
            <a:cxnSpLocks/>
            <a:endCxn id="23" idx="3"/>
          </p:cNvCxnSpPr>
          <p:nvPr/>
        </p:nvCxnSpPr>
        <p:spPr>
          <a:xfrm flipH="1">
            <a:off x="1214413" y="3047858"/>
            <a:ext cx="863682" cy="265694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678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6" grpId="0"/>
      <p:bldP spid="17" grpId="0"/>
      <p:bldP spid="18" grpId="0" animBg="1"/>
      <p:bldP spid="19" grpId="0" animBg="1"/>
      <p:bldP spid="21" grpId="0" animBg="1"/>
      <p:bldP spid="23" grpId="0"/>
      <p:bldP spid="70" grpId="0" animBg="1"/>
      <p:bldP spid="71" grpId="0" animBg="1"/>
      <p:bldP spid="73" grpId="0"/>
      <p:bldP spid="74" grpId="0"/>
      <p:bldP spid="1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Singly-Linked</a:t>
            </a:r>
            <a:r>
              <a:rPr lang="en-US" altLang="en-US" sz="2500" dirty="0">
                <a:latin typeface="MV Boli"/>
                <a:cs typeface="MV Boli"/>
              </a:rPr>
              <a:t> List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98061-7B1C-4B5B-9A9A-A9647FC87034}"/>
              </a:ext>
            </a:extLst>
          </p:cNvPr>
          <p:cNvSpPr txBox="1"/>
          <p:nvPr/>
        </p:nvSpPr>
        <p:spPr>
          <a:xfrm>
            <a:off x="536683" y="1237600"/>
            <a:ext cx="4758332" cy="613053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Kondisi</a:t>
            </a:r>
            <a:r>
              <a:rPr lang="en-US" sz="1600" dirty="0"/>
              <a:t> </a:t>
            </a:r>
            <a:r>
              <a:rPr lang="en-US" sz="1600" dirty="0" err="1"/>
              <a:t>rangkaian</a:t>
            </a:r>
            <a:r>
              <a:rPr lang="en-US" sz="1600" dirty="0"/>
              <a:t> linked list </a:t>
            </a:r>
            <a:r>
              <a:rPr lang="en-US" sz="1600" dirty="0" err="1"/>
              <a:t>awal</a:t>
            </a:r>
            <a:r>
              <a:rPr lang="en-US" sz="1600" dirty="0"/>
              <a:t>, </a:t>
            </a:r>
            <a:r>
              <a:rPr lang="en-US" sz="1600" dirty="0" err="1"/>
              <a:t>nodenya</a:t>
            </a:r>
            <a:r>
              <a:rPr lang="en-US" sz="1600" dirty="0"/>
              <a:t> </a:t>
            </a:r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(a, b, c, c, 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52649B-F96F-49EC-BBFD-8F2F15287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670" y="1239326"/>
            <a:ext cx="4200525" cy="609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A9E377-9019-44DF-848C-8E7EA77EC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670" y="2170032"/>
            <a:ext cx="5734050" cy="619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6287E5-07C7-449E-8E8B-72D1BB9ED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5705" y="3229801"/>
            <a:ext cx="5067300" cy="59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ABCF91-071D-4167-8F8A-638FBF6B1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1544" y="4251464"/>
            <a:ext cx="3867150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16E81D-4E1A-42F9-B8E1-8069BD6EDD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705" y="5384211"/>
            <a:ext cx="4972050" cy="619125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1B5D9A-CDFA-4ED9-91F5-8C1F5DE73EAF}"/>
              </a:ext>
            </a:extLst>
          </p:cNvPr>
          <p:cNvSpPr txBox="1"/>
          <p:nvPr/>
        </p:nvSpPr>
        <p:spPr>
          <a:xfrm>
            <a:off x="536683" y="2170032"/>
            <a:ext cx="4758332" cy="354925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Menambahkan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“x” </a:t>
            </a:r>
            <a:r>
              <a:rPr lang="en-US" sz="1600" dirty="0" err="1"/>
              <a:t>pada</a:t>
            </a:r>
            <a:r>
              <a:rPr lang="en-US" sz="1600" dirty="0"/>
              <a:t> tail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A6FF3-164D-4AD0-B165-1DE9D578A674}"/>
              </a:ext>
            </a:extLst>
          </p:cNvPr>
          <p:cNvSpPr txBox="1"/>
          <p:nvPr/>
        </p:nvSpPr>
        <p:spPr>
          <a:xfrm>
            <a:off x="536683" y="3325410"/>
            <a:ext cx="4758332" cy="354925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Menghapus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“a” </a:t>
            </a:r>
            <a:r>
              <a:rPr lang="en-US" sz="1600" dirty="0" err="1"/>
              <a:t>pada</a:t>
            </a:r>
            <a:r>
              <a:rPr lang="en-US" sz="1600" dirty="0"/>
              <a:t> head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DB2883-8CA2-4426-A18E-779A4C2B83D6}"/>
              </a:ext>
            </a:extLst>
          </p:cNvPr>
          <p:cNvSpPr txBox="1"/>
          <p:nvPr/>
        </p:nvSpPr>
        <p:spPr>
          <a:xfrm>
            <a:off x="536683" y="4121524"/>
            <a:ext cx="4758332" cy="871180"/>
          </a:xfrm>
          <a:prstGeom prst="snipRound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Mengeluarkan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“b” </a:t>
            </a:r>
            <a:r>
              <a:rPr lang="en-US" sz="1600" dirty="0" err="1"/>
              <a:t>pada</a:t>
            </a:r>
            <a:r>
              <a:rPr lang="en-US" sz="1600" dirty="0"/>
              <a:t> head</a:t>
            </a:r>
          </a:p>
          <a:p>
            <a:pPr lvl="0"/>
            <a:r>
              <a:rPr lang="en-US" sz="1600" dirty="0"/>
              <a:t>- </a:t>
            </a:r>
            <a:r>
              <a:rPr lang="en-US" sz="1600" dirty="0" err="1"/>
              <a:t>Perintah</a:t>
            </a:r>
            <a:r>
              <a:rPr lang="en-US" sz="1600" dirty="0"/>
              <a:t> </a:t>
            </a:r>
            <a:r>
              <a:rPr lang="en-US" sz="1600" i="1" dirty="0"/>
              <a:t>pop() </a:t>
            </a:r>
            <a:r>
              <a:rPr lang="en-US" sz="1600" dirty="0" err="1"/>
              <a:t>ini</a:t>
            </a:r>
            <a:r>
              <a:rPr lang="en-US" sz="1600" dirty="0"/>
              <a:t>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menghapus</a:t>
            </a:r>
            <a:r>
              <a:rPr lang="en-US" sz="1600" dirty="0"/>
              <a:t> node head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apapun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F45C1D-F66E-4706-B6F6-716327E69DA5}"/>
              </a:ext>
            </a:extLst>
          </p:cNvPr>
          <p:cNvSpPr txBox="1"/>
          <p:nvPr/>
        </p:nvSpPr>
        <p:spPr>
          <a:xfrm>
            <a:off x="536683" y="5433893"/>
            <a:ext cx="4758332" cy="871180"/>
          </a:xfrm>
          <a:prstGeom prst="snipRoundRect">
            <a:avLst/>
          </a:prstGeom>
          <a:solidFill>
            <a:schemeClr val="bg1"/>
          </a:solidFill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pPr lvl="0"/>
            <a:r>
              <a:rPr lang="en-US" sz="1600" dirty="0" err="1"/>
              <a:t>Memasukkan</a:t>
            </a:r>
            <a:r>
              <a:rPr lang="en-US" sz="1600" dirty="0"/>
              <a:t> node </a:t>
            </a:r>
            <a:r>
              <a:rPr lang="en-US" sz="1600" dirty="0" err="1"/>
              <a:t>berelemen</a:t>
            </a:r>
            <a:r>
              <a:rPr lang="en-US" sz="1600" dirty="0"/>
              <a:t> “y” </a:t>
            </a:r>
            <a:r>
              <a:rPr lang="en-US" sz="1600" dirty="0" err="1"/>
              <a:t>pada</a:t>
            </a:r>
            <a:r>
              <a:rPr lang="en-US" sz="1600" dirty="0"/>
              <a:t> head</a:t>
            </a:r>
          </a:p>
          <a:p>
            <a:pPr lvl="0"/>
            <a:r>
              <a:rPr lang="en-US" sz="1600" dirty="0"/>
              <a:t>- </a:t>
            </a:r>
            <a:r>
              <a:rPr lang="en-US" sz="1600" dirty="0" err="1"/>
              <a:t>Perintah</a:t>
            </a:r>
            <a:r>
              <a:rPr lang="en-US" sz="1600" dirty="0"/>
              <a:t> </a:t>
            </a:r>
            <a:r>
              <a:rPr lang="en-US" sz="1600" i="1" dirty="0"/>
              <a:t>push(y) </a:t>
            </a:r>
            <a:r>
              <a:rPr lang="en-US" sz="1600" dirty="0" err="1"/>
              <a:t>ini</a:t>
            </a:r>
            <a:r>
              <a:rPr lang="en-US" sz="1600" dirty="0"/>
              <a:t>,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memasukkan</a:t>
            </a:r>
            <a:r>
              <a:rPr lang="en-US" sz="1600" dirty="0"/>
              <a:t> node </a:t>
            </a:r>
            <a:r>
              <a:rPr lang="en-US" sz="1600" dirty="0" err="1"/>
              <a:t>dengan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tertentu</a:t>
            </a:r>
            <a:r>
              <a:rPr lang="en-US" sz="1600" dirty="0"/>
              <a:t> </a:t>
            </a:r>
            <a:r>
              <a:rPr lang="en-US" sz="1600" dirty="0" err="1"/>
              <a:t>ke</a:t>
            </a:r>
            <a:r>
              <a:rPr lang="en-US" sz="1600" dirty="0"/>
              <a:t> node head.</a:t>
            </a:r>
          </a:p>
        </p:txBody>
      </p:sp>
    </p:spTree>
    <p:extLst>
      <p:ext uri="{BB962C8B-B14F-4D97-AF65-F5344CB8AC3E}">
        <p14:creationId xmlns:p14="http://schemas.microsoft.com/office/powerpoint/2010/main" val="400628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8" name="whoosh.wav"/>
          </p:stSnd>
        </p:sndAc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Doubly-Linked List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80658-E102-4140-BCB7-761E90E22CFC}"/>
              </a:ext>
            </a:extLst>
          </p:cNvPr>
          <p:cNvSpPr txBox="1"/>
          <p:nvPr/>
        </p:nvSpPr>
        <p:spPr>
          <a:xfrm>
            <a:off x="5870679" y="3300421"/>
            <a:ext cx="3020433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Doubly-Linked List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6810122-EE71-41B7-B63F-57220B407C5A}"/>
              </a:ext>
            </a:extLst>
          </p:cNvPr>
          <p:cNvSpPr txBox="1"/>
          <p:nvPr/>
        </p:nvSpPr>
        <p:spPr>
          <a:xfrm>
            <a:off x="358262" y="1706091"/>
            <a:ext cx="2627421" cy="401479"/>
          </a:xfrm>
          <a:prstGeom prst="snip2Same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Bagian</a:t>
            </a:r>
            <a:r>
              <a:rPr lang="en-US" dirty="0"/>
              <a:t> Doubly-Linked List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C2559C-57FB-4BEF-9402-223A5D3F059B}"/>
              </a:ext>
            </a:extLst>
          </p:cNvPr>
          <p:cNvGrpSpPr/>
          <p:nvPr/>
        </p:nvGrpSpPr>
        <p:grpSpPr>
          <a:xfrm>
            <a:off x="1697180" y="2597150"/>
            <a:ext cx="2572417" cy="463594"/>
            <a:chOff x="5114565" y="1760215"/>
            <a:chExt cx="2572417" cy="46359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C8BF690F-B17D-463F-814B-A48C5B1D4CFA}"/>
                </a:ext>
              </a:extLst>
            </p:cNvPr>
            <p:cNvSpPr/>
            <p:nvPr/>
          </p:nvSpPr>
          <p:spPr>
            <a:xfrm>
              <a:off x="5574506" y="1760215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21C45A0-3E27-4566-A006-1ACCDAF5A05E}"/>
                </a:ext>
              </a:extLst>
            </p:cNvPr>
            <p:cNvCxnSpPr>
              <a:cxnSpLocks/>
            </p:cNvCxnSpPr>
            <p:nvPr/>
          </p:nvCxnSpPr>
          <p:spPr>
            <a:xfrm>
              <a:off x="6672141" y="1765495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6A859A9-3842-4227-9DF8-B317165384A4}"/>
                </a:ext>
              </a:extLst>
            </p:cNvPr>
            <p:cNvSpPr txBox="1"/>
            <p:nvPr/>
          </p:nvSpPr>
          <p:spPr>
            <a:xfrm>
              <a:off x="6140864" y="1822734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BCC2677D-6EAA-431C-8EF5-144C5E360EA8}"/>
                </a:ext>
              </a:extLst>
            </p:cNvPr>
            <p:cNvSpPr/>
            <p:nvPr/>
          </p:nvSpPr>
          <p:spPr>
            <a:xfrm>
              <a:off x="6905039" y="1946949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82E15226-1A90-4DF7-BC4D-0A1077FCC9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4916" y="1992011"/>
              <a:ext cx="672066" cy="34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734211BA-008B-4837-AA34-A1A65E40E52E}"/>
                </a:ext>
              </a:extLst>
            </p:cNvPr>
            <p:cNvCxnSpPr/>
            <p:nvPr/>
          </p:nvCxnSpPr>
          <p:spPr>
            <a:xfrm>
              <a:off x="6125647" y="1760215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D72514E-6180-43BA-AC36-21AE99515315}"/>
                </a:ext>
              </a:extLst>
            </p:cNvPr>
            <p:cNvSpPr/>
            <p:nvPr/>
          </p:nvSpPr>
          <p:spPr>
            <a:xfrm>
              <a:off x="5785618" y="1940887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C59C6D0-7B9D-4683-A28F-D0E6B1676F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14565" y="1995425"/>
              <a:ext cx="672066" cy="341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4A97C189-34CB-42D1-859E-CE3323CC5416}"/>
              </a:ext>
            </a:extLst>
          </p:cNvPr>
          <p:cNvSpPr txBox="1"/>
          <p:nvPr/>
        </p:nvSpPr>
        <p:spPr>
          <a:xfrm>
            <a:off x="2157121" y="4748462"/>
            <a:ext cx="1525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Nama </a:t>
            </a:r>
            <a:r>
              <a:rPr lang="en-US" dirty="0" err="1"/>
              <a:t>elemen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14C743B-C111-45FB-A52E-ED2CA14F81B6}"/>
              </a:ext>
            </a:extLst>
          </p:cNvPr>
          <p:cNvSpPr txBox="1"/>
          <p:nvPr/>
        </p:nvSpPr>
        <p:spPr>
          <a:xfrm>
            <a:off x="3397005" y="3907205"/>
            <a:ext cx="140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 next</a:t>
            </a:r>
          </a:p>
        </p:txBody>
      </p:sp>
      <p:sp>
        <p:nvSpPr>
          <p:cNvPr id="116" name="Rounded Rectangle 19">
            <a:extLst>
              <a:ext uri="{FF2B5EF4-FFF2-40B4-BE49-F238E27FC236}">
                <a16:creationId xmlns:a16="http://schemas.microsoft.com/office/drawing/2014/main" id="{A9886861-6242-46B6-9914-EEB26BFB0565}"/>
              </a:ext>
            </a:extLst>
          </p:cNvPr>
          <p:cNvSpPr/>
          <p:nvPr/>
        </p:nvSpPr>
        <p:spPr>
          <a:xfrm>
            <a:off x="2182005" y="2635218"/>
            <a:ext cx="48775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ounded Rectangle 21">
            <a:extLst>
              <a:ext uri="{FF2B5EF4-FFF2-40B4-BE49-F238E27FC236}">
                <a16:creationId xmlns:a16="http://schemas.microsoft.com/office/drawing/2014/main" id="{0C273CC3-3608-4FCE-94E4-A27C3C2517D1}"/>
              </a:ext>
            </a:extLst>
          </p:cNvPr>
          <p:cNvSpPr/>
          <p:nvPr/>
        </p:nvSpPr>
        <p:spPr>
          <a:xfrm>
            <a:off x="2728718" y="2642408"/>
            <a:ext cx="48753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C4556862-19C6-4138-9CA1-5F609F0D8D1B}"/>
              </a:ext>
            </a:extLst>
          </p:cNvPr>
          <p:cNvSpPr/>
          <p:nvPr/>
        </p:nvSpPr>
        <p:spPr>
          <a:xfrm>
            <a:off x="2078095" y="3126413"/>
            <a:ext cx="1138377" cy="1552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ounded Rectangle 23">
            <a:extLst>
              <a:ext uri="{FF2B5EF4-FFF2-40B4-BE49-F238E27FC236}">
                <a16:creationId xmlns:a16="http://schemas.microsoft.com/office/drawing/2014/main" id="{942C560C-BC10-4C13-A2FE-5E6C8BB0D9D4}"/>
              </a:ext>
            </a:extLst>
          </p:cNvPr>
          <p:cNvSpPr/>
          <p:nvPr/>
        </p:nvSpPr>
        <p:spPr>
          <a:xfrm>
            <a:off x="2078095" y="2528422"/>
            <a:ext cx="1840237" cy="618773"/>
          </a:xfrm>
          <a:prstGeom prst="roundRect">
            <a:avLst/>
          </a:prstGeom>
          <a:noFill/>
          <a:ln w="28575"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A786721-77AE-42E1-B3AE-57C97B2921CC}"/>
              </a:ext>
            </a:extLst>
          </p:cNvPr>
          <p:cNvSpPr txBox="1"/>
          <p:nvPr/>
        </p:nvSpPr>
        <p:spPr>
          <a:xfrm>
            <a:off x="557358" y="3322065"/>
            <a:ext cx="692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Node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55877C6D-9843-4D06-896E-13A1AFD4D95E}"/>
              </a:ext>
            </a:extLst>
          </p:cNvPr>
          <p:cNvCxnSpPr>
            <a:cxnSpLocks/>
            <a:endCxn id="128" idx="0"/>
          </p:cNvCxnSpPr>
          <p:nvPr/>
        </p:nvCxnSpPr>
        <p:spPr>
          <a:xfrm flipH="1">
            <a:off x="1868085" y="2921883"/>
            <a:ext cx="553944" cy="989224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ounded Rectangle 19">
            <a:extLst>
              <a:ext uri="{FF2B5EF4-FFF2-40B4-BE49-F238E27FC236}">
                <a16:creationId xmlns:a16="http://schemas.microsoft.com/office/drawing/2014/main" id="{26A1A88F-0871-4358-B303-44300A2ACA3D}"/>
              </a:ext>
            </a:extLst>
          </p:cNvPr>
          <p:cNvSpPr/>
          <p:nvPr/>
        </p:nvSpPr>
        <p:spPr>
          <a:xfrm>
            <a:off x="3279476" y="2639630"/>
            <a:ext cx="487754" cy="40406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3E9201EE-4B5F-4E04-8FF2-1744CDA402DD}"/>
              </a:ext>
            </a:extLst>
          </p:cNvPr>
          <p:cNvCxnSpPr>
            <a:cxnSpLocks/>
            <a:endCxn id="111" idx="0"/>
          </p:cNvCxnSpPr>
          <p:nvPr/>
        </p:nvCxnSpPr>
        <p:spPr>
          <a:xfrm flipH="1">
            <a:off x="2919772" y="2916204"/>
            <a:ext cx="52714" cy="1832258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505B9C72-4C6D-4F1A-BD1E-E1A69C506C34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3544954" y="2925925"/>
            <a:ext cx="553508" cy="981280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8FD0BDD-00E3-4433-9EB6-1DC6A7BEF45A}"/>
              </a:ext>
            </a:extLst>
          </p:cNvPr>
          <p:cNvCxnSpPr>
            <a:cxnSpLocks/>
            <a:endCxn id="121" idx="0"/>
          </p:cNvCxnSpPr>
          <p:nvPr/>
        </p:nvCxnSpPr>
        <p:spPr>
          <a:xfrm flipH="1">
            <a:off x="903767" y="2853288"/>
            <a:ext cx="1174328" cy="468777"/>
          </a:xfrm>
          <a:prstGeom prst="straightConnector1">
            <a:avLst/>
          </a:prstGeom>
          <a:ln w="28575">
            <a:solidFill>
              <a:srgbClr val="28AFB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B0C43C8-C642-4C39-9133-12FE3A7164A5}"/>
              </a:ext>
            </a:extLst>
          </p:cNvPr>
          <p:cNvSpPr txBox="1"/>
          <p:nvPr/>
        </p:nvSpPr>
        <p:spPr>
          <a:xfrm>
            <a:off x="1166628" y="3911107"/>
            <a:ext cx="140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Pointer </a:t>
            </a:r>
            <a:r>
              <a:rPr lang="en-US" dirty="0" err="1"/>
              <a:t>prev</a:t>
            </a:r>
            <a:endParaRPr lang="en-US" dirty="0"/>
          </a:p>
        </p:txBody>
      </p:sp>
      <p:pic>
        <p:nvPicPr>
          <p:cNvPr id="157" name="Picture 156">
            <a:extLst>
              <a:ext uri="{FF2B5EF4-FFF2-40B4-BE49-F238E27FC236}">
                <a16:creationId xmlns:a16="http://schemas.microsoft.com/office/drawing/2014/main" id="{99F52278-162F-4EA2-800F-5801B6BCA8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18" t="24234" r="4098" b="24355"/>
          <a:stretch/>
        </p:blipFill>
        <p:spPr>
          <a:xfrm>
            <a:off x="5870679" y="3825232"/>
            <a:ext cx="5975498" cy="12506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B57E126-A65F-4A77-A90E-8BAB36336ADE}"/>
              </a:ext>
            </a:extLst>
          </p:cNvPr>
          <p:cNvSpPr txBox="1"/>
          <p:nvPr/>
        </p:nvSpPr>
        <p:spPr>
          <a:xfrm>
            <a:off x="5870679" y="5107136"/>
            <a:ext cx="6143990" cy="408623"/>
          </a:xfrm>
          <a:prstGeom prst="round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doubly linked list yang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a, b, c, d, e</a:t>
            </a:r>
          </a:p>
        </p:txBody>
      </p:sp>
    </p:spTree>
    <p:extLst>
      <p:ext uri="{BB962C8B-B14F-4D97-AF65-F5344CB8AC3E}">
        <p14:creationId xmlns:p14="http://schemas.microsoft.com/office/powerpoint/2010/main" val="366740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4" grpId="0" animBg="1"/>
      <p:bldP spid="111" grpId="0"/>
      <p:bldP spid="115" grpId="0"/>
      <p:bldP spid="116" grpId="0" animBg="1"/>
      <p:bldP spid="117" grpId="0" animBg="1"/>
      <p:bldP spid="119" grpId="0" animBg="1"/>
      <p:bldP spid="121" grpId="0"/>
      <p:bldP spid="124" grpId="0" animBg="1"/>
      <p:bldP spid="1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Doubly-Linked List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4EBA6-0839-45BC-888F-1F929ED86A48}"/>
              </a:ext>
            </a:extLst>
          </p:cNvPr>
          <p:cNvSpPr txBox="1"/>
          <p:nvPr/>
        </p:nvSpPr>
        <p:spPr>
          <a:xfrm>
            <a:off x="669851" y="1972436"/>
            <a:ext cx="1951368" cy="369332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Penambahan</a:t>
            </a:r>
            <a:r>
              <a:rPr lang="en-US" dirty="0"/>
              <a:t> 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1A47C-23AB-4A04-AF1D-2526D2AA5A84}"/>
              </a:ext>
            </a:extLst>
          </p:cNvPr>
          <p:cNvSpPr txBox="1"/>
          <p:nvPr/>
        </p:nvSpPr>
        <p:spPr>
          <a:xfrm>
            <a:off x="663593" y="3730284"/>
            <a:ext cx="4384856" cy="440769"/>
          </a:xfrm>
          <a:prstGeom prst="snip2Diag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Menambhakan</a:t>
            </a:r>
            <a:r>
              <a:rPr lang="en-US" dirty="0"/>
              <a:t> node “u” </a:t>
            </a:r>
            <a:r>
              <a:rPr lang="en-US" dirty="0" err="1"/>
              <a:t>sebelum</a:t>
            </a:r>
            <a:r>
              <a:rPr lang="en-US" dirty="0"/>
              <a:t> node “w”.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EC9394-0547-43F6-8E5E-557B938E22AA}"/>
              </a:ext>
            </a:extLst>
          </p:cNvPr>
          <p:cNvSpPr/>
          <p:nvPr/>
        </p:nvSpPr>
        <p:spPr>
          <a:xfrm>
            <a:off x="6833751" y="1891204"/>
            <a:ext cx="1643754" cy="463594"/>
          </a:xfrm>
          <a:prstGeom prst="rect">
            <a:avLst/>
          </a:prstGeom>
          <a:solidFill>
            <a:srgbClr val="BAED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059A21-B408-440C-9B50-93889BAB524E}"/>
              </a:ext>
            </a:extLst>
          </p:cNvPr>
          <p:cNvCxnSpPr>
            <a:cxnSpLocks/>
          </p:cNvCxnSpPr>
          <p:nvPr/>
        </p:nvCxnSpPr>
        <p:spPr>
          <a:xfrm>
            <a:off x="7931386" y="1896484"/>
            <a:ext cx="0" cy="457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15E5D0-6FE1-4147-BD0F-A96F2A93CFDC}"/>
              </a:ext>
            </a:extLst>
          </p:cNvPr>
          <p:cNvSpPr txBox="1"/>
          <p:nvPr/>
        </p:nvSpPr>
        <p:spPr>
          <a:xfrm>
            <a:off x="7400109" y="1953723"/>
            <a:ext cx="540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82291E-00D1-46DA-974E-A88139C5A6A7}"/>
              </a:ext>
            </a:extLst>
          </p:cNvPr>
          <p:cNvSpPr/>
          <p:nvPr/>
        </p:nvSpPr>
        <p:spPr>
          <a:xfrm>
            <a:off x="8164284" y="2077938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BB0BC7-5385-476F-BB79-BA981E9D5545}"/>
              </a:ext>
            </a:extLst>
          </p:cNvPr>
          <p:cNvCxnSpPr>
            <a:cxnSpLocks/>
          </p:cNvCxnSpPr>
          <p:nvPr/>
        </p:nvCxnSpPr>
        <p:spPr>
          <a:xfrm>
            <a:off x="7384892" y="1891204"/>
            <a:ext cx="0" cy="4576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46572762-F357-408F-BEDD-2A049A750B66}"/>
              </a:ext>
            </a:extLst>
          </p:cNvPr>
          <p:cNvSpPr/>
          <p:nvPr/>
        </p:nvSpPr>
        <p:spPr>
          <a:xfrm>
            <a:off x="7044863" y="2071876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3013125-F9F0-4C24-8D59-6788ADCCC3BB}"/>
              </a:ext>
            </a:extLst>
          </p:cNvPr>
          <p:cNvGrpSpPr/>
          <p:nvPr/>
        </p:nvGrpSpPr>
        <p:grpSpPr>
          <a:xfrm>
            <a:off x="8962744" y="1898031"/>
            <a:ext cx="1643754" cy="463594"/>
            <a:chOff x="7735588" y="2403391"/>
            <a:chExt cx="1643754" cy="46359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E4B6F9-9468-4119-B14D-BF1E30E5BECC}"/>
                </a:ext>
              </a:extLst>
            </p:cNvPr>
            <p:cNvSpPr/>
            <p:nvPr/>
          </p:nvSpPr>
          <p:spPr>
            <a:xfrm>
              <a:off x="7735588" y="2403391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F2F6F23-CFEE-4654-AE44-0B433CC76DCB}"/>
                </a:ext>
              </a:extLst>
            </p:cNvPr>
            <p:cNvCxnSpPr>
              <a:cxnSpLocks/>
            </p:cNvCxnSpPr>
            <p:nvPr/>
          </p:nvCxnSpPr>
          <p:spPr>
            <a:xfrm>
              <a:off x="8833223" y="2408671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F4B6A7C-2764-473F-9A81-741FBCA6C8E1}"/>
                </a:ext>
              </a:extLst>
            </p:cNvPr>
            <p:cNvSpPr txBox="1"/>
            <p:nvPr/>
          </p:nvSpPr>
          <p:spPr>
            <a:xfrm>
              <a:off x="8301946" y="2465910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4631E34-8A92-4823-978F-2D99B2878D9F}"/>
                </a:ext>
              </a:extLst>
            </p:cNvPr>
            <p:cNvSpPr/>
            <p:nvPr/>
          </p:nvSpPr>
          <p:spPr>
            <a:xfrm>
              <a:off x="9066121" y="2590125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C2746E1-1F28-4C15-A9B0-3F75BD750110}"/>
                </a:ext>
              </a:extLst>
            </p:cNvPr>
            <p:cNvCxnSpPr/>
            <p:nvPr/>
          </p:nvCxnSpPr>
          <p:spPr>
            <a:xfrm>
              <a:off x="8286729" y="2403391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A4E77E6-43AB-439E-8A57-E03CFD4BDF04}"/>
                </a:ext>
              </a:extLst>
            </p:cNvPr>
            <p:cNvSpPr/>
            <p:nvPr/>
          </p:nvSpPr>
          <p:spPr>
            <a:xfrm>
              <a:off x="7946700" y="2584063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1A8073A6-1995-4537-A266-20236D904CA0}"/>
              </a:ext>
            </a:extLst>
          </p:cNvPr>
          <p:cNvCxnSpPr>
            <a:stCxn id="23" idx="4"/>
            <a:endCxn id="8" idx="2"/>
          </p:cNvCxnSpPr>
          <p:nvPr/>
        </p:nvCxnSpPr>
        <p:spPr>
          <a:xfrm rot="5400000">
            <a:off x="8353797" y="1482784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9582A097-697E-4CEB-80E4-D9BC795D41CA}"/>
              </a:ext>
            </a:extLst>
          </p:cNvPr>
          <p:cNvCxnSpPr>
            <a:stCxn id="11" idx="0"/>
            <a:endCxn id="17" idx="0"/>
          </p:cNvCxnSpPr>
          <p:nvPr/>
        </p:nvCxnSpPr>
        <p:spPr>
          <a:xfrm rot="5400000" flipH="1" flipV="1">
            <a:off x="8910477" y="1203794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0BB22D99-C9C8-4382-958F-F45BD6F9FB48}"/>
              </a:ext>
            </a:extLst>
          </p:cNvPr>
          <p:cNvCxnSpPr>
            <a:cxnSpLocks/>
          </p:cNvCxnSpPr>
          <p:nvPr/>
        </p:nvCxnSpPr>
        <p:spPr>
          <a:xfrm rot="5400000">
            <a:off x="6210212" y="1432757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58">
            <a:extLst>
              <a:ext uri="{FF2B5EF4-FFF2-40B4-BE49-F238E27FC236}">
                <a16:creationId xmlns:a16="http://schemas.microsoft.com/office/drawing/2014/main" id="{2231A1A6-D897-4CFD-8122-E5742E2ADFC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66892" y="1196299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ADA79564-C6A2-49A7-B47D-12BAE504248C}"/>
              </a:ext>
            </a:extLst>
          </p:cNvPr>
          <p:cNvCxnSpPr>
            <a:cxnSpLocks/>
          </p:cNvCxnSpPr>
          <p:nvPr/>
        </p:nvCxnSpPr>
        <p:spPr>
          <a:xfrm rot="5400000">
            <a:off x="10482789" y="1508355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60">
            <a:extLst>
              <a:ext uri="{FF2B5EF4-FFF2-40B4-BE49-F238E27FC236}">
                <a16:creationId xmlns:a16="http://schemas.microsoft.com/office/drawing/2014/main" id="{FBC993B8-7D36-4B17-B7EB-310F4166CCE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039469" y="1282530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57DFA8C0-6DBA-4F7D-98F1-D56D85B79D62}"/>
              </a:ext>
            </a:extLst>
          </p:cNvPr>
          <p:cNvGrpSpPr/>
          <p:nvPr/>
        </p:nvGrpSpPr>
        <p:grpSpPr>
          <a:xfrm>
            <a:off x="7848861" y="3695334"/>
            <a:ext cx="1643754" cy="463594"/>
            <a:chOff x="10324522" y="2383097"/>
            <a:chExt cx="1643754" cy="463594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222FCAA-8239-42D8-A49E-EA1EA63AE355}"/>
                </a:ext>
              </a:extLst>
            </p:cNvPr>
            <p:cNvSpPr/>
            <p:nvPr/>
          </p:nvSpPr>
          <p:spPr>
            <a:xfrm>
              <a:off x="10324522" y="2383097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84029A9-93CB-4142-AE87-2AFE0AC3584D}"/>
                </a:ext>
              </a:extLst>
            </p:cNvPr>
            <p:cNvCxnSpPr>
              <a:cxnSpLocks/>
            </p:cNvCxnSpPr>
            <p:nvPr/>
          </p:nvCxnSpPr>
          <p:spPr>
            <a:xfrm>
              <a:off x="11422157" y="2388377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AB21954-3881-458B-9A85-A84EEB37BA60}"/>
                </a:ext>
              </a:extLst>
            </p:cNvPr>
            <p:cNvSpPr txBox="1"/>
            <p:nvPr/>
          </p:nvSpPr>
          <p:spPr>
            <a:xfrm>
              <a:off x="10890880" y="2445616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</a:t>
              </a: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DFD0907-DAAF-4796-832F-640F865559FC}"/>
                </a:ext>
              </a:extLst>
            </p:cNvPr>
            <p:cNvSpPr/>
            <p:nvPr/>
          </p:nvSpPr>
          <p:spPr>
            <a:xfrm>
              <a:off x="11655055" y="2569831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78E8DAA-8D99-4C53-8F7F-81F1956865B5}"/>
                </a:ext>
              </a:extLst>
            </p:cNvPr>
            <p:cNvCxnSpPr/>
            <p:nvPr/>
          </p:nvCxnSpPr>
          <p:spPr>
            <a:xfrm>
              <a:off x="10875663" y="2383097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215119A-199C-4F62-B15B-0367BD21FAB8}"/>
                </a:ext>
              </a:extLst>
            </p:cNvPr>
            <p:cNvSpPr/>
            <p:nvPr/>
          </p:nvSpPr>
          <p:spPr>
            <a:xfrm>
              <a:off x="10535634" y="2563769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266830ED-AAFA-453C-B379-A0938A707894}"/>
              </a:ext>
            </a:extLst>
          </p:cNvPr>
          <p:cNvSpPr/>
          <p:nvPr/>
        </p:nvSpPr>
        <p:spPr>
          <a:xfrm>
            <a:off x="6833751" y="4954664"/>
            <a:ext cx="1643754" cy="463594"/>
          </a:xfrm>
          <a:prstGeom prst="rect">
            <a:avLst/>
          </a:prstGeom>
          <a:solidFill>
            <a:srgbClr val="BAED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249B049-9396-48DF-965E-95E1C38534D3}"/>
              </a:ext>
            </a:extLst>
          </p:cNvPr>
          <p:cNvCxnSpPr>
            <a:cxnSpLocks/>
          </p:cNvCxnSpPr>
          <p:nvPr/>
        </p:nvCxnSpPr>
        <p:spPr>
          <a:xfrm>
            <a:off x="7931386" y="4959944"/>
            <a:ext cx="0" cy="457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1CF2B875-560A-4304-B5C7-E8850D2C4768}"/>
              </a:ext>
            </a:extLst>
          </p:cNvPr>
          <p:cNvSpPr txBox="1"/>
          <p:nvPr/>
        </p:nvSpPr>
        <p:spPr>
          <a:xfrm>
            <a:off x="7400109" y="5017183"/>
            <a:ext cx="5407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dirty="0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D7400D14-6BA8-40DC-98AC-F995AE2A6287}"/>
              </a:ext>
            </a:extLst>
          </p:cNvPr>
          <p:cNvSpPr/>
          <p:nvPr/>
        </p:nvSpPr>
        <p:spPr>
          <a:xfrm>
            <a:off x="8164284" y="5141398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4B35DA39-6184-4B33-894F-481E5B7412D3}"/>
              </a:ext>
            </a:extLst>
          </p:cNvPr>
          <p:cNvCxnSpPr>
            <a:cxnSpLocks/>
          </p:cNvCxnSpPr>
          <p:nvPr/>
        </p:nvCxnSpPr>
        <p:spPr>
          <a:xfrm>
            <a:off x="7384892" y="4954664"/>
            <a:ext cx="0" cy="4576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C36BE271-C204-42DC-AABD-81DE855E8E06}"/>
              </a:ext>
            </a:extLst>
          </p:cNvPr>
          <p:cNvSpPr/>
          <p:nvPr/>
        </p:nvSpPr>
        <p:spPr>
          <a:xfrm>
            <a:off x="7044863" y="5135336"/>
            <a:ext cx="103910" cy="10224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B5C735A-6A18-4BE2-ADE3-A1A4CCE1C164}"/>
              </a:ext>
            </a:extLst>
          </p:cNvPr>
          <p:cNvGrpSpPr/>
          <p:nvPr/>
        </p:nvGrpSpPr>
        <p:grpSpPr>
          <a:xfrm>
            <a:off x="8962744" y="4961491"/>
            <a:ext cx="1643754" cy="463594"/>
            <a:chOff x="7735588" y="2403391"/>
            <a:chExt cx="1643754" cy="463594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FF81905-CA58-4C31-AD89-B6CAFA009C50}"/>
                </a:ext>
              </a:extLst>
            </p:cNvPr>
            <p:cNvSpPr/>
            <p:nvPr/>
          </p:nvSpPr>
          <p:spPr>
            <a:xfrm>
              <a:off x="7735588" y="2403391"/>
              <a:ext cx="1643754" cy="463594"/>
            </a:xfrm>
            <a:prstGeom prst="rect">
              <a:avLst/>
            </a:prstGeom>
            <a:solidFill>
              <a:srgbClr val="BAED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602CEF4-2720-4516-A8B3-08E89174A531}"/>
                </a:ext>
              </a:extLst>
            </p:cNvPr>
            <p:cNvCxnSpPr>
              <a:cxnSpLocks/>
            </p:cNvCxnSpPr>
            <p:nvPr/>
          </p:nvCxnSpPr>
          <p:spPr>
            <a:xfrm>
              <a:off x="8833223" y="2408671"/>
              <a:ext cx="0" cy="45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AB1A785B-4716-4F8D-B2CA-325DFAA6C5DA}"/>
                </a:ext>
              </a:extLst>
            </p:cNvPr>
            <p:cNvSpPr txBox="1"/>
            <p:nvPr/>
          </p:nvSpPr>
          <p:spPr>
            <a:xfrm>
              <a:off x="8301946" y="2465910"/>
              <a:ext cx="540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w</a:t>
              </a: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B03A915C-C123-4852-AF83-5CB1E6E88D6A}"/>
                </a:ext>
              </a:extLst>
            </p:cNvPr>
            <p:cNvSpPr/>
            <p:nvPr/>
          </p:nvSpPr>
          <p:spPr>
            <a:xfrm>
              <a:off x="9066121" y="2590125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405CC01-69FC-4D0A-AB7A-2BC1FAE7912B}"/>
                </a:ext>
              </a:extLst>
            </p:cNvPr>
            <p:cNvCxnSpPr/>
            <p:nvPr/>
          </p:nvCxnSpPr>
          <p:spPr>
            <a:xfrm>
              <a:off x="8286729" y="2403391"/>
              <a:ext cx="0" cy="45765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70AA22D-E5CC-4DAA-BC8B-D7752BC4B4A5}"/>
                </a:ext>
              </a:extLst>
            </p:cNvPr>
            <p:cNvSpPr/>
            <p:nvPr/>
          </p:nvSpPr>
          <p:spPr>
            <a:xfrm>
              <a:off x="7946700" y="2584063"/>
              <a:ext cx="103910" cy="10224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3" name="Connector: Curved 112">
            <a:extLst>
              <a:ext uri="{FF2B5EF4-FFF2-40B4-BE49-F238E27FC236}">
                <a16:creationId xmlns:a16="http://schemas.microsoft.com/office/drawing/2014/main" id="{4195166C-8224-4A6D-A9C1-4BBD35045645}"/>
              </a:ext>
            </a:extLst>
          </p:cNvPr>
          <p:cNvCxnSpPr>
            <a:stCxn id="112" idx="4"/>
            <a:endCxn id="100" idx="2"/>
          </p:cNvCxnSpPr>
          <p:nvPr/>
        </p:nvCxnSpPr>
        <p:spPr>
          <a:xfrm rot="5400000">
            <a:off x="8353797" y="4546244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Curved 113">
            <a:extLst>
              <a:ext uri="{FF2B5EF4-FFF2-40B4-BE49-F238E27FC236}">
                <a16:creationId xmlns:a16="http://schemas.microsoft.com/office/drawing/2014/main" id="{B7E6288E-886B-4172-B317-4C874A210406}"/>
              </a:ext>
            </a:extLst>
          </p:cNvPr>
          <p:cNvCxnSpPr>
            <a:cxnSpLocks/>
            <a:stCxn id="103" idx="0"/>
            <a:endCxn id="107" idx="0"/>
          </p:cNvCxnSpPr>
          <p:nvPr/>
        </p:nvCxnSpPr>
        <p:spPr>
          <a:xfrm rot="5400000" flipH="1" flipV="1">
            <a:off x="8910477" y="4267254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: Curved 114">
            <a:extLst>
              <a:ext uri="{FF2B5EF4-FFF2-40B4-BE49-F238E27FC236}">
                <a16:creationId xmlns:a16="http://schemas.microsoft.com/office/drawing/2014/main" id="{B034FC7E-76CA-4A0A-AAA4-227AFEEF93BA}"/>
              </a:ext>
            </a:extLst>
          </p:cNvPr>
          <p:cNvCxnSpPr>
            <a:cxnSpLocks/>
          </p:cNvCxnSpPr>
          <p:nvPr/>
        </p:nvCxnSpPr>
        <p:spPr>
          <a:xfrm rot="5400000">
            <a:off x="6210212" y="4496217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Curved 115">
            <a:extLst>
              <a:ext uri="{FF2B5EF4-FFF2-40B4-BE49-F238E27FC236}">
                <a16:creationId xmlns:a16="http://schemas.microsoft.com/office/drawing/2014/main" id="{AE5D980E-2AD0-44CF-B722-662F301F06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66892" y="4270392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Curved 116">
            <a:extLst>
              <a:ext uri="{FF2B5EF4-FFF2-40B4-BE49-F238E27FC236}">
                <a16:creationId xmlns:a16="http://schemas.microsoft.com/office/drawing/2014/main" id="{31133F6D-D528-4E4C-9C6C-4846805D9622}"/>
              </a:ext>
            </a:extLst>
          </p:cNvPr>
          <p:cNvCxnSpPr>
            <a:cxnSpLocks/>
          </p:cNvCxnSpPr>
          <p:nvPr/>
        </p:nvCxnSpPr>
        <p:spPr>
          <a:xfrm rot="5400000">
            <a:off x="10482789" y="4582448"/>
            <a:ext cx="173846" cy="1570183"/>
          </a:xfrm>
          <a:prstGeom prst="curvedConnector3">
            <a:avLst>
              <a:gd name="adj1" fmla="val 23149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Curved 117">
            <a:extLst>
              <a:ext uri="{FF2B5EF4-FFF2-40B4-BE49-F238E27FC236}">
                <a16:creationId xmlns:a16="http://schemas.microsoft.com/office/drawing/2014/main" id="{78134DEF-549F-482B-8A6E-C6DD310AD07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039469" y="4345990"/>
            <a:ext cx="179907" cy="1568382"/>
          </a:xfrm>
          <a:prstGeom prst="curvedConnector3">
            <a:avLst>
              <a:gd name="adj1" fmla="val 22706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: Curved 118">
            <a:extLst>
              <a:ext uri="{FF2B5EF4-FFF2-40B4-BE49-F238E27FC236}">
                <a16:creationId xmlns:a16="http://schemas.microsoft.com/office/drawing/2014/main" id="{1172937D-13ED-477D-8DF8-32BFF785F5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8467247" y="4483976"/>
            <a:ext cx="1076374" cy="450528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Curved 119">
            <a:extLst>
              <a:ext uri="{FF2B5EF4-FFF2-40B4-BE49-F238E27FC236}">
                <a16:creationId xmlns:a16="http://schemas.microsoft.com/office/drawing/2014/main" id="{D3468A0F-79DC-400A-9CCF-7F4C4489173B}"/>
              </a:ext>
            </a:extLst>
          </p:cNvPr>
          <p:cNvCxnSpPr>
            <a:cxnSpLocks/>
            <a:endCxn id="94" idx="2"/>
          </p:cNvCxnSpPr>
          <p:nvPr/>
        </p:nvCxnSpPr>
        <p:spPr>
          <a:xfrm rot="5400000" flipH="1" flipV="1">
            <a:off x="7953189" y="4426866"/>
            <a:ext cx="985486" cy="449611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Curved 120">
            <a:extLst>
              <a:ext uri="{FF2B5EF4-FFF2-40B4-BE49-F238E27FC236}">
                <a16:creationId xmlns:a16="http://schemas.microsoft.com/office/drawing/2014/main" id="{DCB8EA9F-369B-4CB6-9D15-2922A8FDCC71}"/>
              </a:ext>
            </a:extLst>
          </p:cNvPr>
          <p:cNvCxnSpPr>
            <a:cxnSpLocks/>
            <a:stCxn id="99" idx="3"/>
          </p:cNvCxnSpPr>
          <p:nvPr/>
        </p:nvCxnSpPr>
        <p:spPr>
          <a:xfrm rot="5400000">
            <a:off x="7430880" y="4315635"/>
            <a:ext cx="996665" cy="291957"/>
          </a:xfrm>
          <a:prstGeom prst="curved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: Curved 121">
            <a:extLst>
              <a:ext uri="{FF2B5EF4-FFF2-40B4-BE49-F238E27FC236}">
                <a16:creationId xmlns:a16="http://schemas.microsoft.com/office/drawing/2014/main" id="{D8C7C7B0-BAEA-4628-A125-4E28D57EF1AE}"/>
              </a:ext>
            </a:extLst>
          </p:cNvPr>
          <p:cNvCxnSpPr>
            <a:cxnSpLocks/>
            <a:stCxn id="97" idx="7"/>
          </p:cNvCxnSpPr>
          <p:nvPr/>
        </p:nvCxnSpPr>
        <p:spPr>
          <a:xfrm rot="16200000" flipH="1">
            <a:off x="9087426" y="4077702"/>
            <a:ext cx="1049405" cy="688085"/>
          </a:xfrm>
          <a:prstGeom prst="curvedConnector3">
            <a:avLst>
              <a:gd name="adj1" fmla="val -2321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A4C5F88-70BB-4E05-BB88-BBF82059D2F9}"/>
              </a:ext>
            </a:extLst>
          </p:cNvPr>
          <p:cNvSpPr txBox="1"/>
          <p:nvPr/>
        </p:nvSpPr>
        <p:spPr>
          <a:xfrm>
            <a:off x="667637" y="2425049"/>
            <a:ext cx="3287567" cy="369332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Rangkaian</a:t>
            </a:r>
            <a:r>
              <a:rPr lang="en-US" dirty="0"/>
              <a:t> doubly-linked list </a:t>
            </a:r>
            <a:r>
              <a:rPr lang="en-US" dirty="0" err="1"/>
              <a:t>awal</a:t>
            </a:r>
            <a:endParaRPr lang="en-US" dirty="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34D14B7D-961D-46F1-9CEE-F433AB69431B}"/>
              </a:ext>
            </a:extLst>
          </p:cNvPr>
          <p:cNvSpPr/>
          <p:nvPr/>
        </p:nvSpPr>
        <p:spPr>
          <a:xfrm>
            <a:off x="7609137" y="3503018"/>
            <a:ext cx="2143583" cy="85060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1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Space-Efficient Linked List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607630-BE1F-4B5B-9C5F-F21717FF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313" y="2127501"/>
            <a:ext cx="4695825" cy="99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0DD216-E089-445F-853D-86EB76140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313" y="3429000"/>
            <a:ext cx="4276725" cy="9239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D90D9A-6117-40BA-B366-216149C5B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9313" y="4736314"/>
            <a:ext cx="6038850" cy="9429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26DB18-D7FC-4D07-9A59-E2118C0C6D2E}"/>
              </a:ext>
            </a:extLst>
          </p:cNvPr>
          <p:cNvSpPr txBox="1"/>
          <p:nvPr/>
        </p:nvSpPr>
        <p:spPr>
          <a:xfrm>
            <a:off x="451618" y="2066568"/>
            <a:ext cx="4826129" cy="374571"/>
          </a:xfrm>
          <a:prstGeom prst="round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Menambahkan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“x” </a:t>
            </a:r>
            <a:r>
              <a:rPr lang="en-US" sz="1600" dirty="0" err="1"/>
              <a:t>diantara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“a” </a:t>
            </a:r>
            <a:r>
              <a:rPr lang="en-US" sz="1600" dirty="0" err="1"/>
              <a:t>dan</a:t>
            </a:r>
            <a:r>
              <a:rPr lang="en-US" sz="1600" dirty="0"/>
              <a:t> “b”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932445-DA76-4D8F-989F-96C32A8C7035}"/>
              </a:ext>
            </a:extLst>
          </p:cNvPr>
          <p:cNvSpPr txBox="1"/>
          <p:nvPr/>
        </p:nvSpPr>
        <p:spPr>
          <a:xfrm>
            <a:off x="417817" y="1172020"/>
            <a:ext cx="4724359" cy="635675"/>
          </a:xfrm>
          <a:prstGeom prst="snip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3 node, node </a:t>
            </a:r>
            <a:r>
              <a:rPr lang="en-US" sz="1600" dirty="0" err="1"/>
              <a:t>pertama</a:t>
            </a:r>
            <a:r>
              <a:rPr lang="en-US" sz="1600" dirty="0"/>
              <a:t> (a, b, c, d), node </a:t>
            </a:r>
            <a:r>
              <a:rPr lang="en-US" sz="1600" dirty="0" err="1"/>
              <a:t>kedua</a:t>
            </a:r>
            <a:r>
              <a:rPr lang="en-US" sz="1600" dirty="0"/>
              <a:t> (e, f, g, h), node </a:t>
            </a:r>
            <a:r>
              <a:rPr lang="en-US" sz="1600" dirty="0" err="1"/>
              <a:t>ketiga</a:t>
            </a:r>
            <a:r>
              <a:rPr lang="en-US" sz="1600" dirty="0"/>
              <a:t> (</a:t>
            </a:r>
            <a:r>
              <a:rPr lang="en-US" sz="1600" dirty="0" err="1"/>
              <a:t>i</a:t>
            </a:r>
            <a:r>
              <a:rPr lang="en-US" sz="1600" dirty="0"/>
              <a:t>, j)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92821FA-D644-453C-9AD8-B308676914F0}"/>
              </a:ext>
            </a:extLst>
          </p:cNvPr>
          <p:cNvGrpSpPr/>
          <p:nvPr/>
        </p:nvGrpSpPr>
        <p:grpSpPr>
          <a:xfrm>
            <a:off x="5805512" y="1308178"/>
            <a:ext cx="4591050" cy="439749"/>
            <a:chOff x="893989" y="2281679"/>
            <a:chExt cx="4591050" cy="43974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C2D566-9DF1-43BA-9612-4E13A65F02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93989" y="2281679"/>
              <a:ext cx="4591050" cy="333375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9E2E4F-C70B-4E03-B4AD-C75ABEB6ECC4}"/>
                </a:ext>
              </a:extLst>
            </p:cNvPr>
            <p:cNvSpPr/>
            <p:nvPr/>
          </p:nvSpPr>
          <p:spPr>
            <a:xfrm>
              <a:off x="1632857" y="2593282"/>
              <a:ext cx="2917372" cy="12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BDAB352-FA2B-4108-A009-C3519998CC87}"/>
              </a:ext>
            </a:extLst>
          </p:cNvPr>
          <p:cNvSpPr txBox="1"/>
          <p:nvPr/>
        </p:nvSpPr>
        <p:spPr>
          <a:xfrm>
            <a:off x="451618" y="2665005"/>
            <a:ext cx="4966552" cy="338554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Menggeser</a:t>
            </a:r>
            <a:r>
              <a:rPr lang="en-US" sz="1600" dirty="0"/>
              <a:t> </a:t>
            </a:r>
            <a:r>
              <a:rPr lang="en-US" sz="1600" dirty="0" err="1"/>
              <a:t>satu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</a:t>
            </a:r>
            <a:r>
              <a:rPr lang="en-US" sz="1600" dirty="0" err="1"/>
              <a:t>setelah</a:t>
            </a:r>
            <a:r>
              <a:rPr lang="en-US" sz="1600" dirty="0"/>
              <a:t> </a:t>
            </a:r>
            <a:r>
              <a:rPr lang="en-US" sz="1600" dirty="0" err="1"/>
              <a:t>penambahan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“x”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02D05C-C7D8-4A73-A901-CA25977D7BF0}"/>
              </a:ext>
            </a:extLst>
          </p:cNvPr>
          <p:cNvSpPr txBox="1"/>
          <p:nvPr/>
        </p:nvSpPr>
        <p:spPr>
          <a:xfrm>
            <a:off x="451618" y="3620218"/>
            <a:ext cx="4042773" cy="338554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(</a:t>
            </a:r>
            <a:r>
              <a:rPr lang="en-US" sz="1600" dirty="0" err="1"/>
              <a:t>i</a:t>
            </a:r>
            <a:r>
              <a:rPr lang="en-US" sz="1600" dirty="0"/>
              <a:t>, j) </a:t>
            </a:r>
            <a:r>
              <a:rPr lang="en-US" sz="1600" dirty="0" err="1"/>
              <a:t>dari</a:t>
            </a:r>
            <a:r>
              <a:rPr lang="en-US" sz="1600" dirty="0"/>
              <a:t> node </a:t>
            </a:r>
            <a:r>
              <a:rPr lang="en-US" sz="1600" dirty="0" err="1"/>
              <a:t>terakhir</a:t>
            </a:r>
            <a:endParaRPr 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0C4C4C-1F63-428F-BDFC-0755BF762E58}"/>
              </a:ext>
            </a:extLst>
          </p:cNvPr>
          <p:cNvSpPr txBox="1"/>
          <p:nvPr/>
        </p:nvSpPr>
        <p:spPr>
          <a:xfrm>
            <a:off x="451618" y="4575431"/>
            <a:ext cx="4357019" cy="830997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Membagi</a:t>
            </a:r>
            <a:r>
              <a:rPr lang="en-US" sz="1600" dirty="0"/>
              <a:t> </a:t>
            </a:r>
            <a:r>
              <a:rPr lang="en-US" sz="1600" dirty="0" err="1"/>
              <a:t>menjadi</a:t>
            </a:r>
            <a:r>
              <a:rPr lang="en-US" sz="1600" dirty="0"/>
              <a:t> 4 node, </a:t>
            </a:r>
            <a:r>
              <a:rPr lang="en-US" sz="1600" dirty="0" err="1"/>
              <a:t>dimana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node ke-2, ke-3 </a:t>
            </a:r>
            <a:r>
              <a:rPr lang="en-US" sz="1600" dirty="0" err="1"/>
              <a:t>dan</a:t>
            </a:r>
            <a:r>
              <a:rPr lang="en-US" sz="1600" dirty="0"/>
              <a:t> ke-4 </a:t>
            </a:r>
            <a:r>
              <a:rPr lang="en-US" sz="1600" dirty="0" err="1"/>
              <a:t>akan</a:t>
            </a:r>
            <a:r>
              <a:rPr lang="en-US" sz="1600" dirty="0"/>
              <a:t> </a:t>
            </a:r>
            <a:r>
              <a:rPr lang="en-US" sz="1600" dirty="0" err="1"/>
              <a:t>dikosongkan</a:t>
            </a:r>
            <a:r>
              <a:rPr lang="en-US" sz="1600" dirty="0"/>
              <a:t> </a:t>
            </a:r>
            <a:r>
              <a:rPr lang="en-US" sz="1600" dirty="0" err="1"/>
              <a:t>bagian</a:t>
            </a:r>
            <a:r>
              <a:rPr lang="en-US" sz="1600" dirty="0"/>
              <a:t> </a:t>
            </a:r>
            <a:r>
              <a:rPr lang="en-US" sz="1600" dirty="0" err="1"/>
              <a:t>akhir</a:t>
            </a:r>
            <a:r>
              <a:rPr lang="en-US" sz="1600" dirty="0"/>
              <a:t> </a:t>
            </a:r>
            <a:r>
              <a:rPr lang="en-US" sz="1600" dirty="0" err="1"/>
              <a:t>pada</a:t>
            </a:r>
            <a:r>
              <a:rPr lang="en-US" sz="1600" dirty="0"/>
              <a:t> </a:t>
            </a:r>
            <a:r>
              <a:rPr lang="en-US" sz="1600" dirty="0" err="1"/>
              <a:t>setiap</a:t>
            </a:r>
            <a:r>
              <a:rPr lang="en-US" sz="1600" dirty="0"/>
              <a:t> node.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2BABA7-2647-4CA4-A84C-E36C1FC18CF2}"/>
              </a:ext>
            </a:extLst>
          </p:cNvPr>
          <p:cNvSpPr/>
          <p:nvPr/>
        </p:nvSpPr>
        <p:spPr>
          <a:xfrm>
            <a:off x="6578181" y="2707537"/>
            <a:ext cx="258554" cy="33855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A90ABD-36E8-48CF-9C6E-0D1E8E6A97B0}"/>
              </a:ext>
            </a:extLst>
          </p:cNvPr>
          <p:cNvCxnSpPr>
            <a:stCxn id="7" idx="3"/>
            <a:endCxn id="16" idx="0"/>
          </p:cNvCxnSpPr>
          <p:nvPr/>
        </p:nvCxnSpPr>
        <p:spPr>
          <a:xfrm>
            <a:off x="5277747" y="2253854"/>
            <a:ext cx="1429711" cy="453683"/>
          </a:xfrm>
          <a:prstGeom prst="straightConnector1">
            <a:avLst/>
          </a:prstGeom>
          <a:ln>
            <a:solidFill>
              <a:srgbClr val="28AF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2BC828C-C4E3-498E-AA5C-C5F1E68D9CA7}"/>
              </a:ext>
            </a:extLst>
          </p:cNvPr>
          <p:cNvSpPr/>
          <p:nvPr/>
        </p:nvSpPr>
        <p:spPr>
          <a:xfrm>
            <a:off x="5384369" y="1386615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2B3DDEC-D0D6-4587-91B5-123E3C152701}"/>
              </a:ext>
            </a:extLst>
          </p:cNvPr>
          <p:cNvSpPr/>
          <p:nvPr/>
        </p:nvSpPr>
        <p:spPr>
          <a:xfrm>
            <a:off x="5560417" y="2748847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B144E79-4F14-403E-87EC-03F0B47886DC}"/>
              </a:ext>
            </a:extLst>
          </p:cNvPr>
          <p:cNvSpPr/>
          <p:nvPr/>
        </p:nvSpPr>
        <p:spPr>
          <a:xfrm>
            <a:off x="5142176" y="370578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48D4370-ADAC-4713-B121-A804EEA375E9}"/>
              </a:ext>
            </a:extLst>
          </p:cNvPr>
          <p:cNvSpPr/>
          <p:nvPr/>
        </p:nvSpPr>
        <p:spPr>
          <a:xfrm>
            <a:off x="5165146" y="487434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0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7" name="whoosh.wav"/>
          </p:stSnd>
        </p:sndAc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387090B-1FDE-44AD-A292-9940DB685BB7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en-US" sz="2500" dirty="0">
                <a:latin typeface="MV Boli" panose="02000500030200090000" pitchFamily="2" charset="0"/>
                <a:cs typeface="MV Boli" panose="02000500030200090000" pitchFamily="2" charset="0"/>
              </a:rPr>
              <a:t>Space-Efficient Linked List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57A3F6-0932-46A0-96AD-D8EB6165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333" y="2177094"/>
            <a:ext cx="4282407" cy="7650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FF484A-F3C3-443E-B7F6-88D0E1D27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333" y="3445165"/>
            <a:ext cx="3858324" cy="765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20296-17AA-4905-95E4-246C6F6A8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5333" y="4702092"/>
            <a:ext cx="4282407" cy="82322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918E653E-303F-482B-A4DF-FF786BC03AFC}"/>
              </a:ext>
            </a:extLst>
          </p:cNvPr>
          <p:cNvGrpSpPr/>
          <p:nvPr/>
        </p:nvGrpSpPr>
        <p:grpSpPr>
          <a:xfrm>
            <a:off x="6605333" y="1498243"/>
            <a:ext cx="4232515" cy="389623"/>
            <a:chOff x="6605333" y="1498243"/>
            <a:chExt cx="4848225" cy="44630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DAA8BAD-9C1A-4497-9950-E17DE5622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05333" y="1498243"/>
              <a:ext cx="4848225" cy="36195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145D399-2ABA-45B3-B475-A9BDD1F54C3A}"/>
                </a:ext>
              </a:extLst>
            </p:cNvPr>
            <p:cNvSpPr/>
            <p:nvPr/>
          </p:nvSpPr>
          <p:spPr>
            <a:xfrm>
              <a:off x="8458487" y="1844186"/>
              <a:ext cx="2129590" cy="100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52CD2E8-80A7-4109-ADCA-AE4397968CD0}"/>
              </a:ext>
            </a:extLst>
          </p:cNvPr>
          <p:cNvSpPr txBox="1"/>
          <p:nvPr/>
        </p:nvSpPr>
        <p:spPr>
          <a:xfrm>
            <a:off x="417817" y="1172020"/>
            <a:ext cx="4724359" cy="635675"/>
          </a:xfrm>
          <a:prstGeom prst="snip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Terdiri</a:t>
            </a:r>
            <a:r>
              <a:rPr lang="en-US" sz="1600" dirty="0"/>
              <a:t> </a:t>
            </a:r>
            <a:r>
              <a:rPr lang="en-US" sz="1600" dirty="0" err="1"/>
              <a:t>dari</a:t>
            </a:r>
            <a:r>
              <a:rPr lang="en-US" sz="1600" dirty="0"/>
              <a:t> 3 node, node </a:t>
            </a:r>
            <a:r>
              <a:rPr lang="en-US" sz="1600" dirty="0" err="1"/>
              <a:t>pertama</a:t>
            </a:r>
            <a:r>
              <a:rPr lang="en-US" sz="1600" dirty="0"/>
              <a:t> (a, b), node </a:t>
            </a:r>
            <a:r>
              <a:rPr lang="en-US" sz="1600" dirty="0" err="1"/>
              <a:t>kedua</a:t>
            </a:r>
            <a:r>
              <a:rPr lang="en-US" sz="1600" dirty="0"/>
              <a:t> (c, d), node </a:t>
            </a:r>
            <a:r>
              <a:rPr lang="en-US" sz="1600" dirty="0" err="1"/>
              <a:t>ketiga</a:t>
            </a:r>
            <a:r>
              <a:rPr lang="en-US" sz="1600" dirty="0"/>
              <a:t> (e, f, 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EE9621-55E8-42D8-A364-BDE7E9034136}"/>
              </a:ext>
            </a:extLst>
          </p:cNvPr>
          <p:cNvSpPr txBox="1"/>
          <p:nvPr/>
        </p:nvSpPr>
        <p:spPr>
          <a:xfrm>
            <a:off x="451618" y="2312942"/>
            <a:ext cx="5390450" cy="584775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Menghapus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“b”</a:t>
            </a:r>
          </a:p>
          <a:p>
            <a:r>
              <a:rPr lang="en-US" sz="1600" dirty="0" err="1"/>
              <a:t>Menggeser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“c” </a:t>
            </a:r>
            <a:r>
              <a:rPr lang="en-US" sz="1600" dirty="0" err="1"/>
              <a:t>dari</a:t>
            </a:r>
            <a:r>
              <a:rPr lang="en-US" sz="1600" dirty="0"/>
              <a:t> node </a:t>
            </a:r>
            <a:r>
              <a:rPr lang="en-US" sz="1600" dirty="0" err="1"/>
              <a:t>kedua</a:t>
            </a:r>
            <a:r>
              <a:rPr lang="en-US" sz="1600" dirty="0"/>
              <a:t> </a:t>
            </a:r>
            <a:r>
              <a:rPr lang="en-US" sz="1600" dirty="0" err="1"/>
              <a:t>menuju</a:t>
            </a:r>
            <a:r>
              <a:rPr lang="en-US" sz="1600" dirty="0"/>
              <a:t> node </a:t>
            </a:r>
            <a:r>
              <a:rPr lang="en-US" sz="1600" dirty="0" err="1"/>
              <a:t>pertama</a:t>
            </a: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1D73B9-D55F-4840-97ED-7AEFC558D206}"/>
              </a:ext>
            </a:extLst>
          </p:cNvPr>
          <p:cNvSpPr txBox="1"/>
          <p:nvPr/>
        </p:nvSpPr>
        <p:spPr>
          <a:xfrm>
            <a:off x="451618" y="3547177"/>
            <a:ext cx="4416465" cy="584775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b, </a:t>
            </a:r>
            <a:r>
              <a:rPr lang="en-US" sz="1600" dirty="0" err="1"/>
              <a:t>menggeser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“c”.</a:t>
            </a:r>
          </a:p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“g”.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2B36A-1EBD-4A88-B5A2-C8FFE769B4A8}"/>
              </a:ext>
            </a:extLst>
          </p:cNvPr>
          <p:cNvSpPr txBox="1"/>
          <p:nvPr/>
        </p:nvSpPr>
        <p:spPr>
          <a:xfrm>
            <a:off x="417817" y="4698541"/>
            <a:ext cx="4450266" cy="584775"/>
          </a:xfrm>
          <a:prstGeom prst="round1Rect">
            <a:avLst/>
          </a:prstGeom>
          <a:noFill/>
          <a:ln>
            <a:solidFill>
              <a:srgbClr val="28AFB6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Menghapus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“b”</a:t>
            </a:r>
          </a:p>
          <a:p>
            <a:r>
              <a:rPr lang="en-US" sz="1600" dirty="0" err="1"/>
              <a:t>Menghilangkan</a:t>
            </a:r>
            <a:r>
              <a:rPr lang="en-US" sz="1600" dirty="0"/>
              <a:t> </a:t>
            </a:r>
            <a:r>
              <a:rPr lang="en-US" sz="1600" dirty="0" err="1"/>
              <a:t>elemen</a:t>
            </a:r>
            <a:r>
              <a:rPr lang="en-US" sz="1600" dirty="0"/>
              <a:t> “g” </a:t>
            </a:r>
            <a:r>
              <a:rPr lang="en-US" sz="1600" dirty="0" err="1"/>
              <a:t>dan</a:t>
            </a:r>
            <a:r>
              <a:rPr lang="en-US" sz="1600" dirty="0"/>
              <a:t> node </a:t>
            </a:r>
            <a:r>
              <a:rPr lang="en-US" sz="1600" dirty="0" err="1"/>
              <a:t>ketiga</a:t>
            </a:r>
            <a:r>
              <a:rPr lang="en-US" sz="1600" dirty="0"/>
              <a:t>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9148A0D-F3DE-4DB1-903E-A66C7D947714}"/>
              </a:ext>
            </a:extLst>
          </p:cNvPr>
          <p:cNvSpPr/>
          <p:nvPr/>
        </p:nvSpPr>
        <p:spPr>
          <a:xfrm>
            <a:off x="7269297" y="2148007"/>
            <a:ext cx="258554" cy="33855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9F1D956E-0189-4FE2-81AB-E2951E187947}"/>
              </a:ext>
            </a:extLst>
          </p:cNvPr>
          <p:cNvSpPr/>
          <p:nvPr/>
        </p:nvSpPr>
        <p:spPr>
          <a:xfrm>
            <a:off x="5384369" y="1386615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268B072-E7B5-416C-9D7F-9F6CE30091CC}"/>
              </a:ext>
            </a:extLst>
          </p:cNvPr>
          <p:cNvSpPr/>
          <p:nvPr/>
        </p:nvSpPr>
        <p:spPr>
          <a:xfrm>
            <a:off x="6091924" y="2486561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73FA810-8A51-4B4A-A3D2-07C4BA7B5BC3}"/>
              </a:ext>
            </a:extLst>
          </p:cNvPr>
          <p:cNvSpPr/>
          <p:nvPr/>
        </p:nvSpPr>
        <p:spPr>
          <a:xfrm>
            <a:off x="5142176" y="370578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A68AA03-EAF1-46B8-B64C-651E36A2DE63}"/>
              </a:ext>
            </a:extLst>
          </p:cNvPr>
          <p:cNvSpPr/>
          <p:nvPr/>
        </p:nvSpPr>
        <p:spPr>
          <a:xfrm>
            <a:off x="5165146" y="4874346"/>
            <a:ext cx="225201" cy="233166"/>
          </a:xfrm>
          <a:prstGeom prst="rightArrow">
            <a:avLst/>
          </a:prstGeom>
          <a:solidFill>
            <a:srgbClr val="28AFB6"/>
          </a:solidFill>
          <a:ln>
            <a:solidFill>
              <a:srgbClr val="28AF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1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7" name="whoosh.wav"/>
          </p:stSnd>
        </p:sndAc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60824137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3550</TotalTime>
  <Words>1472</Words>
  <Application>Microsoft Office PowerPoint</Application>
  <PresentationFormat>Widescreen</PresentationFormat>
  <Paragraphs>339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Britannic Bold</vt:lpstr>
      <vt:lpstr>Calibri</vt:lpstr>
      <vt:lpstr>Calibri Light</vt:lpstr>
      <vt:lpstr>Cambria Math</vt:lpstr>
      <vt:lpstr>Century Gothic</vt:lpstr>
      <vt:lpstr>Courier New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</cp:lastModifiedBy>
  <cp:revision>282</cp:revision>
  <dcterms:created xsi:type="dcterms:W3CDTF">2018-01-15T03:36:45Z</dcterms:created>
  <dcterms:modified xsi:type="dcterms:W3CDTF">2019-03-13T03:12:57Z</dcterms:modified>
</cp:coreProperties>
</file>