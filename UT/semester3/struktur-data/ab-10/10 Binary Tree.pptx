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78" r:id="rId3"/>
    <p:sldId id="280" r:id="rId4"/>
    <p:sldId id="281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97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Binary Tree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3000096" y="1946851"/>
            <a:ext cx="2782924" cy="855047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/>
              <a:t>Binary 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ms-MY" dirty="0"/>
              <a:t>A Basic Binary Tree</a:t>
            </a:r>
            <a:endParaRPr lang="en-US" sz="1100" dirty="0"/>
          </a:p>
          <a:p>
            <a:pPr lvl="1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997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ms-MY" sz="2800" dirty="0">
                <a:latin typeface="Berlin Sans FB" panose="020E0602020502020306" pitchFamily="34" charset="0"/>
              </a:rPr>
              <a:t>Binary Tree</a:t>
            </a:r>
            <a:endParaRPr lang="en-US" sz="1600" dirty="0">
              <a:latin typeface="Berlin Sans FB" panose="020E0602020502020306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62755-DC37-4F5B-A57E-A765408A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65" y="2605374"/>
            <a:ext cx="1962150" cy="2647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FD8161-0E75-4792-983C-4A1734690E94}"/>
              </a:ext>
            </a:extLst>
          </p:cNvPr>
          <p:cNvSpPr txBox="1"/>
          <p:nvPr/>
        </p:nvSpPr>
        <p:spPr>
          <a:xfrm>
            <a:off x="4074860" y="1685795"/>
            <a:ext cx="7211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Tree,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node parent (root), node child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penghubung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node.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509E7-29E1-43E2-995B-C0EF8CA4F1D5}"/>
              </a:ext>
            </a:extLst>
          </p:cNvPr>
          <p:cNvSpPr txBox="1"/>
          <p:nvPr/>
        </p:nvSpPr>
        <p:spPr>
          <a:xfrm>
            <a:off x="7857095" y="2605374"/>
            <a:ext cx="238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parent = </a:t>
            </a:r>
            <a:r>
              <a:rPr lang="en-US" dirty="0" err="1"/>
              <a:t>u.parent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82ED5A-A791-4BD8-93AD-35C5DDF6011E}"/>
              </a:ext>
            </a:extLst>
          </p:cNvPr>
          <p:cNvSpPr txBox="1"/>
          <p:nvPr/>
        </p:nvSpPr>
        <p:spPr>
          <a:xfrm>
            <a:off x="7730913" y="3744683"/>
            <a:ext cx="2808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child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u.parent</a:t>
            </a:r>
            <a:r>
              <a:rPr lang="en-US" dirty="0"/>
              <a:t> = 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7AAF1-F477-44EC-98F7-4139E8A5D6B3}"/>
              </a:ext>
            </a:extLst>
          </p:cNvPr>
          <p:cNvSpPr txBox="1"/>
          <p:nvPr/>
        </p:nvSpPr>
        <p:spPr>
          <a:xfrm>
            <a:off x="4074860" y="5654720"/>
            <a:ext cx="2500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child </a:t>
            </a:r>
            <a:r>
              <a:rPr lang="en-US" dirty="0" err="1"/>
              <a:t>dari</a:t>
            </a:r>
            <a:r>
              <a:rPr lang="en-US" dirty="0"/>
              <a:t> u = </a:t>
            </a:r>
            <a:r>
              <a:rPr lang="en-US" dirty="0" err="1"/>
              <a:t>u.left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9189C-C794-413F-BF9F-31E302F5142A}"/>
              </a:ext>
            </a:extLst>
          </p:cNvPr>
          <p:cNvSpPr txBox="1"/>
          <p:nvPr/>
        </p:nvSpPr>
        <p:spPr>
          <a:xfrm>
            <a:off x="7073094" y="5653969"/>
            <a:ext cx="26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child </a:t>
            </a:r>
            <a:r>
              <a:rPr lang="en-US" dirty="0" err="1"/>
              <a:t>dari</a:t>
            </a:r>
            <a:r>
              <a:rPr lang="en-US" dirty="0"/>
              <a:t> u = </a:t>
            </a:r>
            <a:r>
              <a:rPr lang="en-US" dirty="0" err="1"/>
              <a:t>u.right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886F08-67BE-4C9A-9D1B-94EB85CBACD3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325138" y="4969254"/>
            <a:ext cx="662507" cy="685466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2B2E26-0C32-4A7C-975B-786400897D1B}"/>
              </a:ext>
            </a:extLst>
          </p:cNvPr>
          <p:cNvCxnSpPr>
            <a:endCxn id="12" idx="0"/>
          </p:cNvCxnSpPr>
          <p:nvPr/>
        </p:nvCxnSpPr>
        <p:spPr>
          <a:xfrm>
            <a:off x="7363461" y="4969254"/>
            <a:ext cx="1022397" cy="684715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32F101-EF78-4763-A752-2AC21C8B1EC0}"/>
              </a:ext>
            </a:extLst>
          </p:cNvPr>
          <p:cNvCxnSpPr>
            <a:endCxn id="9" idx="1"/>
          </p:cNvCxnSpPr>
          <p:nvPr/>
        </p:nvCxnSpPr>
        <p:spPr>
          <a:xfrm flipV="1">
            <a:off x="6677440" y="2790040"/>
            <a:ext cx="1179655" cy="295930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664C8E-1952-4D83-B891-7C70B79380B7}"/>
              </a:ext>
            </a:extLst>
          </p:cNvPr>
          <p:cNvCxnSpPr>
            <a:endCxn id="7" idx="3"/>
          </p:cNvCxnSpPr>
          <p:nvPr/>
        </p:nvCxnSpPr>
        <p:spPr>
          <a:xfrm>
            <a:off x="6806485" y="3929349"/>
            <a:ext cx="852030" cy="0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40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14948"/>
            <a:ext cx="5571045" cy="4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ms-MY" sz="2400" dirty="0">
                <a:latin typeface="Berlin Sans FB" panose="020E0602020502020306" pitchFamily="34" charset="0"/>
              </a:rPr>
              <a:t>A Basic Binary Tree</a:t>
            </a:r>
            <a:endParaRPr lang="en-US" sz="1400" dirty="0">
              <a:latin typeface="Berlin Sans FB" panose="020E06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BF5A9-14C4-4CFC-ADD5-FA02844BD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" y="2526982"/>
            <a:ext cx="1962150" cy="2638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DD3A21-99EB-4DAA-84B7-320C84C72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347" y="2776053"/>
            <a:ext cx="3914775" cy="241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0A4EF-6656-47A6-888E-94A071D0C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943" y="2717481"/>
            <a:ext cx="4152900" cy="2257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1BDEE9-EED5-49D1-9FF0-CBD1E27CBB40}"/>
              </a:ext>
            </a:extLst>
          </p:cNvPr>
          <p:cNvSpPr txBox="1"/>
          <p:nvPr/>
        </p:nvSpPr>
        <p:spPr>
          <a:xfrm>
            <a:off x="537210" y="1737360"/>
            <a:ext cx="721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Lintasan</a:t>
            </a:r>
            <a:r>
              <a:rPr lang="en-US" dirty="0"/>
              <a:t> yang </a:t>
            </a:r>
            <a:r>
              <a:rPr lang="en-US" dirty="0" err="1"/>
              <a:t>dilewati</a:t>
            </a:r>
            <a:r>
              <a:rPr lang="en-US" dirty="0"/>
              <a:t>, </a:t>
            </a:r>
            <a:r>
              <a:rPr lang="en-US" dirty="0" err="1"/>
              <a:t>ditantai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yang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hijau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0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6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99</Words>
  <Application>Microsoft Office PowerPoint</Application>
  <PresentationFormat>Widescreen</PresentationFormat>
  <Paragraphs>21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79</cp:revision>
  <dcterms:created xsi:type="dcterms:W3CDTF">2018-01-15T03:36:45Z</dcterms:created>
  <dcterms:modified xsi:type="dcterms:W3CDTF">2023-09-03T06:29:19Z</dcterms:modified>
</cp:coreProperties>
</file>