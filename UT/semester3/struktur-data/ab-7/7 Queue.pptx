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81" r:id="rId3"/>
    <p:sldId id="331" r:id="rId4"/>
    <p:sldId id="321" r:id="rId5"/>
    <p:sldId id="322" r:id="rId6"/>
    <p:sldId id="323" r:id="rId7"/>
    <p:sldId id="282" r:id="rId8"/>
    <p:sldId id="335" r:id="rId9"/>
    <p:sldId id="336" r:id="rId10"/>
    <p:sldId id="338" r:id="rId11"/>
    <p:sldId id="283" r:id="rId12"/>
    <p:sldId id="284" r:id="rId13"/>
    <p:sldId id="27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97" autoAdjust="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E07095-90F8-43F5-9AD6-9F44EF5F5421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1D50A4C5-8641-439E-A6E0-0485A1C0F018}">
      <dgm:prSet phldrT="[Text]"/>
      <dgm:spPr/>
      <dgm:t>
        <a:bodyPr/>
        <a:lstStyle/>
        <a:p>
          <a:r>
            <a:rPr lang="en-US" dirty="0" err="1"/>
            <a:t>Nilai</a:t>
          </a:r>
          <a:r>
            <a:rPr lang="en-US" dirty="0"/>
            <a:t> A, B, C, D, E </a:t>
          </a:r>
          <a:r>
            <a:rPr lang="en-US" dirty="0" err="1"/>
            <a:t>telah</a:t>
          </a:r>
          <a:r>
            <a:rPr lang="en-US" dirty="0"/>
            <a:t> di proses, </a:t>
          </a:r>
          <a:r>
            <a:rPr lang="en-US" dirty="0" err="1"/>
            <a:t>sehingga</a:t>
          </a:r>
          <a:r>
            <a:rPr lang="en-US" dirty="0"/>
            <a:t> di </a:t>
          </a:r>
          <a:r>
            <a:rPr lang="en-US" dirty="0" err="1"/>
            <a:t>hapus</a:t>
          </a:r>
          <a:r>
            <a:rPr lang="en-US" dirty="0"/>
            <a:t> </a:t>
          </a:r>
          <a:r>
            <a:rPr lang="en-US" dirty="0" err="1"/>
            <a:t>dari</a:t>
          </a:r>
          <a:r>
            <a:rPr lang="en-US" dirty="0"/>
            <a:t> </a:t>
          </a:r>
          <a:r>
            <a:rPr lang="en-US" dirty="0" err="1"/>
            <a:t>antrian</a:t>
          </a:r>
          <a:endParaRPr lang="en-US" dirty="0"/>
        </a:p>
      </dgm:t>
    </dgm:pt>
    <dgm:pt modelId="{0C52BBB6-068B-413A-9906-9B9F1E8DFE18}" type="parTrans" cxnId="{001549D1-4469-480E-A292-74567775BC5E}">
      <dgm:prSet/>
      <dgm:spPr/>
      <dgm:t>
        <a:bodyPr/>
        <a:lstStyle/>
        <a:p>
          <a:endParaRPr lang="en-US"/>
        </a:p>
      </dgm:t>
    </dgm:pt>
    <dgm:pt modelId="{A36636EB-A6FA-41BB-907B-EB688ECA08D3}" type="sibTrans" cxnId="{001549D1-4469-480E-A292-74567775BC5E}">
      <dgm:prSet/>
      <dgm:spPr/>
      <dgm:t>
        <a:bodyPr/>
        <a:lstStyle/>
        <a:p>
          <a:endParaRPr lang="en-US"/>
        </a:p>
      </dgm:t>
    </dgm:pt>
    <dgm:pt modelId="{7CF97328-5D19-41C9-AA71-19AA32003929}" type="pres">
      <dgm:prSet presAssocID="{E3E07095-90F8-43F5-9AD6-9F44EF5F5421}" presName="Name0" presStyleCnt="0">
        <dgm:presLayoutVars>
          <dgm:dir/>
          <dgm:animOne val="branch"/>
          <dgm:animLvl val="lvl"/>
        </dgm:presLayoutVars>
      </dgm:prSet>
      <dgm:spPr/>
    </dgm:pt>
    <dgm:pt modelId="{26880A98-7E16-417C-B670-93AE3EA7E27E}" type="pres">
      <dgm:prSet presAssocID="{1D50A4C5-8641-439E-A6E0-0485A1C0F018}" presName="chaos" presStyleCnt="0"/>
      <dgm:spPr/>
    </dgm:pt>
    <dgm:pt modelId="{2433CAE0-14ED-4D8F-B290-B12D612C8D46}" type="pres">
      <dgm:prSet presAssocID="{1D50A4C5-8641-439E-A6E0-0485A1C0F018}" presName="parTx1" presStyleLbl="revTx" presStyleIdx="0" presStyleCnt="1"/>
      <dgm:spPr/>
    </dgm:pt>
    <dgm:pt modelId="{A6AA33DC-23B3-4ACE-B3DF-9075630A9D89}" type="pres">
      <dgm:prSet presAssocID="{1D50A4C5-8641-439E-A6E0-0485A1C0F018}" presName="c1" presStyleLbl="node1" presStyleIdx="0" presStyleCnt="18"/>
      <dgm:spPr/>
    </dgm:pt>
    <dgm:pt modelId="{1CB9A4CD-9514-4A7B-8086-8DB16648BC24}" type="pres">
      <dgm:prSet presAssocID="{1D50A4C5-8641-439E-A6E0-0485A1C0F018}" presName="c2" presStyleLbl="node1" presStyleIdx="1" presStyleCnt="18"/>
      <dgm:spPr/>
    </dgm:pt>
    <dgm:pt modelId="{8307F7CE-C36B-4676-8E59-717D213EA1EA}" type="pres">
      <dgm:prSet presAssocID="{1D50A4C5-8641-439E-A6E0-0485A1C0F018}" presName="c3" presStyleLbl="node1" presStyleIdx="2" presStyleCnt="18"/>
      <dgm:spPr/>
    </dgm:pt>
    <dgm:pt modelId="{7982321A-7AFD-44DF-931C-E316A73B9623}" type="pres">
      <dgm:prSet presAssocID="{1D50A4C5-8641-439E-A6E0-0485A1C0F018}" presName="c4" presStyleLbl="node1" presStyleIdx="3" presStyleCnt="18"/>
      <dgm:spPr/>
    </dgm:pt>
    <dgm:pt modelId="{66C1858E-719D-4503-AA7F-995DE252BAB5}" type="pres">
      <dgm:prSet presAssocID="{1D50A4C5-8641-439E-A6E0-0485A1C0F018}" presName="c5" presStyleLbl="node1" presStyleIdx="4" presStyleCnt="18"/>
      <dgm:spPr/>
    </dgm:pt>
    <dgm:pt modelId="{0AF1F27F-FB87-4B34-9CA9-C29C74BAAE68}" type="pres">
      <dgm:prSet presAssocID="{1D50A4C5-8641-439E-A6E0-0485A1C0F018}" presName="c6" presStyleLbl="node1" presStyleIdx="5" presStyleCnt="18"/>
      <dgm:spPr/>
    </dgm:pt>
    <dgm:pt modelId="{91B71850-160F-4984-9BF2-AE4D74E49E4C}" type="pres">
      <dgm:prSet presAssocID="{1D50A4C5-8641-439E-A6E0-0485A1C0F018}" presName="c7" presStyleLbl="node1" presStyleIdx="6" presStyleCnt="18"/>
      <dgm:spPr/>
    </dgm:pt>
    <dgm:pt modelId="{A5382E64-8213-4AA1-BC1A-C180DA35D0BB}" type="pres">
      <dgm:prSet presAssocID="{1D50A4C5-8641-439E-A6E0-0485A1C0F018}" presName="c8" presStyleLbl="node1" presStyleIdx="7" presStyleCnt="18"/>
      <dgm:spPr/>
    </dgm:pt>
    <dgm:pt modelId="{4B05DC3F-961A-49C8-A4BB-BC997C69CE68}" type="pres">
      <dgm:prSet presAssocID="{1D50A4C5-8641-439E-A6E0-0485A1C0F018}" presName="c9" presStyleLbl="node1" presStyleIdx="8" presStyleCnt="18"/>
      <dgm:spPr/>
    </dgm:pt>
    <dgm:pt modelId="{18300DC5-8BF9-42B4-B314-EE7D36FCF677}" type="pres">
      <dgm:prSet presAssocID="{1D50A4C5-8641-439E-A6E0-0485A1C0F018}" presName="c10" presStyleLbl="node1" presStyleIdx="9" presStyleCnt="18"/>
      <dgm:spPr/>
    </dgm:pt>
    <dgm:pt modelId="{6ACFDBF8-4537-4A51-9FAC-3A2D537FA08B}" type="pres">
      <dgm:prSet presAssocID="{1D50A4C5-8641-439E-A6E0-0485A1C0F018}" presName="c11" presStyleLbl="node1" presStyleIdx="10" presStyleCnt="18"/>
      <dgm:spPr/>
    </dgm:pt>
    <dgm:pt modelId="{E0E5BA59-49EA-4125-80F2-CCEE0F478B29}" type="pres">
      <dgm:prSet presAssocID="{1D50A4C5-8641-439E-A6E0-0485A1C0F018}" presName="c12" presStyleLbl="node1" presStyleIdx="11" presStyleCnt="18"/>
      <dgm:spPr/>
    </dgm:pt>
    <dgm:pt modelId="{FC731DFC-0920-438C-A1ED-67245ABA8A23}" type="pres">
      <dgm:prSet presAssocID="{1D50A4C5-8641-439E-A6E0-0485A1C0F018}" presName="c13" presStyleLbl="node1" presStyleIdx="12" presStyleCnt="18"/>
      <dgm:spPr/>
    </dgm:pt>
    <dgm:pt modelId="{18194BAD-7992-4DE2-A8AD-4ED35DF4550D}" type="pres">
      <dgm:prSet presAssocID="{1D50A4C5-8641-439E-A6E0-0485A1C0F018}" presName="c14" presStyleLbl="node1" presStyleIdx="13" presStyleCnt="18"/>
      <dgm:spPr/>
    </dgm:pt>
    <dgm:pt modelId="{7035746E-8C53-410D-99FE-C9FEF1C7B4A8}" type="pres">
      <dgm:prSet presAssocID="{1D50A4C5-8641-439E-A6E0-0485A1C0F018}" presName="c15" presStyleLbl="node1" presStyleIdx="14" presStyleCnt="18"/>
      <dgm:spPr/>
    </dgm:pt>
    <dgm:pt modelId="{50BE12BD-BE15-4C3E-BD62-456F5C984A19}" type="pres">
      <dgm:prSet presAssocID="{1D50A4C5-8641-439E-A6E0-0485A1C0F018}" presName="c16" presStyleLbl="node1" presStyleIdx="15" presStyleCnt="18"/>
      <dgm:spPr/>
    </dgm:pt>
    <dgm:pt modelId="{FF28AD7A-9782-4B6B-9E70-9CDBA5961CFE}" type="pres">
      <dgm:prSet presAssocID="{1D50A4C5-8641-439E-A6E0-0485A1C0F018}" presName="c17" presStyleLbl="node1" presStyleIdx="16" presStyleCnt="18"/>
      <dgm:spPr/>
    </dgm:pt>
    <dgm:pt modelId="{D5E5F3FA-F281-496E-AF9C-DFE9F16FB64B}" type="pres">
      <dgm:prSet presAssocID="{1D50A4C5-8641-439E-A6E0-0485A1C0F018}" presName="c18" presStyleLbl="node1" presStyleIdx="17" presStyleCnt="18"/>
      <dgm:spPr/>
    </dgm:pt>
  </dgm:ptLst>
  <dgm:cxnLst>
    <dgm:cxn modelId="{5095B345-1F6A-4731-8984-1102D0065217}" type="presOf" srcId="{1D50A4C5-8641-439E-A6E0-0485A1C0F018}" destId="{2433CAE0-14ED-4D8F-B290-B12D612C8D46}" srcOrd="0" destOrd="0" presId="urn:microsoft.com/office/officeart/2009/3/layout/RandomtoResultProcess"/>
    <dgm:cxn modelId="{93BE0F6F-D662-4818-B678-CA1AB63AF787}" type="presOf" srcId="{E3E07095-90F8-43F5-9AD6-9F44EF5F5421}" destId="{7CF97328-5D19-41C9-AA71-19AA32003929}" srcOrd="0" destOrd="0" presId="urn:microsoft.com/office/officeart/2009/3/layout/RandomtoResultProcess"/>
    <dgm:cxn modelId="{001549D1-4469-480E-A292-74567775BC5E}" srcId="{E3E07095-90F8-43F5-9AD6-9F44EF5F5421}" destId="{1D50A4C5-8641-439E-A6E0-0485A1C0F018}" srcOrd="0" destOrd="0" parTransId="{0C52BBB6-068B-413A-9906-9B9F1E8DFE18}" sibTransId="{A36636EB-A6FA-41BB-907B-EB688ECA08D3}"/>
    <dgm:cxn modelId="{16B697F7-F6CD-4BFB-832E-459C7F8D461A}" type="presParOf" srcId="{7CF97328-5D19-41C9-AA71-19AA32003929}" destId="{26880A98-7E16-417C-B670-93AE3EA7E27E}" srcOrd="0" destOrd="0" presId="urn:microsoft.com/office/officeart/2009/3/layout/RandomtoResultProcess"/>
    <dgm:cxn modelId="{3C8143B9-1BC8-444D-8399-06F1AB8FB479}" type="presParOf" srcId="{26880A98-7E16-417C-B670-93AE3EA7E27E}" destId="{2433CAE0-14ED-4D8F-B290-B12D612C8D46}" srcOrd="0" destOrd="0" presId="urn:microsoft.com/office/officeart/2009/3/layout/RandomtoResultProcess"/>
    <dgm:cxn modelId="{EF9BE509-81E3-4B78-A4BD-E25EEAF06423}" type="presParOf" srcId="{26880A98-7E16-417C-B670-93AE3EA7E27E}" destId="{A6AA33DC-23B3-4ACE-B3DF-9075630A9D89}" srcOrd="1" destOrd="0" presId="urn:microsoft.com/office/officeart/2009/3/layout/RandomtoResultProcess"/>
    <dgm:cxn modelId="{7F29520C-A00E-4316-8812-3714954F753A}" type="presParOf" srcId="{26880A98-7E16-417C-B670-93AE3EA7E27E}" destId="{1CB9A4CD-9514-4A7B-8086-8DB16648BC24}" srcOrd="2" destOrd="0" presId="urn:microsoft.com/office/officeart/2009/3/layout/RandomtoResultProcess"/>
    <dgm:cxn modelId="{E35827A8-C644-4E4E-850A-11943B47DEBB}" type="presParOf" srcId="{26880A98-7E16-417C-B670-93AE3EA7E27E}" destId="{8307F7CE-C36B-4676-8E59-717D213EA1EA}" srcOrd="3" destOrd="0" presId="urn:microsoft.com/office/officeart/2009/3/layout/RandomtoResultProcess"/>
    <dgm:cxn modelId="{857CC466-C3E3-456C-873F-AD2054375531}" type="presParOf" srcId="{26880A98-7E16-417C-B670-93AE3EA7E27E}" destId="{7982321A-7AFD-44DF-931C-E316A73B9623}" srcOrd="4" destOrd="0" presId="urn:microsoft.com/office/officeart/2009/3/layout/RandomtoResultProcess"/>
    <dgm:cxn modelId="{A4C4EFC2-DB92-4F63-856E-9245E7F9938A}" type="presParOf" srcId="{26880A98-7E16-417C-B670-93AE3EA7E27E}" destId="{66C1858E-719D-4503-AA7F-995DE252BAB5}" srcOrd="5" destOrd="0" presId="urn:microsoft.com/office/officeart/2009/3/layout/RandomtoResultProcess"/>
    <dgm:cxn modelId="{2832C684-B030-4FC7-A22F-09CEBC345DF3}" type="presParOf" srcId="{26880A98-7E16-417C-B670-93AE3EA7E27E}" destId="{0AF1F27F-FB87-4B34-9CA9-C29C74BAAE68}" srcOrd="6" destOrd="0" presId="urn:microsoft.com/office/officeart/2009/3/layout/RandomtoResultProcess"/>
    <dgm:cxn modelId="{C943A149-19E1-496A-89B5-EB252ED428BE}" type="presParOf" srcId="{26880A98-7E16-417C-B670-93AE3EA7E27E}" destId="{91B71850-160F-4984-9BF2-AE4D74E49E4C}" srcOrd="7" destOrd="0" presId="urn:microsoft.com/office/officeart/2009/3/layout/RandomtoResultProcess"/>
    <dgm:cxn modelId="{E397C7E7-5FAB-4D93-A55B-5D121803B0BD}" type="presParOf" srcId="{26880A98-7E16-417C-B670-93AE3EA7E27E}" destId="{A5382E64-8213-4AA1-BC1A-C180DA35D0BB}" srcOrd="8" destOrd="0" presId="urn:microsoft.com/office/officeart/2009/3/layout/RandomtoResultProcess"/>
    <dgm:cxn modelId="{1F856EDC-5C9D-4C09-B29A-FAB6BAFFE30C}" type="presParOf" srcId="{26880A98-7E16-417C-B670-93AE3EA7E27E}" destId="{4B05DC3F-961A-49C8-A4BB-BC997C69CE68}" srcOrd="9" destOrd="0" presId="urn:microsoft.com/office/officeart/2009/3/layout/RandomtoResultProcess"/>
    <dgm:cxn modelId="{351342C9-469C-452C-AFEB-9DEEEA7CDE51}" type="presParOf" srcId="{26880A98-7E16-417C-B670-93AE3EA7E27E}" destId="{18300DC5-8BF9-42B4-B314-EE7D36FCF677}" srcOrd="10" destOrd="0" presId="urn:microsoft.com/office/officeart/2009/3/layout/RandomtoResultProcess"/>
    <dgm:cxn modelId="{696CC0A9-9809-45F8-AAE2-ED3763B23210}" type="presParOf" srcId="{26880A98-7E16-417C-B670-93AE3EA7E27E}" destId="{6ACFDBF8-4537-4A51-9FAC-3A2D537FA08B}" srcOrd="11" destOrd="0" presId="urn:microsoft.com/office/officeart/2009/3/layout/RandomtoResultProcess"/>
    <dgm:cxn modelId="{167A144A-9C4B-4E7A-9E4B-6C129C8E450E}" type="presParOf" srcId="{26880A98-7E16-417C-B670-93AE3EA7E27E}" destId="{E0E5BA59-49EA-4125-80F2-CCEE0F478B29}" srcOrd="12" destOrd="0" presId="urn:microsoft.com/office/officeart/2009/3/layout/RandomtoResultProcess"/>
    <dgm:cxn modelId="{AA3CEA27-C9EE-4CF9-B278-0D14ED62ED66}" type="presParOf" srcId="{26880A98-7E16-417C-B670-93AE3EA7E27E}" destId="{FC731DFC-0920-438C-A1ED-67245ABA8A23}" srcOrd="13" destOrd="0" presId="urn:microsoft.com/office/officeart/2009/3/layout/RandomtoResultProcess"/>
    <dgm:cxn modelId="{FC7326FF-B0A0-4434-9FFB-1DA70F4BEFC1}" type="presParOf" srcId="{26880A98-7E16-417C-B670-93AE3EA7E27E}" destId="{18194BAD-7992-4DE2-A8AD-4ED35DF4550D}" srcOrd="14" destOrd="0" presId="urn:microsoft.com/office/officeart/2009/3/layout/RandomtoResultProcess"/>
    <dgm:cxn modelId="{94112E35-4877-4897-8A30-8C9C829F281B}" type="presParOf" srcId="{26880A98-7E16-417C-B670-93AE3EA7E27E}" destId="{7035746E-8C53-410D-99FE-C9FEF1C7B4A8}" srcOrd="15" destOrd="0" presId="urn:microsoft.com/office/officeart/2009/3/layout/RandomtoResultProcess"/>
    <dgm:cxn modelId="{55B4FB0B-9CD2-41FF-95CC-A7CEA421AB9E}" type="presParOf" srcId="{26880A98-7E16-417C-B670-93AE3EA7E27E}" destId="{50BE12BD-BE15-4C3E-BD62-456F5C984A19}" srcOrd="16" destOrd="0" presId="urn:microsoft.com/office/officeart/2009/3/layout/RandomtoResultProcess"/>
    <dgm:cxn modelId="{4590EF79-9533-4230-8BFB-69173F15B1CC}" type="presParOf" srcId="{26880A98-7E16-417C-B670-93AE3EA7E27E}" destId="{FF28AD7A-9782-4B6B-9E70-9CDBA5961CFE}" srcOrd="17" destOrd="0" presId="urn:microsoft.com/office/officeart/2009/3/layout/RandomtoResultProcess"/>
    <dgm:cxn modelId="{52828B44-0F30-41E7-BB80-44D631973241}" type="presParOf" srcId="{26880A98-7E16-417C-B670-93AE3EA7E27E}" destId="{D5E5F3FA-F281-496E-AF9C-DFE9F16FB64B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E07095-90F8-43F5-9AD6-9F44EF5F5421}" type="doc">
      <dgm:prSet loTypeId="urn:microsoft.com/office/officeart/2005/8/layout/process1" loCatId="process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1D50A4C5-8641-439E-A6E0-0485A1C0F018}">
      <dgm:prSet phldrT="[Text]"/>
      <dgm:spPr/>
      <dgm:t>
        <a:bodyPr/>
        <a:lstStyle/>
        <a:p>
          <a:r>
            <a:rPr lang="en-US" dirty="0" err="1"/>
            <a:t>Nilai</a:t>
          </a:r>
          <a:r>
            <a:rPr lang="en-US" dirty="0"/>
            <a:t> F </a:t>
          </a:r>
          <a:r>
            <a:rPr lang="en-US" dirty="0" err="1"/>
            <a:t>menunjukkan</a:t>
          </a:r>
          <a:r>
            <a:rPr lang="en-US" dirty="0"/>
            <a:t> </a:t>
          </a:r>
          <a:r>
            <a:rPr lang="en-US" dirty="0" err="1"/>
            <a:t>nilai</a:t>
          </a:r>
          <a:r>
            <a:rPr lang="en-US" dirty="0"/>
            <a:t> </a:t>
          </a:r>
          <a:r>
            <a:rPr lang="en-US" dirty="0" err="1"/>
            <a:t>pertama</a:t>
          </a:r>
          <a:r>
            <a:rPr lang="en-US" dirty="0"/>
            <a:t> </a:t>
          </a:r>
          <a:r>
            <a:rPr lang="en-US" dirty="0" err="1"/>
            <a:t>pada</a:t>
          </a:r>
          <a:r>
            <a:rPr lang="en-US" dirty="0"/>
            <a:t> </a:t>
          </a:r>
          <a:r>
            <a:rPr lang="en-US" dirty="0" err="1"/>
            <a:t>antrian</a:t>
          </a:r>
          <a:endParaRPr lang="en-US" dirty="0"/>
        </a:p>
      </dgm:t>
    </dgm:pt>
    <dgm:pt modelId="{0C52BBB6-068B-413A-9906-9B9F1E8DFE18}" type="parTrans" cxnId="{001549D1-4469-480E-A292-74567775BC5E}">
      <dgm:prSet/>
      <dgm:spPr/>
      <dgm:t>
        <a:bodyPr/>
        <a:lstStyle/>
        <a:p>
          <a:endParaRPr lang="en-US"/>
        </a:p>
      </dgm:t>
    </dgm:pt>
    <dgm:pt modelId="{A36636EB-A6FA-41BB-907B-EB688ECA08D3}" type="sibTrans" cxnId="{001549D1-4469-480E-A292-74567775BC5E}">
      <dgm:prSet/>
      <dgm:spPr/>
      <dgm:t>
        <a:bodyPr/>
        <a:lstStyle/>
        <a:p>
          <a:endParaRPr lang="en-US"/>
        </a:p>
      </dgm:t>
    </dgm:pt>
    <dgm:pt modelId="{49B61461-0017-462E-A571-40A053F4AD49}" type="pres">
      <dgm:prSet presAssocID="{E3E07095-90F8-43F5-9AD6-9F44EF5F5421}" presName="Name0" presStyleCnt="0">
        <dgm:presLayoutVars>
          <dgm:dir/>
          <dgm:resizeHandles val="exact"/>
        </dgm:presLayoutVars>
      </dgm:prSet>
      <dgm:spPr/>
    </dgm:pt>
    <dgm:pt modelId="{78A79321-5952-4322-A4E2-DAD39FEFA634}" type="pres">
      <dgm:prSet presAssocID="{1D50A4C5-8641-439E-A6E0-0485A1C0F018}" presName="node" presStyleLbl="node1" presStyleIdx="0" presStyleCnt="1">
        <dgm:presLayoutVars>
          <dgm:bulletEnabled val="1"/>
        </dgm:presLayoutVars>
      </dgm:prSet>
      <dgm:spPr/>
    </dgm:pt>
  </dgm:ptLst>
  <dgm:cxnLst>
    <dgm:cxn modelId="{941EDF00-3466-4A90-BC7F-8C3A92FD8186}" type="presOf" srcId="{1D50A4C5-8641-439E-A6E0-0485A1C0F018}" destId="{78A79321-5952-4322-A4E2-DAD39FEFA634}" srcOrd="0" destOrd="0" presId="urn:microsoft.com/office/officeart/2005/8/layout/process1"/>
    <dgm:cxn modelId="{1CB516B1-6249-450F-91A4-3F2730F616D0}" type="presOf" srcId="{E3E07095-90F8-43F5-9AD6-9F44EF5F5421}" destId="{49B61461-0017-462E-A571-40A053F4AD49}" srcOrd="0" destOrd="0" presId="urn:microsoft.com/office/officeart/2005/8/layout/process1"/>
    <dgm:cxn modelId="{001549D1-4469-480E-A292-74567775BC5E}" srcId="{E3E07095-90F8-43F5-9AD6-9F44EF5F5421}" destId="{1D50A4C5-8641-439E-A6E0-0485A1C0F018}" srcOrd="0" destOrd="0" parTransId="{0C52BBB6-068B-413A-9906-9B9F1E8DFE18}" sibTransId="{A36636EB-A6FA-41BB-907B-EB688ECA08D3}"/>
    <dgm:cxn modelId="{AAA2DB2F-526A-4FA5-B0B2-116E44FFCE33}" type="presParOf" srcId="{49B61461-0017-462E-A571-40A053F4AD49}" destId="{78A79321-5952-4322-A4E2-DAD39FEFA634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BEF9F3-7A27-4F81-BCB1-5A4DDD418B6F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7197653F-24F2-464E-A6DC-95A7695ACAAA}">
      <dgm:prSet phldrT="[Text]"/>
      <dgm:spPr/>
      <dgm:t>
        <a:bodyPr/>
        <a:lstStyle/>
        <a:p>
          <a:r>
            <a:rPr lang="en-US"/>
            <a:t>enqueue(e): Menambah satu elemen diakhir antrian</a:t>
          </a:r>
          <a:endParaRPr lang="en-US" dirty="0"/>
        </a:p>
      </dgm:t>
    </dgm:pt>
    <dgm:pt modelId="{DF6C5D30-6417-4AB9-B4DD-B80F08ADBACF}" type="parTrans" cxnId="{41032F0A-DD77-4371-8BA4-E444CF76016C}">
      <dgm:prSet/>
      <dgm:spPr/>
      <dgm:t>
        <a:bodyPr/>
        <a:lstStyle/>
        <a:p>
          <a:endParaRPr lang="en-US"/>
        </a:p>
      </dgm:t>
    </dgm:pt>
    <dgm:pt modelId="{7A283B23-3B45-4524-9FD2-7917D139A16A}" type="sibTrans" cxnId="{41032F0A-DD77-4371-8BA4-E444CF76016C}">
      <dgm:prSet/>
      <dgm:spPr/>
      <dgm:t>
        <a:bodyPr/>
        <a:lstStyle/>
        <a:p>
          <a:endParaRPr lang="en-US"/>
        </a:p>
      </dgm:t>
    </dgm:pt>
    <dgm:pt modelId="{9A5A666D-F3A1-4AA1-A583-BEE71135B6F9}">
      <dgm:prSet phldrT="[Text]"/>
      <dgm:spPr/>
      <dgm:t>
        <a:bodyPr/>
        <a:lstStyle/>
        <a:p>
          <a:r>
            <a:rPr lang="en-US" dirty="0" err="1"/>
            <a:t>Tipe</a:t>
          </a:r>
          <a:r>
            <a:rPr lang="en-US" dirty="0"/>
            <a:t> data </a:t>
          </a:r>
          <a:r>
            <a:rPr lang="en-US" dirty="0" err="1"/>
            <a:t>abstrak</a:t>
          </a:r>
          <a:r>
            <a:rPr lang="en-US" dirty="0"/>
            <a:t> </a:t>
          </a:r>
          <a:r>
            <a:rPr lang="en-US" dirty="0" err="1"/>
            <a:t>pada</a:t>
          </a:r>
          <a:r>
            <a:rPr lang="en-US" dirty="0"/>
            <a:t> queue </a:t>
          </a:r>
          <a:r>
            <a:rPr lang="en-US" dirty="0" err="1"/>
            <a:t>adalah</a:t>
          </a:r>
          <a:r>
            <a:rPr lang="en-US" dirty="0"/>
            <a:t>:</a:t>
          </a:r>
        </a:p>
      </dgm:t>
    </dgm:pt>
    <dgm:pt modelId="{A3625751-9CC2-49CC-BF88-C8B20BD2052F}" type="parTrans" cxnId="{22EA2A23-664C-4657-8ED2-5DB357AFDD19}">
      <dgm:prSet/>
      <dgm:spPr/>
      <dgm:t>
        <a:bodyPr/>
        <a:lstStyle/>
        <a:p>
          <a:endParaRPr lang="en-US"/>
        </a:p>
      </dgm:t>
    </dgm:pt>
    <dgm:pt modelId="{B39F8EF1-F3FE-4035-AE0B-FD29DB6B69FD}" type="sibTrans" cxnId="{22EA2A23-664C-4657-8ED2-5DB357AFDD19}">
      <dgm:prSet/>
      <dgm:spPr/>
      <dgm:t>
        <a:bodyPr/>
        <a:lstStyle/>
        <a:p>
          <a:endParaRPr lang="en-US"/>
        </a:p>
      </dgm:t>
    </dgm:pt>
    <dgm:pt modelId="{96AA5CC7-6C8D-489D-B187-A57F5801D324}">
      <dgm:prSet/>
      <dgm:spPr/>
      <dgm:t>
        <a:bodyPr/>
        <a:lstStyle/>
        <a:p>
          <a:r>
            <a:rPr lang="en-US" dirty="0"/>
            <a:t>dequeue(): </a:t>
          </a:r>
          <a:r>
            <a:rPr lang="en-US" dirty="0" err="1"/>
            <a:t>Menghapus</a:t>
          </a:r>
          <a:r>
            <a:rPr lang="en-US" dirty="0"/>
            <a:t> </a:t>
          </a:r>
          <a:r>
            <a:rPr lang="en-US" dirty="0" err="1"/>
            <a:t>satu</a:t>
          </a:r>
          <a:r>
            <a:rPr lang="en-US" dirty="0"/>
            <a:t> </a:t>
          </a:r>
          <a:r>
            <a:rPr lang="en-US" dirty="0" err="1"/>
            <a:t>elemen</a:t>
          </a:r>
          <a:r>
            <a:rPr lang="en-US" dirty="0"/>
            <a:t> </a:t>
          </a:r>
          <a:r>
            <a:rPr lang="en-US" dirty="0" err="1"/>
            <a:t>pertama</a:t>
          </a:r>
          <a:r>
            <a:rPr lang="en-US" dirty="0"/>
            <a:t> </a:t>
          </a:r>
          <a:r>
            <a:rPr lang="en-US" dirty="0" err="1"/>
            <a:t>pada</a:t>
          </a:r>
          <a:r>
            <a:rPr lang="en-US" dirty="0"/>
            <a:t> </a:t>
          </a:r>
          <a:r>
            <a:rPr lang="en-US" dirty="0" err="1"/>
            <a:t>antrian</a:t>
          </a:r>
          <a:endParaRPr lang="en-US" dirty="0"/>
        </a:p>
      </dgm:t>
    </dgm:pt>
    <dgm:pt modelId="{6E5B3C2B-851C-4887-AF08-5860FA33BE03}" type="parTrans" cxnId="{49DDA65E-C159-4224-A233-DF4373F21308}">
      <dgm:prSet/>
      <dgm:spPr/>
      <dgm:t>
        <a:bodyPr/>
        <a:lstStyle/>
        <a:p>
          <a:endParaRPr lang="en-US"/>
        </a:p>
      </dgm:t>
    </dgm:pt>
    <dgm:pt modelId="{AD2B6F36-8700-441D-81D9-BA213E54D52A}" type="sibTrans" cxnId="{49DDA65E-C159-4224-A233-DF4373F21308}">
      <dgm:prSet/>
      <dgm:spPr/>
      <dgm:t>
        <a:bodyPr/>
        <a:lstStyle/>
        <a:p>
          <a:endParaRPr lang="en-US"/>
        </a:p>
      </dgm:t>
    </dgm:pt>
    <dgm:pt modelId="{586290BF-838E-4814-9BF0-E16C0CDDCF18}" type="pres">
      <dgm:prSet presAssocID="{52BEF9F3-7A27-4F81-BCB1-5A4DDD418B6F}" presName="linear" presStyleCnt="0">
        <dgm:presLayoutVars>
          <dgm:dir/>
          <dgm:animLvl val="lvl"/>
          <dgm:resizeHandles val="exact"/>
        </dgm:presLayoutVars>
      </dgm:prSet>
      <dgm:spPr/>
    </dgm:pt>
    <dgm:pt modelId="{8FA8AB43-8273-4179-AFD3-C8AA65B62D7C}" type="pres">
      <dgm:prSet presAssocID="{9A5A666D-F3A1-4AA1-A583-BEE71135B6F9}" presName="parentLin" presStyleCnt="0"/>
      <dgm:spPr/>
    </dgm:pt>
    <dgm:pt modelId="{A3C73CBF-7250-42CA-BB4A-424F0FFCBC13}" type="pres">
      <dgm:prSet presAssocID="{9A5A666D-F3A1-4AA1-A583-BEE71135B6F9}" presName="parentLeftMargin" presStyleLbl="node1" presStyleIdx="0" presStyleCnt="1"/>
      <dgm:spPr/>
    </dgm:pt>
    <dgm:pt modelId="{61154601-D219-4589-96CE-0C6870DCA6F5}" type="pres">
      <dgm:prSet presAssocID="{9A5A666D-F3A1-4AA1-A583-BEE71135B6F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4C7AFAC-0C88-45BE-8859-059D791243BB}" type="pres">
      <dgm:prSet presAssocID="{9A5A666D-F3A1-4AA1-A583-BEE71135B6F9}" presName="negativeSpace" presStyleCnt="0"/>
      <dgm:spPr/>
    </dgm:pt>
    <dgm:pt modelId="{F38A015C-DDAE-41C5-A061-4D7A04CB9159}" type="pres">
      <dgm:prSet presAssocID="{9A5A666D-F3A1-4AA1-A583-BEE71135B6F9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E6FCF503-F6F3-499E-A3D9-E8D576C75D76}" type="presOf" srcId="{9A5A666D-F3A1-4AA1-A583-BEE71135B6F9}" destId="{61154601-D219-4589-96CE-0C6870DCA6F5}" srcOrd="1" destOrd="0" presId="urn:microsoft.com/office/officeart/2005/8/layout/list1"/>
    <dgm:cxn modelId="{41032F0A-DD77-4371-8BA4-E444CF76016C}" srcId="{9A5A666D-F3A1-4AA1-A583-BEE71135B6F9}" destId="{7197653F-24F2-464E-A6DC-95A7695ACAAA}" srcOrd="0" destOrd="0" parTransId="{DF6C5D30-6417-4AB9-B4DD-B80F08ADBACF}" sibTransId="{7A283B23-3B45-4524-9FD2-7917D139A16A}"/>
    <dgm:cxn modelId="{22EA2A23-664C-4657-8ED2-5DB357AFDD19}" srcId="{52BEF9F3-7A27-4F81-BCB1-5A4DDD418B6F}" destId="{9A5A666D-F3A1-4AA1-A583-BEE71135B6F9}" srcOrd="0" destOrd="0" parTransId="{A3625751-9CC2-49CC-BF88-C8B20BD2052F}" sibTransId="{B39F8EF1-F3FE-4035-AE0B-FD29DB6B69FD}"/>
    <dgm:cxn modelId="{49DDA65E-C159-4224-A233-DF4373F21308}" srcId="{9A5A666D-F3A1-4AA1-A583-BEE71135B6F9}" destId="{96AA5CC7-6C8D-489D-B187-A57F5801D324}" srcOrd="1" destOrd="0" parTransId="{6E5B3C2B-851C-4887-AF08-5860FA33BE03}" sibTransId="{AD2B6F36-8700-441D-81D9-BA213E54D52A}"/>
    <dgm:cxn modelId="{2767238B-7612-4570-981A-D05914F6186E}" type="presOf" srcId="{52BEF9F3-7A27-4F81-BCB1-5A4DDD418B6F}" destId="{586290BF-838E-4814-9BF0-E16C0CDDCF18}" srcOrd="0" destOrd="0" presId="urn:microsoft.com/office/officeart/2005/8/layout/list1"/>
    <dgm:cxn modelId="{D86CC88B-032A-4CAD-A16C-D698FCDC96C1}" type="presOf" srcId="{9A5A666D-F3A1-4AA1-A583-BEE71135B6F9}" destId="{A3C73CBF-7250-42CA-BB4A-424F0FFCBC13}" srcOrd="0" destOrd="0" presId="urn:microsoft.com/office/officeart/2005/8/layout/list1"/>
    <dgm:cxn modelId="{7AFFF698-F863-4AD8-BE91-54636B665B7F}" type="presOf" srcId="{96AA5CC7-6C8D-489D-B187-A57F5801D324}" destId="{F38A015C-DDAE-41C5-A061-4D7A04CB9159}" srcOrd="0" destOrd="1" presId="urn:microsoft.com/office/officeart/2005/8/layout/list1"/>
    <dgm:cxn modelId="{A9517AD9-3A55-4323-B8D7-702640A501E3}" type="presOf" srcId="{7197653F-24F2-464E-A6DC-95A7695ACAAA}" destId="{F38A015C-DDAE-41C5-A061-4D7A04CB9159}" srcOrd="0" destOrd="0" presId="urn:microsoft.com/office/officeart/2005/8/layout/list1"/>
    <dgm:cxn modelId="{984AF16B-5C7C-403E-A348-20E6BF09E985}" type="presParOf" srcId="{586290BF-838E-4814-9BF0-E16C0CDDCF18}" destId="{8FA8AB43-8273-4179-AFD3-C8AA65B62D7C}" srcOrd="0" destOrd="0" presId="urn:microsoft.com/office/officeart/2005/8/layout/list1"/>
    <dgm:cxn modelId="{1BAF5BC5-86EF-4903-B855-C232F5DDBAC9}" type="presParOf" srcId="{8FA8AB43-8273-4179-AFD3-C8AA65B62D7C}" destId="{A3C73CBF-7250-42CA-BB4A-424F0FFCBC13}" srcOrd="0" destOrd="0" presId="urn:microsoft.com/office/officeart/2005/8/layout/list1"/>
    <dgm:cxn modelId="{8A342E81-08E1-4560-B554-F322AB37F100}" type="presParOf" srcId="{8FA8AB43-8273-4179-AFD3-C8AA65B62D7C}" destId="{61154601-D219-4589-96CE-0C6870DCA6F5}" srcOrd="1" destOrd="0" presId="urn:microsoft.com/office/officeart/2005/8/layout/list1"/>
    <dgm:cxn modelId="{16474F1E-181D-4D3D-8451-977ACCDD357A}" type="presParOf" srcId="{586290BF-838E-4814-9BF0-E16C0CDDCF18}" destId="{D4C7AFAC-0C88-45BE-8859-059D791243BB}" srcOrd="1" destOrd="0" presId="urn:microsoft.com/office/officeart/2005/8/layout/list1"/>
    <dgm:cxn modelId="{7927AA7B-85E0-4BCF-91A6-1EB214AE0203}" type="presParOf" srcId="{586290BF-838E-4814-9BF0-E16C0CDDCF18}" destId="{F38A015C-DDAE-41C5-A061-4D7A04CB915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BEF9F3-7A27-4F81-BCB1-5A4DDD418B6F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1D441DE2-B083-4C70-B604-555FD920E0BC}">
      <dgm:prSet phldrT="[Text]"/>
      <dgm:spPr/>
      <dgm:t>
        <a:bodyPr/>
        <a:lstStyle/>
        <a:p>
          <a:r>
            <a:rPr lang="en-US" dirty="0"/>
            <a:t>Accessor methods </a:t>
          </a:r>
          <a:r>
            <a:rPr lang="en-US" dirty="0" err="1"/>
            <a:t>pada</a:t>
          </a:r>
          <a:r>
            <a:rPr lang="en-US" dirty="0"/>
            <a:t> queue </a:t>
          </a:r>
          <a:r>
            <a:rPr lang="en-US" dirty="0" err="1"/>
            <a:t>adalah</a:t>
          </a:r>
          <a:r>
            <a:rPr lang="en-US" dirty="0"/>
            <a:t>:</a:t>
          </a:r>
        </a:p>
      </dgm:t>
    </dgm:pt>
    <dgm:pt modelId="{4B358112-162D-438D-9E69-D17F30BE9BC9}" type="parTrans" cxnId="{1893365A-EA6A-4788-AF30-A766799476EB}">
      <dgm:prSet/>
      <dgm:spPr/>
      <dgm:t>
        <a:bodyPr/>
        <a:lstStyle/>
        <a:p>
          <a:endParaRPr lang="en-US"/>
        </a:p>
      </dgm:t>
    </dgm:pt>
    <dgm:pt modelId="{A1D02C63-F7C8-4AD6-916F-038EFC8D122D}" type="sibTrans" cxnId="{1893365A-EA6A-4788-AF30-A766799476EB}">
      <dgm:prSet/>
      <dgm:spPr/>
      <dgm:t>
        <a:bodyPr/>
        <a:lstStyle/>
        <a:p>
          <a:endParaRPr lang="en-US"/>
        </a:p>
      </dgm:t>
    </dgm:pt>
    <dgm:pt modelId="{F9844E81-3F4D-4F73-AC14-C757862106C8}">
      <dgm:prSet phldrT="[Text]"/>
      <dgm:spPr/>
      <dgm:t>
        <a:bodyPr/>
        <a:lstStyle/>
        <a:p>
          <a:r>
            <a:rPr lang="en-US" dirty="0"/>
            <a:t>first() : </a:t>
          </a:r>
          <a:r>
            <a:rPr lang="en-US" dirty="0" err="1"/>
            <a:t>Mengembalikan</a:t>
          </a:r>
          <a:r>
            <a:rPr lang="en-US" dirty="0"/>
            <a:t> </a:t>
          </a:r>
          <a:r>
            <a:rPr lang="en-US" dirty="0" err="1"/>
            <a:t>elemen</a:t>
          </a:r>
          <a:r>
            <a:rPr lang="en-US" dirty="0"/>
            <a:t> </a:t>
          </a:r>
          <a:r>
            <a:rPr lang="en-US" dirty="0" err="1"/>
            <a:t>pertama</a:t>
          </a:r>
          <a:r>
            <a:rPr lang="en-US" dirty="0"/>
            <a:t> </a:t>
          </a:r>
          <a:r>
            <a:rPr lang="en-US" dirty="0" err="1"/>
            <a:t>pada</a:t>
          </a:r>
          <a:r>
            <a:rPr lang="en-US" dirty="0"/>
            <a:t> </a:t>
          </a:r>
          <a:r>
            <a:rPr lang="en-US" dirty="0" err="1"/>
            <a:t>antrian</a:t>
          </a:r>
          <a:r>
            <a:rPr lang="en-US" dirty="0"/>
            <a:t> </a:t>
          </a:r>
          <a:r>
            <a:rPr lang="en-US" dirty="0" err="1"/>
            <a:t>tanpa</a:t>
          </a:r>
          <a:r>
            <a:rPr lang="en-US" dirty="0"/>
            <a:t> </a:t>
          </a:r>
          <a:r>
            <a:rPr lang="en-US" dirty="0" err="1"/>
            <a:t>menghapus</a:t>
          </a:r>
          <a:r>
            <a:rPr lang="en-US" dirty="0"/>
            <a:t> </a:t>
          </a:r>
          <a:r>
            <a:rPr lang="en-US" dirty="0" err="1"/>
            <a:t>nilai</a:t>
          </a:r>
          <a:r>
            <a:rPr lang="en-US" dirty="0"/>
            <a:t> </a:t>
          </a:r>
          <a:r>
            <a:rPr lang="en-US" dirty="0" err="1"/>
            <a:t>tersebut</a:t>
          </a:r>
          <a:r>
            <a:rPr lang="en-US" dirty="0"/>
            <a:t> </a:t>
          </a:r>
        </a:p>
      </dgm:t>
    </dgm:pt>
    <dgm:pt modelId="{F5873720-A781-48D9-876F-E0F180049A26}" type="parTrans" cxnId="{9C310B43-AF94-45A0-A21F-916D213D7A22}">
      <dgm:prSet/>
      <dgm:spPr/>
      <dgm:t>
        <a:bodyPr/>
        <a:lstStyle/>
        <a:p>
          <a:endParaRPr lang="en-US"/>
        </a:p>
      </dgm:t>
    </dgm:pt>
    <dgm:pt modelId="{BDAC2709-7F8D-4B1A-B8B8-415AFC489A79}" type="sibTrans" cxnId="{9C310B43-AF94-45A0-A21F-916D213D7A22}">
      <dgm:prSet/>
      <dgm:spPr/>
      <dgm:t>
        <a:bodyPr/>
        <a:lstStyle/>
        <a:p>
          <a:endParaRPr lang="en-US"/>
        </a:p>
      </dgm:t>
    </dgm:pt>
    <dgm:pt modelId="{60B2FAB8-501E-402B-B90F-F7AB2ED6E720}">
      <dgm:prSet phldrT="[Text]"/>
      <dgm:spPr/>
      <dgm:t>
        <a:bodyPr/>
        <a:lstStyle/>
        <a:p>
          <a:r>
            <a:rPr lang="en-US" dirty="0"/>
            <a:t>size() : </a:t>
          </a:r>
          <a:r>
            <a:rPr lang="en-US" dirty="0" err="1"/>
            <a:t>Menunjukkan</a:t>
          </a:r>
          <a:r>
            <a:rPr lang="en-US" dirty="0"/>
            <a:t> </a:t>
          </a:r>
          <a:r>
            <a:rPr lang="en-US" dirty="0" err="1"/>
            <a:t>jumlah</a:t>
          </a:r>
          <a:r>
            <a:rPr lang="en-US" dirty="0"/>
            <a:t> </a:t>
          </a:r>
          <a:r>
            <a:rPr lang="en-US" dirty="0" err="1"/>
            <a:t>elemen</a:t>
          </a:r>
          <a:r>
            <a:rPr lang="en-US" dirty="0"/>
            <a:t> </a:t>
          </a:r>
          <a:r>
            <a:rPr lang="en-US" dirty="0" err="1"/>
            <a:t>pada</a:t>
          </a:r>
          <a:r>
            <a:rPr lang="en-US" dirty="0"/>
            <a:t> </a:t>
          </a:r>
          <a:r>
            <a:rPr lang="en-US" dirty="0" err="1"/>
            <a:t>antrian</a:t>
          </a:r>
          <a:endParaRPr lang="en-US" dirty="0"/>
        </a:p>
      </dgm:t>
    </dgm:pt>
    <dgm:pt modelId="{53F62704-7466-4533-B28A-5C11584B36F1}" type="parTrans" cxnId="{C65B011A-DC32-479A-A01A-2241577FE78F}">
      <dgm:prSet/>
      <dgm:spPr/>
      <dgm:t>
        <a:bodyPr/>
        <a:lstStyle/>
        <a:p>
          <a:endParaRPr lang="en-US"/>
        </a:p>
      </dgm:t>
    </dgm:pt>
    <dgm:pt modelId="{C6D65125-09DA-4E6E-8534-55F4CE295141}" type="sibTrans" cxnId="{C65B011A-DC32-479A-A01A-2241577FE78F}">
      <dgm:prSet/>
      <dgm:spPr/>
      <dgm:t>
        <a:bodyPr/>
        <a:lstStyle/>
        <a:p>
          <a:endParaRPr lang="en-US"/>
        </a:p>
      </dgm:t>
    </dgm:pt>
    <dgm:pt modelId="{BE01E60A-2176-4981-9714-03ECF5B30532}">
      <dgm:prSet phldrT="[Text]"/>
      <dgm:spPr/>
      <dgm:t>
        <a:bodyPr/>
        <a:lstStyle/>
        <a:p>
          <a:r>
            <a:rPr lang="en-US" dirty="0" err="1"/>
            <a:t>Isempty</a:t>
          </a:r>
          <a:r>
            <a:rPr lang="en-US" dirty="0"/>
            <a:t>(): </a:t>
          </a:r>
          <a:r>
            <a:rPr lang="en-US" dirty="0" err="1"/>
            <a:t>Memberikan</a:t>
          </a:r>
          <a:r>
            <a:rPr lang="en-US" dirty="0"/>
            <a:t> </a:t>
          </a:r>
          <a:r>
            <a:rPr lang="en-US" dirty="0" err="1"/>
            <a:t>nilai</a:t>
          </a:r>
          <a:r>
            <a:rPr lang="en-US" dirty="0"/>
            <a:t> Boolean </a:t>
          </a:r>
          <a:r>
            <a:rPr lang="en-US" dirty="0" err="1"/>
            <a:t>jika</a:t>
          </a:r>
          <a:r>
            <a:rPr lang="en-US" dirty="0"/>
            <a:t> </a:t>
          </a:r>
          <a:r>
            <a:rPr lang="en-US" dirty="0" err="1"/>
            <a:t>antrian</a:t>
          </a:r>
          <a:r>
            <a:rPr lang="en-US" dirty="0"/>
            <a:t> </a:t>
          </a:r>
          <a:r>
            <a:rPr lang="en-US" dirty="0" err="1"/>
            <a:t>kosong</a:t>
          </a:r>
          <a:endParaRPr lang="en-US" dirty="0"/>
        </a:p>
      </dgm:t>
    </dgm:pt>
    <dgm:pt modelId="{4B5A8311-32C3-47C1-A542-24F43EA4DAEA}" type="parTrans" cxnId="{20C793B4-343F-45F9-9E8C-22C19C00CFBB}">
      <dgm:prSet/>
      <dgm:spPr/>
      <dgm:t>
        <a:bodyPr/>
        <a:lstStyle/>
        <a:p>
          <a:endParaRPr lang="en-US"/>
        </a:p>
      </dgm:t>
    </dgm:pt>
    <dgm:pt modelId="{D72C77C8-A6F3-4980-93B4-84F900E9961F}" type="sibTrans" cxnId="{20C793B4-343F-45F9-9E8C-22C19C00CFBB}">
      <dgm:prSet/>
      <dgm:spPr/>
      <dgm:t>
        <a:bodyPr/>
        <a:lstStyle/>
        <a:p>
          <a:endParaRPr lang="en-US"/>
        </a:p>
      </dgm:t>
    </dgm:pt>
    <dgm:pt modelId="{586290BF-838E-4814-9BF0-E16C0CDDCF18}" type="pres">
      <dgm:prSet presAssocID="{52BEF9F3-7A27-4F81-BCB1-5A4DDD418B6F}" presName="linear" presStyleCnt="0">
        <dgm:presLayoutVars>
          <dgm:dir/>
          <dgm:animLvl val="lvl"/>
          <dgm:resizeHandles val="exact"/>
        </dgm:presLayoutVars>
      </dgm:prSet>
      <dgm:spPr/>
    </dgm:pt>
    <dgm:pt modelId="{C321E694-85FA-49AC-9E84-E795475EB7A3}" type="pres">
      <dgm:prSet presAssocID="{1D441DE2-B083-4C70-B604-555FD920E0BC}" presName="parentLin" presStyleCnt="0"/>
      <dgm:spPr/>
    </dgm:pt>
    <dgm:pt modelId="{E7AE3FA0-3570-4A2E-B999-2FA88E2B55AF}" type="pres">
      <dgm:prSet presAssocID="{1D441DE2-B083-4C70-B604-555FD920E0BC}" presName="parentLeftMargin" presStyleLbl="node1" presStyleIdx="0" presStyleCnt="1"/>
      <dgm:spPr/>
    </dgm:pt>
    <dgm:pt modelId="{969A3C3F-00B7-40B6-87D9-B35559E425F4}" type="pres">
      <dgm:prSet presAssocID="{1D441DE2-B083-4C70-B604-555FD920E0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A365DB9-0D1D-43B5-9618-AD8041938065}" type="pres">
      <dgm:prSet presAssocID="{1D441DE2-B083-4C70-B604-555FD920E0BC}" presName="negativeSpace" presStyleCnt="0"/>
      <dgm:spPr/>
    </dgm:pt>
    <dgm:pt modelId="{13E6C51A-0CB9-478B-86B1-08F224D29A8A}" type="pres">
      <dgm:prSet presAssocID="{1D441DE2-B083-4C70-B604-555FD920E0BC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044CE17-B23F-45C6-A660-EEB27E9C6054}" type="presOf" srcId="{1D441DE2-B083-4C70-B604-555FD920E0BC}" destId="{E7AE3FA0-3570-4A2E-B999-2FA88E2B55AF}" srcOrd="0" destOrd="0" presId="urn:microsoft.com/office/officeart/2005/8/layout/list1"/>
    <dgm:cxn modelId="{C65B011A-DC32-479A-A01A-2241577FE78F}" srcId="{1D441DE2-B083-4C70-B604-555FD920E0BC}" destId="{60B2FAB8-501E-402B-B90F-F7AB2ED6E720}" srcOrd="1" destOrd="0" parTransId="{53F62704-7466-4533-B28A-5C11584B36F1}" sibTransId="{C6D65125-09DA-4E6E-8534-55F4CE295141}"/>
    <dgm:cxn modelId="{9E2BAC3F-AF68-49A3-AEBD-C21B96DAA3B9}" type="presOf" srcId="{F9844E81-3F4D-4F73-AC14-C757862106C8}" destId="{13E6C51A-0CB9-478B-86B1-08F224D29A8A}" srcOrd="0" destOrd="0" presId="urn:microsoft.com/office/officeart/2005/8/layout/list1"/>
    <dgm:cxn modelId="{9C310B43-AF94-45A0-A21F-916D213D7A22}" srcId="{1D441DE2-B083-4C70-B604-555FD920E0BC}" destId="{F9844E81-3F4D-4F73-AC14-C757862106C8}" srcOrd="0" destOrd="0" parTransId="{F5873720-A781-48D9-876F-E0F180049A26}" sibTransId="{BDAC2709-7F8D-4B1A-B8B8-415AFC489A79}"/>
    <dgm:cxn modelId="{D390E271-FCA0-4628-BCC0-F89D75692F3E}" type="presOf" srcId="{60B2FAB8-501E-402B-B90F-F7AB2ED6E720}" destId="{13E6C51A-0CB9-478B-86B1-08F224D29A8A}" srcOrd="0" destOrd="1" presId="urn:microsoft.com/office/officeart/2005/8/layout/list1"/>
    <dgm:cxn modelId="{528F355A-15C3-417D-B474-EBD57BED6622}" type="presOf" srcId="{1D441DE2-B083-4C70-B604-555FD920E0BC}" destId="{969A3C3F-00B7-40B6-87D9-B35559E425F4}" srcOrd="1" destOrd="0" presId="urn:microsoft.com/office/officeart/2005/8/layout/list1"/>
    <dgm:cxn modelId="{1893365A-EA6A-4788-AF30-A766799476EB}" srcId="{52BEF9F3-7A27-4F81-BCB1-5A4DDD418B6F}" destId="{1D441DE2-B083-4C70-B604-555FD920E0BC}" srcOrd="0" destOrd="0" parTransId="{4B358112-162D-438D-9E69-D17F30BE9BC9}" sibTransId="{A1D02C63-F7C8-4AD6-916F-038EFC8D122D}"/>
    <dgm:cxn modelId="{20C793B4-343F-45F9-9E8C-22C19C00CFBB}" srcId="{1D441DE2-B083-4C70-B604-555FD920E0BC}" destId="{BE01E60A-2176-4981-9714-03ECF5B30532}" srcOrd="2" destOrd="0" parTransId="{4B5A8311-32C3-47C1-A542-24F43EA4DAEA}" sibTransId="{D72C77C8-A6F3-4980-93B4-84F900E9961F}"/>
    <dgm:cxn modelId="{A5A968B6-7351-4B9E-AB92-D352A432741D}" type="presOf" srcId="{BE01E60A-2176-4981-9714-03ECF5B30532}" destId="{13E6C51A-0CB9-478B-86B1-08F224D29A8A}" srcOrd="0" destOrd="2" presId="urn:microsoft.com/office/officeart/2005/8/layout/list1"/>
    <dgm:cxn modelId="{A0308EEE-714D-4EC6-9223-D8FCD49B0C32}" type="presOf" srcId="{52BEF9F3-7A27-4F81-BCB1-5A4DDD418B6F}" destId="{586290BF-838E-4814-9BF0-E16C0CDDCF18}" srcOrd="0" destOrd="0" presId="urn:microsoft.com/office/officeart/2005/8/layout/list1"/>
    <dgm:cxn modelId="{C8C1BF80-6AE0-4A16-B0E0-9A99AD73464D}" type="presParOf" srcId="{586290BF-838E-4814-9BF0-E16C0CDDCF18}" destId="{C321E694-85FA-49AC-9E84-E795475EB7A3}" srcOrd="0" destOrd="0" presId="urn:microsoft.com/office/officeart/2005/8/layout/list1"/>
    <dgm:cxn modelId="{0641DA8E-3D98-4F6A-941F-7B67CDB85A07}" type="presParOf" srcId="{C321E694-85FA-49AC-9E84-E795475EB7A3}" destId="{E7AE3FA0-3570-4A2E-B999-2FA88E2B55AF}" srcOrd="0" destOrd="0" presId="urn:microsoft.com/office/officeart/2005/8/layout/list1"/>
    <dgm:cxn modelId="{B2D3FD7A-241D-47EB-8001-782FCE61E003}" type="presParOf" srcId="{C321E694-85FA-49AC-9E84-E795475EB7A3}" destId="{969A3C3F-00B7-40B6-87D9-B35559E425F4}" srcOrd="1" destOrd="0" presId="urn:microsoft.com/office/officeart/2005/8/layout/list1"/>
    <dgm:cxn modelId="{8A233A8C-797E-4B38-AC6C-0A0DC0AA0268}" type="presParOf" srcId="{586290BF-838E-4814-9BF0-E16C0CDDCF18}" destId="{3A365DB9-0D1D-43B5-9618-AD8041938065}" srcOrd="1" destOrd="0" presId="urn:microsoft.com/office/officeart/2005/8/layout/list1"/>
    <dgm:cxn modelId="{E0767F5C-CEB9-4E0C-A635-3105FB6E7F5C}" type="presParOf" srcId="{586290BF-838E-4814-9BF0-E16C0CDDCF18}" destId="{13E6C51A-0CB9-478B-86B1-08F224D29A8A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407A5B-9429-4783-A533-FB182D18B07B}" type="doc">
      <dgm:prSet loTypeId="urn:microsoft.com/office/officeart/2005/8/layout/process5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18E031AF-444F-43B0-85BB-411F21DBBBA8}">
      <dgm:prSet phldrT="[Text]"/>
      <dgm:spPr/>
      <dgm:t>
        <a:bodyPr/>
        <a:lstStyle/>
        <a:p>
          <a:r>
            <a:rPr lang="en-US" dirty="0" err="1"/>
            <a:t>Operasi</a:t>
          </a:r>
          <a:r>
            <a:rPr lang="en-US" dirty="0"/>
            <a:t> yang </a:t>
          </a:r>
          <a:r>
            <a:rPr lang="en-US" dirty="0" err="1"/>
            <a:t>digunakan</a:t>
          </a:r>
          <a:r>
            <a:rPr lang="en-US" dirty="0"/>
            <a:t> </a:t>
          </a:r>
          <a:r>
            <a:rPr lang="en-US" dirty="0" err="1"/>
            <a:t>dalam</a:t>
          </a:r>
          <a:r>
            <a:rPr lang="en-US" dirty="0"/>
            <a:t> deque </a:t>
          </a:r>
          <a:r>
            <a:rPr lang="en-US" dirty="0" err="1"/>
            <a:t>sebagai</a:t>
          </a:r>
          <a:r>
            <a:rPr lang="en-US" dirty="0"/>
            <a:t> update methods </a:t>
          </a:r>
          <a:r>
            <a:rPr lang="en-US" dirty="0" err="1"/>
            <a:t>sebagai</a:t>
          </a:r>
          <a:r>
            <a:rPr lang="en-US" dirty="0"/>
            <a:t> </a:t>
          </a:r>
          <a:r>
            <a:rPr lang="en-US" dirty="0" err="1"/>
            <a:t>berikut</a:t>
          </a:r>
          <a:r>
            <a:rPr lang="en-US" dirty="0"/>
            <a:t>:</a:t>
          </a:r>
        </a:p>
      </dgm:t>
    </dgm:pt>
    <dgm:pt modelId="{DD36DED0-5E86-4D82-9B49-F240B9D3CD35}" type="parTrans" cxnId="{E8123E58-5B28-4E64-8257-D8793E2899A9}">
      <dgm:prSet/>
      <dgm:spPr/>
      <dgm:t>
        <a:bodyPr/>
        <a:lstStyle/>
        <a:p>
          <a:endParaRPr lang="en-US"/>
        </a:p>
      </dgm:t>
    </dgm:pt>
    <dgm:pt modelId="{C98FDA07-D6DF-47FA-9AF0-E7E879363D68}" type="sibTrans" cxnId="{E8123E58-5B28-4E64-8257-D8793E2899A9}">
      <dgm:prSet>
        <dgm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endParaRPr lang="en-US"/>
        </a:p>
      </dgm:t>
    </dgm:pt>
    <dgm:pt modelId="{CD069812-0F37-44AA-A3AD-46209117EE59}">
      <dgm:prSet/>
      <dgm:spPr/>
      <dgm:t>
        <a:bodyPr/>
        <a:lstStyle/>
        <a:p>
          <a:r>
            <a:rPr lang="en-US"/>
            <a:t>addFirst(e): Menambahkan elemen baru (e) dibagian depan deque</a:t>
          </a:r>
        </a:p>
      </dgm:t>
    </dgm:pt>
    <dgm:pt modelId="{2071E52B-E731-4305-8A55-B40DA918F1F6}" type="parTrans" cxnId="{99BE3B74-81A8-4DAF-85C4-77689CE21588}">
      <dgm:prSet/>
      <dgm:spPr/>
      <dgm:t>
        <a:bodyPr/>
        <a:lstStyle/>
        <a:p>
          <a:endParaRPr lang="en-US"/>
        </a:p>
      </dgm:t>
    </dgm:pt>
    <dgm:pt modelId="{CA08CAD4-E3CC-4353-ADEC-9247D9E85245}" type="sibTrans" cxnId="{99BE3B74-81A8-4DAF-85C4-77689CE21588}">
      <dgm:prSet/>
      <dgm:spPr/>
      <dgm:t>
        <a:bodyPr/>
        <a:lstStyle/>
        <a:p>
          <a:endParaRPr lang="en-US"/>
        </a:p>
      </dgm:t>
    </dgm:pt>
    <dgm:pt modelId="{998B5921-FCE3-4DC6-9B97-5D8729EBF414}">
      <dgm:prSet/>
      <dgm:spPr/>
      <dgm:t>
        <a:bodyPr/>
        <a:lstStyle/>
        <a:p>
          <a:r>
            <a:rPr lang="en-US"/>
            <a:t>addLast(e): Menambahkan elemen baru (e) dibagian belakang deque</a:t>
          </a:r>
        </a:p>
      </dgm:t>
    </dgm:pt>
    <dgm:pt modelId="{4B9B6938-B7BD-47DB-B302-44886FCC5B67}" type="parTrans" cxnId="{56667DD0-F761-48B3-8AD1-E1D14C8002A3}">
      <dgm:prSet/>
      <dgm:spPr/>
      <dgm:t>
        <a:bodyPr/>
        <a:lstStyle/>
        <a:p>
          <a:endParaRPr lang="en-US"/>
        </a:p>
      </dgm:t>
    </dgm:pt>
    <dgm:pt modelId="{4434D10A-5A26-4789-B050-D707F45ED2D7}" type="sibTrans" cxnId="{56667DD0-F761-48B3-8AD1-E1D14C8002A3}">
      <dgm:prSet/>
      <dgm:spPr/>
      <dgm:t>
        <a:bodyPr/>
        <a:lstStyle/>
        <a:p>
          <a:endParaRPr lang="en-US"/>
        </a:p>
      </dgm:t>
    </dgm:pt>
    <dgm:pt modelId="{8C629C22-18DC-493F-BD31-BFE8E229FBED}">
      <dgm:prSet/>
      <dgm:spPr/>
      <dgm:t>
        <a:bodyPr/>
        <a:lstStyle/>
        <a:p>
          <a:r>
            <a:rPr lang="en-US"/>
            <a:t>removeFirst(): Menghapus dan mengembalikan elemen pertama dari deque (atau null jika deque kosong)</a:t>
          </a:r>
        </a:p>
      </dgm:t>
    </dgm:pt>
    <dgm:pt modelId="{BECAD1E3-0D9D-41A8-B3C3-8F7D29CE6438}" type="parTrans" cxnId="{2E580ED1-5476-4F4E-9519-1DF5ED96F591}">
      <dgm:prSet/>
      <dgm:spPr/>
      <dgm:t>
        <a:bodyPr/>
        <a:lstStyle/>
        <a:p>
          <a:endParaRPr lang="en-US"/>
        </a:p>
      </dgm:t>
    </dgm:pt>
    <dgm:pt modelId="{93E5F72D-D468-40E2-A915-9183527BF811}" type="sibTrans" cxnId="{2E580ED1-5476-4F4E-9519-1DF5ED96F591}">
      <dgm:prSet/>
      <dgm:spPr/>
      <dgm:t>
        <a:bodyPr/>
        <a:lstStyle/>
        <a:p>
          <a:endParaRPr lang="en-US"/>
        </a:p>
      </dgm:t>
    </dgm:pt>
    <dgm:pt modelId="{66E9BDE8-3E0B-4849-B94C-667B9906FAC6}">
      <dgm:prSet/>
      <dgm:spPr/>
      <dgm:t>
        <a:bodyPr/>
        <a:lstStyle/>
        <a:p>
          <a:r>
            <a:rPr lang="en-US"/>
            <a:t>removeLast():Menghapus dan mengembalikan elemen terakhir dari deque (atau null jika deque kosong)</a:t>
          </a:r>
        </a:p>
      </dgm:t>
    </dgm:pt>
    <dgm:pt modelId="{330B9E39-30B1-4DE1-B4E8-EB1B27F99D0F}" type="parTrans" cxnId="{A64F2E65-D8A2-4528-A7A6-421B81A97DF0}">
      <dgm:prSet/>
      <dgm:spPr/>
      <dgm:t>
        <a:bodyPr/>
        <a:lstStyle/>
        <a:p>
          <a:endParaRPr lang="en-US"/>
        </a:p>
      </dgm:t>
    </dgm:pt>
    <dgm:pt modelId="{E60242C7-0679-4D96-9E36-DA139C8EA480}" type="sibTrans" cxnId="{A64F2E65-D8A2-4528-A7A6-421B81A97DF0}">
      <dgm:prSet/>
      <dgm:spPr/>
      <dgm:t>
        <a:bodyPr/>
        <a:lstStyle/>
        <a:p>
          <a:endParaRPr lang="en-US"/>
        </a:p>
      </dgm:t>
    </dgm:pt>
    <dgm:pt modelId="{39BB9917-3A8F-4B90-8F83-A4E3C5275975}" type="pres">
      <dgm:prSet presAssocID="{0D407A5B-9429-4783-A533-FB182D18B07B}" presName="diagram" presStyleCnt="0">
        <dgm:presLayoutVars>
          <dgm:dir/>
          <dgm:resizeHandles val="exact"/>
        </dgm:presLayoutVars>
      </dgm:prSet>
      <dgm:spPr/>
    </dgm:pt>
    <dgm:pt modelId="{51B28378-DE0A-4967-99D2-EFBF65458890}" type="pres">
      <dgm:prSet presAssocID="{18E031AF-444F-43B0-85BB-411F21DBBBA8}" presName="node" presStyleLbl="node1" presStyleIdx="0" presStyleCnt="1">
        <dgm:presLayoutVars>
          <dgm:bulletEnabled val="1"/>
        </dgm:presLayoutVars>
      </dgm:prSet>
      <dgm:spPr/>
    </dgm:pt>
  </dgm:ptLst>
  <dgm:cxnLst>
    <dgm:cxn modelId="{68F5032C-A7FF-4281-BE74-968E76B71FE7}" type="presOf" srcId="{0D407A5B-9429-4783-A533-FB182D18B07B}" destId="{39BB9917-3A8F-4B90-8F83-A4E3C5275975}" srcOrd="0" destOrd="0" presId="urn:microsoft.com/office/officeart/2005/8/layout/process5"/>
    <dgm:cxn modelId="{A64F2E65-D8A2-4528-A7A6-421B81A97DF0}" srcId="{18E031AF-444F-43B0-85BB-411F21DBBBA8}" destId="{66E9BDE8-3E0B-4849-B94C-667B9906FAC6}" srcOrd="3" destOrd="0" parTransId="{330B9E39-30B1-4DE1-B4E8-EB1B27F99D0F}" sibTransId="{E60242C7-0679-4D96-9E36-DA139C8EA480}"/>
    <dgm:cxn modelId="{F1C1E26D-7EBE-45FF-B603-CDB2FF0EA227}" type="presOf" srcId="{998B5921-FCE3-4DC6-9B97-5D8729EBF414}" destId="{51B28378-DE0A-4967-99D2-EFBF65458890}" srcOrd="0" destOrd="2" presId="urn:microsoft.com/office/officeart/2005/8/layout/process5"/>
    <dgm:cxn modelId="{99BE3B74-81A8-4DAF-85C4-77689CE21588}" srcId="{18E031AF-444F-43B0-85BB-411F21DBBBA8}" destId="{CD069812-0F37-44AA-A3AD-46209117EE59}" srcOrd="0" destOrd="0" parTransId="{2071E52B-E731-4305-8A55-B40DA918F1F6}" sibTransId="{CA08CAD4-E3CC-4353-ADEC-9247D9E85245}"/>
    <dgm:cxn modelId="{E8123E58-5B28-4E64-8257-D8793E2899A9}" srcId="{0D407A5B-9429-4783-A533-FB182D18B07B}" destId="{18E031AF-444F-43B0-85BB-411F21DBBBA8}" srcOrd="0" destOrd="0" parTransId="{DD36DED0-5E86-4D82-9B49-F240B9D3CD35}" sibTransId="{C98FDA07-D6DF-47FA-9AF0-E7E879363D68}"/>
    <dgm:cxn modelId="{538F077D-3B45-4F09-9582-C104DCC32758}" type="presOf" srcId="{66E9BDE8-3E0B-4849-B94C-667B9906FAC6}" destId="{51B28378-DE0A-4967-99D2-EFBF65458890}" srcOrd="0" destOrd="4" presId="urn:microsoft.com/office/officeart/2005/8/layout/process5"/>
    <dgm:cxn modelId="{E48859A1-ADE5-40EB-9CF8-1E034C045E6B}" type="presOf" srcId="{8C629C22-18DC-493F-BD31-BFE8E229FBED}" destId="{51B28378-DE0A-4967-99D2-EFBF65458890}" srcOrd="0" destOrd="3" presId="urn:microsoft.com/office/officeart/2005/8/layout/process5"/>
    <dgm:cxn modelId="{3005AEAB-EED7-441B-9D1E-53928925BE52}" type="presOf" srcId="{18E031AF-444F-43B0-85BB-411F21DBBBA8}" destId="{51B28378-DE0A-4967-99D2-EFBF65458890}" srcOrd="0" destOrd="0" presId="urn:microsoft.com/office/officeart/2005/8/layout/process5"/>
    <dgm:cxn modelId="{E7C537AF-7DCD-45A6-A226-533A6AAF3927}" type="presOf" srcId="{CD069812-0F37-44AA-A3AD-46209117EE59}" destId="{51B28378-DE0A-4967-99D2-EFBF65458890}" srcOrd="0" destOrd="1" presId="urn:microsoft.com/office/officeart/2005/8/layout/process5"/>
    <dgm:cxn modelId="{56667DD0-F761-48B3-8AD1-E1D14C8002A3}" srcId="{18E031AF-444F-43B0-85BB-411F21DBBBA8}" destId="{998B5921-FCE3-4DC6-9B97-5D8729EBF414}" srcOrd="1" destOrd="0" parTransId="{4B9B6938-B7BD-47DB-B302-44886FCC5B67}" sibTransId="{4434D10A-5A26-4789-B050-D707F45ED2D7}"/>
    <dgm:cxn modelId="{2E580ED1-5476-4F4E-9519-1DF5ED96F591}" srcId="{18E031AF-444F-43B0-85BB-411F21DBBBA8}" destId="{8C629C22-18DC-493F-BD31-BFE8E229FBED}" srcOrd="2" destOrd="0" parTransId="{BECAD1E3-0D9D-41A8-B3C3-8F7D29CE6438}" sibTransId="{93E5F72D-D468-40E2-A915-9183527BF811}"/>
    <dgm:cxn modelId="{834D9D47-F4A9-4593-A2B8-FCD4E4D759E3}" type="presParOf" srcId="{39BB9917-3A8F-4B90-8F83-A4E3C5275975}" destId="{51B28378-DE0A-4967-99D2-EFBF65458890}" srcOrd="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D407A5B-9429-4783-A533-FB182D18B07B}" type="doc">
      <dgm:prSet loTypeId="urn:microsoft.com/office/officeart/2005/8/layout/process5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18E031AF-444F-43B0-85BB-411F21DBBBA8}">
      <dgm:prSet phldrT="[Text]"/>
      <dgm:spPr/>
      <dgm:t>
        <a:bodyPr/>
        <a:lstStyle/>
        <a:p>
          <a:r>
            <a:rPr lang="en-US" dirty="0" err="1"/>
            <a:t>Operasi</a:t>
          </a:r>
          <a:r>
            <a:rPr lang="en-US" dirty="0"/>
            <a:t> Deque </a:t>
          </a:r>
          <a:r>
            <a:rPr lang="en-US" dirty="0" err="1"/>
            <a:t>sebagai</a:t>
          </a:r>
          <a:r>
            <a:rPr lang="en-US" dirty="0"/>
            <a:t> accessors:</a:t>
          </a:r>
        </a:p>
      </dgm:t>
    </dgm:pt>
    <dgm:pt modelId="{DD36DED0-5E86-4D82-9B49-F240B9D3CD35}" type="parTrans" cxnId="{E8123E58-5B28-4E64-8257-D8793E2899A9}">
      <dgm:prSet/>
      <dgm:spPr/>
      <dgm:t>
        <a:bodyPr/>
        <a:lstStyle/>
        <a:p>
          <a:endParaRPr lang="en-US"/>
        </a:p>
      </dgm:t>
    </dgm:pt>
    <dgm:pt modelId="{C98FDA07-D6DF-47FA-9AF0-E7E879363D68}" type="sibTrans" cxnId="{E8123E58-5B28-4E64-8257-D8793E2899A9}">
      <dgm:prSet>
        <dgm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endParaRPr lang="en-US"/>
        </a:p>
      </dgm:t>
    </dgm:pt>
    <dgm:pt modelId="{BEF2E92D-ED57-4DAD-BB4C-B6ADD72758DF}">
      <dgm:prSet/>
      <dgm:spPr/>
      <dgm:t>
        <a:bodyPr/>
        <a:lstStyle/>
        <a:p>
          <a:r>
            <a:rPr lang="en-US"/>
            <a:t>first(): Mengembalikan elemen pertama dari deque tanpa menghapus elemen tersebut (atau null jika deque kosong)</a:t>
          </a:r>
        </a:p>
      </dgm:t>
    </dgm:pt>
    <dgm:pt modelId="{0E0E71AA-6776-4C19-8FF0-D08DE9D3985C}" type="parTrans" cxnId="{DF95ED5E-298C-4A58-A55E-8327B9D046A1}">
      <dgm:prSet/>
      <dgm:spPr/>
      <dgm:t>
        <a:bodyPr/>
        <a:lstStyle/>
        <a:p>
          <a:endParaRPr lang="en-US"/>
        </a:p>
      </dgm:t>
    </dgm:pt>
    <dgm:pt modelId="{8DA308BE-9BBB-4709-A126-73F7C5C545EF}" type="sibTrans" cxnId="{DF95ED5E-298C-4A58-A55E-8327B9D046A1}">
      <dgm:prSet/>
      <dgm:spPr/>
      <dgm:t>
        <a:bodyPr/>
        <a:lstStyle/>
        <a:p>
          <a:endParaRPr lang="en-US"/>
        </a:p>
      </dgm:t>
    </dgm:pt>
    <dgm:pt modelId="{0D299827-FF3E-441D-B307-45D6C303CCE7}">
      <dgm:prSet/>
      <dgm:spPr/>
      <dgm:t>
        <a:bodyPr/>
        <a:lstStyle/>
        <a:p>
          <a:r>
            <a:rPr lang="en-US"/>
            <a:t>last(): Mengembalikan elemen terakhir dari deque tanpa menghapus elemen tersebut (atau null jika deque kosong) </a:t>
          </a:r>
        </a:p>
      </dgm:t>
    </dgm:pt>
    <dgm:pt modelId="{15C6BD13-AD5A-4881-87A1-4E8EBF6215C8}" type="parTrans" cxnId="{5BF6E783-4BBC-41A9-9AFB-640199E69AA9}">
      <dgm:prSet/>
      <dgm:spPr/>
      <dgm:t>
        <a:bodyPr/>
        <a:lstStyle/>
        <a:p>
          <a:endParaRPr lang="en-US"/>
        </a:p>
      </dgm:t>
    </dgm:pt>
    <dgm:pt modelId="{61227AFC-EA16-4C17-ACBB-4C3CA88E86E9}" type="sibTrans" cxnId="{5BF6E783-4BBC-41A9-9AFB-640199E69AA9}">
      <dgm:prSet/>
      <dgm:spPr/>
      <dgm:t>
        <a:bodyPr/>
        <a:lstStyle/>
        <a:p>
          <a:endParaRPr lang="en-US"/>
        </a:p>
      </dgm:t>
    </dgm:pt>
    <dgm:pt modelId="{1878188C-0F2F-4DB8-9DFB-5A109F729370}">
      <dgm:prSet/>
      <dgm:spPr/>
      <dgm:t>
        <a:bodyPr/>
        <a:lstStyle/>
        <a:p>
          <a:r>
            <a:rPr lang="en-US"/>
            <a:t>size():Menampilkan jumlah elmen dalam deque</a:t>
          </a:r>
        </a:p>
      </dgm:t>
    </dgm:pt>
    <dgm:pt modelId="{C25ED821-8D2A-4F97-BC2E-6E56331E3B67}" type="parTrans" cxnId="{1BEA0DA5-BC5B-4D3C-A10A-003877C3193A}">
      <dgm:prSet/>
      <dgm:spPr/>
      <dgm:t>
        <a:bodyPr/>
        <a:lstStyle/>
        <a:p>
          <a:endParaRPr lang="en-US"/>
        </a:p>
      </dgm:t>
    </dgm:pt>
    <dgm:pt modelId="{85DFED68-AA71-4117-9F82-7B7C68C2CA19}" type="sibTrans" cxnId="{1BEA0DA5-BC5B-4D3C-A10A-003877C3193A}">
      <dgm:prSet/>
      <dgm:spPr/>
      <dgm:t>
        <a:bodyPr/>
        <a:lstStyle/>
        <a:p>
          <a:endParaRPr lang="en-US"/>
        </a:p>
      </dgm:t>
    </dgm:pt>
    <dgm:pt modelId="{0B4485C2-7FA2-47B0-BCC3-39B927C50129}">
      <dgm:prSet/>
      <dgm:spPr/>
      <dgm:t>
        <a:bodyPr/>
        <a:lstStyle/>
        <a:p>
          <a:r>
            <a:rPr lang="en-US"/>
            <a:t>isEmpty(): Menampilkan nilai boolean true jika deque kosong dan nilai boolean false jika terdapat data pada deque.</a:t>
          </a:r>
        </a:p>
      </dgm:t>
    </dgm:pt>
    <dgm:pt modelId="{0DB2FD69-04D3-4C7F-9015-3E6E34104453}" type="parTrans" cxnId="{506639C7-7F89-447A-A18B-A09D9536EDE5}">
      <dgm:prSet/>
      <dgm:spPr/>
      <dgm:t>
        <a:bodyPr/>
        <a:lstStyle/>
        <a:p>
          <a:endParaRPr lang="en-US"/>
        </a:p>
      </dgm:t>
    </dgm:pt>
    <dgm:pt modelId="{9F959EF0-635A-4B35-B2C2-829046C310F1}" type="sibTrans" cxnId="{506639C7-7F89-447A-A18B-A09D9536EDE5}">
      <dgm:prSet/>
      <dgm:spPr/>
      <dgm:t>
        <a:bodyPr/>
        <a:lstStyle/>
        <a:p>
          <a:endParaRPr lang="en-US"/>
        </a:p>
      </dgm:t>
    </dgm:pt>
    <dgm:pt modelId="{39BB9917-3A8F-4B90-8F83-A4E3C5275975}" type="pres">
      <dgm:prSet presAssocID="{0D407A5B-9429-4783-A533-FB182D18B07B}" presName="diagram" presStyleCnt="0">
        <dgm:presLayoutVars>
          <dgm:dir/>
          <dgm:resizeHandles val="exact"/>
        </dgm:presLayoutVars>
      </dgm:prSet>
      <dgm:spPr/>
    </dgm:pt>
    <dgm:pt modelId="{51B28378-DE0A-4967-99D2-EFBF65458890}" type="pres">
      <dgm:prSet presAssocID="{18E031AF-444F-43B0-85BB-411F21DBBBA8}" presName="node" presStyleLbl="node1" presStyleIdx="0" presStyleCnt="1">
        <dgm:presLayoutVars>
          <dgm:bulletEnabled val="1"/>
        </dgm:presLayoutVars>
      </dgm:prSet>
      <dgm:spPr/>
    </dgm:pt>
  </dgm:ptLst>
  <dgm:cxnLst>
    <dgm:cxn modelId="{CB9C6F34-F6B1-4908-9630-BB8DB29D4E36}" type="presOf" srcId="{0D407A5B-9429-4783-A533-FB182D18B07B}" destId="{39BB9917-3A8F-4B90-8F83-A4E3C5275975}" srcOrd="0" destOrd="0" presId="urn:microsoft.com/office/officeart/2005/8/layout/process5"/>
    <dgm:cxn modelId="{A41D9C3E-9566-40B7-B5D4-5330A06C28F7}" type="presOf" srcId="{0D299827-FF3E-441D-B307-45D6C303CCE7}" destId="{51B28378-DE0A-4967-99D2-EFBF65458890}" srcOrd="0" destOrd="2" presId="urn:microsoft.com/office/officeart/2005/8/layout/process5"/>
    <dgm:cxn modelId="{DF95ED5E-298C-4A58-A55E-8327B9D046A1}" srcId="{18E031AF-444F-43B0-85BB-411F21DBBBA8}" destId="{BEF2E92D-ED57-4DAD-BB4C-B6ADD72758DF}" srcOrd="0" destOrd="0" parTransId="{0E0E71AA-6776-4C19-8FF0-D08DE9D3985C}" sibTransId="{8DA308BE-9BBB-4709-A126-73F7C5C545EF}"/>
    <dgm:cxn modelId="{A75DA35F-DA58-4F15-89D9-A667F5DD2AB6}" type="presOf" srcId="{1878188C-0F2F-4DB8-9DFB-5A109F729370}" destId="{51B28378-DE0A-4967-99D2-EFBF65458890}" srcOrd="0" destOrd="3" presId="urn:microsoft.com/office/officeart/2005/8/layout/process5"/>
    <dgm:cxn modelId="{EF168C6A-6AAC-48F4-A359-0E32F8753EBB}" type="presOf" srcId="{BEF2E92D-ED57-4DAD-BB4C-B6ADD72758DF}" destId="{51B28378-DE0A-4967-99D2-EFBF65458890}" srcOrd="0" destOrd="1" presId="urn:microsoft.com/office/officeart/2005/8/layout/process5"/>
    <dgm:cxn modelId="{E8123E58-5B28-4E64-8257-D8793E2899A9}" srcId="{0D407A5B-9429-4783-A533-FB182D18B07B}" destId="{18E031AF-444F-43B0-85BB-411F21DBBBA8}" srcOrd="0" destOrd="0" parTransId="{DD36DED0-5E86-4D82-9B49-F240B9D3CD35}" sibTransId="{C98FDA07-D6DF-47FA-9AF0-E7E879363D68}"/>
    <dgm:cxn modelId="{5BF6E783-4BBC-41A9-9AFB-640199E69AA9}" srcId="{18E031AF-444F-43B0-85BB-411F21DBBBA8}" destId="{0D299827-FF3E-441D-B307-45D6C303CCE7}" srcOrd="1" destOrd="0" parTransId="{15C6BD13-AD5A-4881-87A1-4E8EBF6215C8}" sibTransId="{61227AFC-EA16-4C17-ACBB-4C3CA88E86E9}"/>
    <dgm:cxn modelId="{F9051998-BAA6-4D58-946B-5D4075B1CC71}" type="presOf" srcId="{0B4485C2-7FA2-47B0-BCC3-39B927C50129}" destId="{51B28378-DE0A-4967-99D2-EFBF65458890}" srcOrd="0" destOrd="4" presId="urn:microsoft.com/office/officeart/2005/8/layout/process5"/>
    <dgm:cxn modelId="{1BEA0DA5-BC5B-4D3C-A10A-003877C3193A}" srcId="{18E031AF-444F-43B0-85BB-411F21DBBBA8}" destId="{1878188C-0F2F-4DB8-9DFB-5A109F729370}" srcOrd="2" destOrd="0" parTransId="{C25ED821-8D2A-4F97-BC2E-6E56331E3B67}" sibTransId="{85DFED68-AA71-4117-9F82-7B7C68C2CA19}"/>
    <dgm:cxn modelId="{506639C7-7F89-447A-A18B-A09D9536EDE5}" srcId="{18E031AF-444F-43B0-85BB-411F21DBBBA8}" destId="{0B4485C2-7FA2-47B0-BCC3-39B927C50129}" srcOrd="3" destOrd="0" parTransId="{0DB2FD69-04D3-4C7F-9015-3E6E34104453}" sibTransId="{9F959EF0-635A-4B35-B2C2-829046C310F1}"/>
    <dgm:cxn modelId="{B2A701D8-32C2-4871-8F26-56A400E726B3}" type="presOf" srcId="{18E031AF-444F-43B0-85BB-411F21DBBBA8}" destId="{51B28378-DE0A-4967-99D2-EFBF65458890}" srcOrd="0" destOrd="0" presId="urn:microsoft.com/office/officeart/2005/8/layout/process5"/>
    <dgm:cxn modelId="{4651FD7E-CAB3-41AA-9361-DFD63919D1E2}" type="presParOf" srcId="{39BB9917-3A8F-4B90-8F83-A4E3C5275975}" destId="{51B28378-DE0A-4967-99D2-EFBF65458890}" srcOrd="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3/layout/StepUp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 custT="1"/>
      <dgm:spPr/>
      <dgm:t>
        <a:bodyPr/>
        <a:lstStyle/>
        <a:p>
          <a:r>
            <a:rPr lang="en-US" sz="1600" dirty="0" err="1"/>
            <a:t>Semoga</a:t>
          </a:r>
          <a:r>
            <a:rPr lang="en-US" sz="1600" dirty="0"/>
            <a:t> </a:t>
          </a:r>
          <a:r>
            <a:rPr lang="en-US" sz="1600" dirty="0" err="1"/>
            <a:t>ilmunya</a:t>
          </a:r>
          <a:r>
            <a:rPr lang="en-US" sz="1600" dirty="0"/>
            <a:t> </a:t>
          </a:r>
          <a:r>
            <a:rPr lang="en-US" sz="1600" dirty="0" err="1"/>
            <a:t>bermanfaat</a:t>
          </a:r>
          <a:r>
            <a:rPr lang="en-US" sz="1600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 sz="1600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 sz="1600"/>
        </a:p>
      </dgm:t>
    </dgm:pt>
    <dgm:pt modelId="{C0DBF704-87C4-495C-8476-124308F435A3}">
      <dgm:prSet phldrT="[Text]" custT="1"/>
      <dgm:spPr/>
      <dgm:t>
        <a:bodyPr/>
        <a:lstStyle/>
        <a:p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berjumpa</a:t>
          </a:r>
          <a:r>
            <a:rPr lang="en-US" sz="1600" dirty="0"/>
            <a:t> </a:t>
          </a:r>
          <a:r>
            <a:rPr lang="en-US" sz="1600" dirty="0" err="1"/>
            <a:t>lagi</a:t>
          </a:r>
          <a:r>
            <a:rPr lang="en-US" sz="1600" dirty="0"/>
            <a:t> di </a:t>
          </a:r>
          <a:r>
            <a:rPr lang="en-US" sz="1600" dirty="0" err="1"/>
            <a:t>inisiasi</a:t>
          </a:r>
          <a:r>
            <a:rPr lang="en-US" sz="1600" dirty="0"/>
            <a:t> </a:t>
          </a:r>
          <a:r>
            <a:rPr lang="en-US" sz="1600" dirty="0" err="1"/>
            <a:t>berikutnya</a:t>
          </a:r>
          <a:r>
            <a:rPr lang="en-US" sz="1600" dirty="0"/>
            <a:t> </a:t>
          </a:r>
          <a:r>
            <a:rPr lang="en-US" sz="1600" dirty="0" err="1"/>
            <a:t>Struktur</a:t>
          </a:r>
          <a:r>
            <a:rPr lang="en-US" sz="1600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 sz="1600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 sz="1600"/>
        </a:p>
      </dgm:t>
    </dgm:pt>
    <dgm:pt modelId="{D26B2535-4A9F-4E42-9014-DA4C9B28E598}" type="pres">
      <dgm:prSet presAssocID="{596726B1-4A41-46F7-83D4-8F7A06E2177E}" presName="rootnode" presStyleCnt="0">
        <dgm:presLayoutVars>
          <dgm:chMax/>
          <dgm:chPref/>
          <dgm:dir/>
          <dgm:animLvl val="lvl"/>
        </dgm:presLayoutVars>
      </dgm:prSet>
      <dgm:spPr/>
    </dgm:pt>
    <dgm:pt modelId="{8C04BE91-C908-4196-A599-BD9EEDD1858A}" type="pres">
      <dgm:prSet presAssocID="{376E8285-9AF6-4CE0-A508-E22048EFC234}" presName="composite" presStyleCnt="0"/>
      <dgm:spPr/>
    </dgm:pt>
    <dgm:pt modelId="{257928BB-E10A-4FB9-A769-790FF4CE7EEA}" type="pres">
      <dgm:prSet presAssocID="{376E8285-9AF6-4CE0-A508-E22048EFC234}" presName="LShape" presStyleLbl="alignNode1" presStyleIdx="0" presStyleCnt="3"/>
      <dgm:spPr/>
    </dgm:pt>
    <dgm:pt modelId="{034CB31E-96EA-427C-99CE-001CD08227E5}" type="pres">
      <dgm:prSet presAssocID="{376E8285-9AF6-4CE0-A508-E22048EFC234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6C0A7AD-E1E2-40C4-94BA-6677C720CDE0}" type="pres">
      <dgm:prSet presAssocID="{376E8285-9AF6-4CE0-A508-E22048EFC234}" presName="Triangle" presStyleLbl="alignNode1" presStyleIdx="1" presStyleCnt="3"/>
      <dgm:spPr/>
    </dgm:pt>
    <dgm:pt modelId="{330DF984-F85B-4F9C-A2DA-DE6A14930F48}" type="pres">
      <dgm:prSet presAssocID="{5861F86C-A090-4B59-BEBF-38A9993FB0E7}" presName="sibTrans" presStyleCnt="0"/>
      <dgm:spPr/>
    </dgm:pt>
    <dgm:pt modelId="{B212AA0B-168D-4105-85B3-945217B0FCA0}" type="pres">
      <dgm:prSet presAssocID="{5861F86C-A090-4B59-BEBF-38A9993FB0E7}" presName="space" presStyleCnt="0"/>
      <dgm:spPr/>
    </dgm:pt>
    <dgm:pt modelId="{2D38AA14-CFF0-4667-BC5F-76427C3276BB}" type="pres">
      <dgm:prSet presAssocID="{C0DBF704-87C4-495C-8476-124308F435A3}" presName="composite" presStyleCnt="0"/>
      <dgm:spPr/>
    </dgm:pt>
    <dgm:pt modelId="{2735098C-9475-4DE1-813A-F503B0485EDB}" type="pres">
      <dgm:prSet presAssocID="{C0DBF704-87C4-495C-8476-124308F435A3}" presName="LShape" presStyleLbl="alignNode1" presStyleIdx="2" presStyleCnt="3"/>
      <dgm:spPr/>
    </dgm:pt>
    <dgm:pt modelId="{DDD86BEE-E67D-4B30-B5E2-663820FC4B0E}" type="pres">
      <dgm:prSet presAssocID="{C0DBF704-87C4-495C-8476-124308F435A3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04DA10D-BB54-4136-B3D6-21B3BBBE32A5}" type="presOf" srcId="{596726B1-4A41-46F7-83D4-8F7A06E2177E}" destId="{D26B2535-4A9F-4E42-9014-DA4C9B28E598}" srcOrd="0" destOrd="0" presId="urn:microsoft.com/office/officeart/2009/3/layout/StepUpProcess"/>
    <dgm:cxn modelId="{682BB452-F2B1-4C36-8371-E2F350FD90F7}" type="presOf" srcId="{C0DBF704-87C4-495C-8476-124308F435A3}" destId="{DDD86BEE-E67D-4B30-B5E2-663820FC4B0E}" srcOrd="0" destOrd="0" presId="urn:microsoft.com/office/officeart/2009/3/layout/StepUp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8B0C68AC-54BA-4DF0-9CC3-6414AC3D55BB}" type="presOf" srcId="{376E8285-9AF6-4CE0-A508-E22048EFC234}" destId="{034CB31E-96EA-427C-99CE-001CD08227E5}" srcOrd="0" destOrd="0" presId="urn:microsoft.com/office/officeart/2009/3/layout/StepUpProcess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F6EBE218-A7D2-418F-9BFC-9F23655AE2B3}" type="presParOf" srcId="{D26B2535-4A9F-4E42-9014-DA4C9B28E598}" destId="{8C04BE91-C908-4196-A599-BD9EEDD1858A}" srcOrd="0" destOrd="0" presId="urn:microsoft.com/office/officeart/2009/3/layout/StepUpProcess"/>
    <dgm:cxn modelId="{026C0D6B-032D-4BBF-B686-697C9FE96F16}" type="presParOf" srcId="{8C04BE91-C908-4196-A599-BD9EEDD1858A}" destId="{257928BB-E10A-4FB9-A769-790FF4CE7EEA}" srcOrd="0" destOrd="0" presId="urn:microsoft.com/office/officeart/2009/3/layout/StepUpProcess"/>
    <dgm:cxn modelId="{EDBC14CE-F298-4A74-A01F-BEEC8549A80B}" type="presParOf" srcId="{8C04BE91-C908-4196-A599-BD9EEDD1858A}" destId="{034CB31E-96EA-427C-99CE-001CD08227E5}" srcOrd="1" destOrd="0" presId="urn:microsoft.com/office/officeart/2009/3/layout/StepUpProcess"/>
    <dgm:cxn modelId="{2EF16787-C572-4427-8E70-EC921DC4D491}" type="presParOf" srcId="{8C04BE91-C908-4196-A599-BD9EEDD1858A}" destId="{86C0A7AD-E1E2-40C4-94BA-6677C720CDE0}" srcOrd="2" destOrd="0" presId="urn:microsoft.com/office/officeart/2009/3/layout/StepUpProcess"/>
    <dgm:cxn modelId="{76FBCB22-6091-45A4-B4E7-6EB0A3F4413F}" type="presParOf" srcId="{D26B2535-4A9F-4E42-9014-DA4C9B28E598}" destId="{330DF984-F85B-4F9C-A2DA-DE6A14930F48}" srcOrd="1" destOrd="0" presId="urn:microsoft.com/office/officeart/2009/3/layout/StepUpProcess"/>
    <dgm:cxn modelId="{0E469D9F-573D-4EE6-A051-2F6E556F222D}" type="presParOf" srcId="{330DF984-F85B-4F9C-A2DA-DE6A14930F48}" destId="{B212AA0B-168D-4105-85B3-945217B0FCA0}" srcOrd="0" destOrd="0" presId="urn:microsoft.com/office/officeart/2009/3/layout/StepUpProcess"/>
    <dgm:cxn modelId="{F966C0A4-B74B-4F2C-9F96-55E77C1F4B85}" type="presParOf" srcId="{D26B2535-4A9F-4E42-9014-DA4C9B28E598}" destId="{2D38AA14-CFF0-4667-BC5F-76427C3276BB}" srcOrd="2" destOrd="0" presId="urn:microsoft.com/office/officeart/2009/3/layout/StepUpProcess"/>
    <dgm:cxn modelId="{62E8DC73-B19F-42FA-97CA-E396C4FC4ED0}" type="presParOf" srcId="{2D38AA14-CFF0-4667-BC5F-76427C3276BB}" destId="{2735098C-9475-4DE1-813A-F503B0485EDB}" srcOrd="0" destOrd="0" presId="urn:microsoft.com/office/officeart/2009/3/layout/StepUpProcess"/>
    <dgm:cxn modelId="{89D45E03-2310-4371-8D3C-FD7A975A48F3}" type="presParOf" srcId="{2D38AA14-CFF0-4667-BC5F-76427C3276BB}" destId="{DDD86BEE-E67D-4B30-B5E2-663820FC4B0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3CAE0-14ED-4D8F-B290-B12D612C8D46}">
      <dsp:nvSpPr>
        <dsp:cNvPr id="0" name=""/>
        <dsp:cNvSpPr/>
      </dsp:nvSpPr>
      <dsp:spPr>
        <a:xfrm>
          <a:off x="685993" y="767515"/>
          <a:ext cx="2096253" cy="690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Nilai</a:t>
          </a:r>
          <a:r>
            <a:rPr lang="en-US" sz="1500" kern="1200" dirty="0"/>
            <a:t> A, B, C, D, E </a:t>
          </a:r>
          <a:r>
            <a:rPr lang="en-US" sz="1500" kern="1200" dirty="0" err="1"/>
            <a:t>telah</a:t>
          </a:r>
          <a:r>
            <a:rPr lang="en-US" sz="1500" kern="1200" dirty="0"/>
            <a:t> di proses, </a:t>
          </a:r>
          <a:r>
            <a:rPr lang="en-US" sz="1500" kern="1200" dirty="0" err="1"/>
            <a:t>sehingga</a:t>
          </a:r>
          <a:r>
            <a:rPr lang="en-US" sz="1500" kern="1200" dirty="0"/>
            <a:t> di </a:t>
          </a:r>
          <a:r>
            <a:rPr lang="en-US" sz="1500" kern="1200" dirty="0" err="1"/>
            <a:t>hapus</a:t>
          </a:r>
          <a:r>
            <a:rPr lang="en-US" sz="1500" kern="1200" dirty="0"/>
            <a:t> </a:t>
          </a:r>
          <a:r>
            <a:rPr lang="en-US" sz="1500" kern="1200" dirty="0" err="1"/>
            <a:t>dari</a:t>
          </a:r>
          <a:r>
            <a:rPr lang="en-US" sz="1500" kern="1200" dirty="0"/>
            <a:t> </a:t>
          </a:r>
          <a:r>
            <a:rPr lang="en-US" sz="1500" kern="1200" dirty="0" err="1"/>
            <a:t>antrian</a:t>
          </a:r>
          <a:endParaRPr lang="en-US" sz="1500" kern="1200" dirty="0"/>
        </a:p>
      </dsp:txBody>
      <dsp:txXfrm>
        <a:off x="685993" y="767515"/>
        <a:ext cx="2096253" cy="690810"/>
      </dsp:txXfrm>
    </dsp:sp>
    <dsp:sp modelId="{A6AA33DC-23B3-4ACE-B3DF-9075630A9D89}">
      <dsp:nvSpPr>
        <dsp:cNvPr id="0" name=""/>
        <dsp:cNvSpPr/>
      </dsp:nvSpPr>
      <dsp:spPr>
        <a:xfrm>
          <a:off x="683611" y="557413"/>
          <a:ext cx="166747" cy="16674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B9A4CD-9514-4A7B-8086-8DB16648BC24}">
      <dsp:nvSpPr>
        <dsp:cNvPr id="0" name=""/>
        <dsp:cNvSpPr/>
      </dsp:nvSpPr>
      <dsp:spPr>
        <a:xfrm>
          <a:off x="800334" y="323966"/>
          <a:ext cx="166747" cy="166747"/>
        </a:xfrm>
        <a:prstGeom prst="ellipse">
          <a:avLst/>
        </a:prstGeom>
        <a:solidFill>
          <a:schemeClr val="accent4">
            <a:hueOff val="611511"/>
            <a:satOff val="-2822"/>
            <a:lumOff val="1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7F7CE-C36B-4676-8E59-717D213EA1EA}">
      <dsp:nvSpPr>
        <dsp:cNvPr id="0" name=""/>
        <dsp:cNvSpPr/>
      </dsp:nvSpPr>
      <dsp:spPr>
        <a:xfrm>
          <a:off x="1080469" y="370656"/>
          <a:ext cx="262031" cy="262031"/>
        </a:xfrm>
        <a:prstGeom prst="ellipse">
          <a:avLst/>
        </a:prstGeom>
        <a:solidFill>
          <a:schemeClr val="accent4">
            <a:hueOff val="1223023"/>
            <a:satOff val="-5643"/>
            <a:lumOff val="2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82321A-7AFD-44DF-931C-E316A73B9623}">
      <dsp:nvSpPr>
        <dsp:cNvPr id="0" name=""/>
        <dsp:cNvSpPr/>
      </dsp:nvSpPr>
      <dsp:spPr>
        <a:xfrm>
          <a:off x="1313916" y="113865"/>
          <a:ext cx="166747" cy="166747"/>
        </a:xfrm>
        <a:prstGeom prst="ellipse">
          <a:avLst/>
        </a:prstGeom>
        <a:solidFill>
          <a:schemeClr val="accent4">
            <a:hueOff val="1834534"/>
            <a:satOff val="-8465"/>
            <a:lumOff val="3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C1858E-719D-4503-AA7F-995DE252BAB5}">
      <dsp:nvSpPr>
        <dsp:cNvPr id="0" name=""/>
        <dsp:cNvSpPr/>
      </dsp:nvSpPr>
      <dsp:spPr>
        <a:xfrm>
          <a:off x="1617396" y="20486"/>
          <a:ext cx="166747" cy="166747"/>
        </a:xfrm>
        <a:prstGeom prst="ellipse">
          <a:avLst/>
        </a:prstGeom>
        <a:solidFill>
          <a:schemeClr val="accent4">
            <a:hueOff val="2446045"/>
            <a:satOff val="-11287"/>
            <a:lumOff val="4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1F27F-FB87-4B34-9CA9-C29C74BAAE68}">
      <dsp:nvSpPr>
        <dsp:cNvPr id="0" name=""/>
        <dsp:cNvSpPr/>
      </dsp:nvSpPr>
      <dsp:spPr>
        <a:xfrm>
          <a:off x="1990910" y="183899"/>
          <a:ext cx="166747" cy="166747"/>
        </a:xfrm>
        <a:prstGeom prst="ellipse">
          <a:avLst/>
        </a:prstGeom>
        <a:solidFill>
          <a:schemeClr val="accent4">
            <a:hueOff val="3057557"/>
            <a:satOff val="-14108"/>
            <a:lumOff val="5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71850-160F-4984-9BF2-AE4D74E49E4C}">
      <dsp:nvSpPr>
        <dsp:cNvPr id="0" name=""/>
        <dsp:cNvSpPr/>
      </dsp:nvSpPr>
      <dsp:spPr>
        <a:xfrm>
          <a:off x="2224357" y="300622"/>
          <a:ext cx="262031" cy="262031"/>
        </a:xfrm>
        <a:prstGeom prst="ellipse">
          <a:avLst/>
        </a:prstGeom>
        <a:solidFill>
          <a:schemeClr val="accent4">
            <a:hueOff val="3669068"/>
            <a:satOff val="-16930"/>
            <a:lumOff val="6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382E64-8213-4AA1-BC1A-C180DA35D0BB}">
      <dsp:nvSpPr>
        <dsp:cNvPr id="0" name=""/>
        <dsp:cNvSpPr/>
      </dsp:nvSpPr>
      <dsp:spPr>
        <a:xfrm>
          <a:off x="2551182" y="557413"/>
          <a:ext cx="166747" cy="166747"/>
        </a:xfrm>
        <a:prstGeom prst="ellipse">
          <a:avLst/>
        </a:prstGeom>
        <a:solidFill>
          <a:schemeClr val="accent4">
            <a:hueOff val="4280579"/>
            <a:satOff val="-19752"/>
            <a:lumOff val="7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5DC3F-961A-49C8-A4BB-BC997C69CE68}">
      <dsp:nvSpPr>
        <dsp:cNvPr id="0" name=""/>
        <dsp:cNvSpPr/>
      </dsp:nvSpPr>
      <dsp:spPr>
        <a:xfrm>
          <a:off x="2691250" y="814204"/>
          <a:ext cx="166747" cy="166747"/>
        </a:xfrm>
        <a:prstGeom prst="ellipse">
          <a:avLst/>
        </a:prstGeom>
        <a:solidFill>
          <a:schemeClr val="accent4">
            <a:hueOff val="4892091"/>
            <a:satOff val="-22573"/>
            <a:lumOff val="8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300DC5-8BF9-42B4-B314-EE7D36FCF677}">
      <dsp:nvSpPr>
        <dsp:cNvPr id="0" name=""/>
        <dsp:cNvSpPr/>
      </dsp:nvSpPr>
      <dsp:spPr>
        <a:xfrm>
          <a:off x="1477328" y="323966"/>
          <a:ext cx="428779" cy="428779"/>
        </a:xfrm>
        <a:prstGeom prst="ellipse">
          <a:avLst/>
        </a:prstGeom>
        <a:solidFill>
          <a:schemeClr val="accent4">
            <a:hueOff val="5503602"/>
            <a:satOff val="-25395"/>
            <a:lumOff val="93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FDBF8-4537-4A51-9FAC-3A2D537FA08B}">
      <dsp:nvSpPr>
        <dsp:cNvPr id="0" name=""/>
        <dsp:cNvSpPr/>
      </dsp:nvSpPr>
      <dsp:spPr>
        <a:xfrm>
          <a:off x="566887" y="1211063"/>
          <a:ext cx="166747" cy="166747"/>
        </a:xfrm>
        <a:prstGeom prst="ellipse">
          <a:avLst/>
        </a:prstGeom>
        <a:solidFill>
          <a:schemeClr val="accent4">
            <a:hueOff val="6115113"/>
            <a:satOff val="-28216"/>
            <a:lumOff val="10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E5BA59-49EA-4125-80F2-CCEE0F478B29}">
      <dsp:nvSpPr>
        <dsp:cNvPr id="0" name=""/>
        <dsp:cNvSpPr/>
      </dsp:nvSpPr>
      <dsp:spPr>
        <a:xfrm>
          <a:off x="706955" y="1421164"/>
          <a:ext cx="262031" cy="262031"/>
        </a:xfrm>
        <a:prstGeom prst="ellipse">
          <a:avLst/>
        </a:prstGeom>
        <a:solidFill>
          <a:schemeClr val="accent4">
            <a:hueOff val="6726625"/>
            <a:satOff val="-31038"/>
            <a:lumOff val="11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31DFC-0920-438C-A1ED-67245ABA8A23}">
      <dsp:nvSpPr>
        <dsp:cNvPr id="0" name=""/>
        <dsp:cNvSpPr/>
      </dsp:nvSpPr>
      <dsp:spPr>
        <a:xfrm>
          <a:off x="1057125" y="1607922"/>
          <a:ext cx="381136" cy="381136"/>
        </a:xfrm>
        <a:prstGeom prst="ellipse">
          <a:avLst/>
        </a:prstGeom>
        <a:solidFill>
          <a:schemeClr val="accent4">
            <a:hueOff val="7338136"/>
            <a:satOff val="-33860"/>
            <a:lumOff val="12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94BAD-7992-4DE2-A8AD-4ED35DF4550D}">
      <dsp:nvSpPr>
        <dsp:cNvPr id="0" name=""/>
        <dsp:cNvSpPr/>
      </dsp:nvSpPr>
      <dsp:spPr>
        <a:xfrm>
          <a:off x="1547362" y="1911402"/>
          <a:ext cx="166747" cy="166747"/>
        </a:xfrm>
        <a:prstGeom prst="ellipse">
          <a:avLst/>
        </a:prstGeom>
        <a:solidFill>
          <a:schemeClr val="accent4">
            <a:hueOff val="7949648"/>
            <a:satOff val="-36681"/>
            <a:lumOff val="135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5746E-8C53-410D-99FE-C9FEF1C7B4A8}">
      <dsp:nvSpPr>
        <dsp:cNvPr id="0" name=""/>
        <dsp:cNvSpPr/>
      </dsp:nvSpPr>
      <dsp:spPr>
        <a:xfrm>
          <a:off x="1640741" y="1607922"/>
          <a:ext cx="262031" cy="262031"/>
        </a:xfrm>
        <a:prstGeom prst="ellipse">
          <a:avLst/>
        </a:prstGeom>
        <a:solidFill>
          <a:schemeClr val="accent4">
            <a:hueOff val="8561158"/>
            <a:satOff val="-39503"/>
            <a:lumOff val="14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E12BD-BE15-4C3E-BD62-456F5C984A19}">
      <dsp:nvSpPr>
        <dsp:cNvPr id="0" name=""/>
        <dsp:cNvSpPr/>
      </dsp:nvSpPr>
      <dsp:spPr>
        <a:xfrm>
          <a:off x="1874187" y="1934746"/>
          <a:ext cx="166747" cy="166747"/>
        </a:xfrm>
        <a:prstGeom prst="ellipse">
          <a:avLst/>
        </a:prstGeom>
        <a:solidFill>
          <a:schemeClr val="accent4">
            <a:hueOff val="9172669"/>
            <a:satOff val="-42325"/>
            <a:lumOff val="15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28AD7A-9782-4B6B-9E70-9CDBA5961CFE}">
      <dsp:nvSpPr>
        <dsp:cNvPr id="0" name=""/>
        <dsp:cNvSpPr/>
      </dsp:nvSpPr>
      <dsp:spPr>
        <a:xfrm>
          <a:off x="2084289" y="1561232"/>
          <a:ext cx="381136" cy="381136"/>
        </a:xfrm>
        <a:prstGeom prst="ellipse">
          <a:avLst/>
        </a:prstGeom>
        <a:solidFill>
          <a:schemeClr val="accent4">
            <a:hueOff val="9784181"/>
            <a:satOff val="-45146"/>
            <a:lumOff val="16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E5F3FA-F281-496E-AF9C-DFE9F16FB64B}">
      <dsp:nvSpPr>
        <dsp:cNvPr id="0" name=""/>
        <dsp:cNvSpPr/>
      </dsp:nvSpPr>
      <dsp:spPr>
        <a:xfrm>
          <a:off x="2597871" y="1467854"/>
          <a:ext cx="262031" cy="262031"/>
        </a:xfrm>
        <a:prstGeom prst="ellipse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79321-5952-4322-A4E2-DAD39FEFA634}">
      <dsp:nvSpPr>
        <dsp:cNvPr id="0" name=""/>
        <dsp:cNvSpPr/>
      </dsp:nvSpPr>
      <dsp:spPr>
        <a:xfrm>
          <a:off x="1352" y="0"/>
          <a:ext cx="2768015" cy="9218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Nilai</a:t>
          </a:r>
          <a:r>
            <a:rPr lang="en-US" sz="1900" kern="1200" dirty="0"/>
            <a:t> F </a:t>
          </a:r>
          <a:r>
            <a:rPr lang="en-US" sz="1900" kern="1200" dirty="0" err="1"/>
            <a:t>menunjukkan</a:t>
          </a:r>
          <a:r>
            <a:rPr lang="en-US" sz="1900" kern="1200" dirty="0"/>
            <a:t> </a:t>
          </a:r>
          <a:r>
            <a:rPr lang="en-US" sz="1900" kern="1200" dirty="0" err="1"/>
            <a:t>nilai</a:t>
          </a:r>
          <a:r>
            <a:rPr lang="en-US" sz="1900" kern="1200" dirty="0"/>
            <a:t> </a:t>
          </a:r>
          <a:r>
            <a:rPr lang="en-US" sz="1900" kern="1200" dirty="0" err="1"/>
            <a:t>pertama</a:t>
          </a:r>
          <a:r>
            <a:rPr lang="en-US" sz="1900" kern="1200" dirty="0"/>
            <a:t> </a:t>
          </a:r>
          <a:r>
            <a:rPr lang="en-US" sz="1900" kern="1200" dirty="0" err="1"/>
            <a:t>pada</a:t>
          </a:r>
          <a:r>
            <a:rPr lang="en-US" sz="1900" kern="1200" dirty="0"/>
            <a:t> </a:t>
          </a:r>
          <a:r>
            <a:rPr lang="en-US" sz="1900" kern="1200" dirty="0" err="1"/>
            <a:t>antrian</a:t>
          </a:r>
          <a:endParaRPr lang="en-US" sz="1900" kern="1200" dirty="0"/>
        </a:p>
      </dsp:txBody>
      <dsp:txXfrm>
        <a:off x="28352" y="27000"/>
        <a:ext cx="2714015" cy="8678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A015C-DDAE-41C5-A061-4D7A04CB9159}">
      <dsp:nvSpPr>
        <dsp:cNvPr id="0" name=""/>
        <dsp:cNvSpPr/>
      </dsp:nvSpPr>
      <dsp:spPr>
        <a:xfrm>
          <a:off x="0" y="582560"/>
          <a:ext cx="4896995" cy="13860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0061" tIns="333248" rIns="38006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enqueue(e): Menambah satu elemen diakhir antrian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dequeue(): </a:t>
          </a:r>
          <a:r>
            <a:rPr lang="en-US" sz="1600" kern="1200" dirty="0" err="1"/>
            <a:t>Menghapus</a:t>
          </a:r>
          <a:r>
            <a:rPr lang="en-US" sz="1600" kern="1200" dirty="0"/>
            <a:t> </a:t>
          </a:r>
          <a:r>
            <a:rPr lang="en-US" sz="1600" kern="1200" dirty="0" err="1"/>
            <a:t>satu</a:t>
          </a:r>
          <a:r>
            <a:rPr lang="en-US" sz="1600" kern="1200" dirty="0"/>
            <a:t> </a:t>
          </a:r>
          <a:r>
            <a:rPr lang="en-US" sz="1600" kern="1200" dirty="0" err="1"/>
            <a:t>elemen</a:t>
          </a:r>
          <a:r>
            <a:rPr lang="en-US" sz="1600" kern="1200" dirty="0"/>
            <a:t> </a:t>
          </a:r>
          <a:r>
            <a:rPr lang="en-US" sz="1600" kern="1200" dirty="0" err="1"/>
            <a:t>pertama</a:t>
          </a:r>
          <a:r>
            <a:rPr lang="en-US" sz="1600" kern="1200" dirty="0"/>
            <a:t> </a:t>
          </a:r>
          <a:r>
            <a:rPr lang="en-US" sz="1600" kern="1200" dirty="0" err="1"/>
            <a:t>pada</a:t>
          </a:r>
          <a:r>
            <a:rPr lang="en-US" sz="1600" kern="1200" dirty="0"/>
            <a:t> </a:t>
          </a:r>
          <a:r>
            <a:rPr lang="en-US" sz="1600" kern="1200" dirty="0" err="1"/>
            <a:t>antrian</a:t>
          </a:r>
          <a:endParaRPr lang="en-US" sz="1600" kern="1200" dirty="0"/>
        </a:p>
      </dsp:txBody>
      <dsp:txXfrm>
        <a:off x="0" y="582560"/>
        <a:ext cx="4896995" cy="1386000"/>
      </dsp:txXfrm>
    </dsp:sp>
    <dsp:sp modelId="{61154601-D219-4589-96CE-0C6870DCA6F5}">
      <dsp:nvSpPr>
        <dsp:cNvPr id="0" name=""/>
        <dsp:cNvSpPr/>
      </dsp:nvSpPr>
      <dsp:spPr>
        <a:xfrm>
          <a:off x="244849" y="346400"/>
          <a:ext cx="3427896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66" tIns="0" rIns="12956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Tipe</a:t>
          </a:r>
          <a:r>
            <a:rPr lang="en-US" sz="1600" kern="1200" dirty="0"/>
            <a:t> data </a:t>
          </a:r>
          <a:r>
            <a:rPr lang="en-US" sz="1600" kern="1200" dirty="0" err="1"/>
            <a:t>abstrak</a:t>
          </a:r>
          <a:r>
            <a:rPr lang="en-US" sz="1600" kern="1200" dirty="0"/>
            <a:t> </a:t>
          </a:r>
          <a:r>
            <a:rPr lang="en-US" sz="1600" kern="1200" dirty="0" err="1"/>
            <a:t>pada</a:t>
          </a:r>
          <a:r>
            <a:rPr lang="en-US" sz="1600" kern="1200" dirty="0"/>
            <a:t> queue </a:t>
          </a:r>
          <a:r>
            <a:rPr lang="en-US" sz="1600" kern="1200" dirty="0" err="1"/>
            <a:t>adalah</a:t>
          </a:r>
          <a:r>
            <a:rPr lang="en-US" sz="1600" kern="1200" dirty="0"/>
            <a:t>:</a:t>
          </a:r>
        </a:p>
      </dsp:txBody>
      <dsp:txXfrm>
        <a:off x="267906" y="369457"/>
        <a:ext cx="3381782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6C51A-0CB9-478B-86B1-08F224D29A8A}">
      <dsp:nvSpPr>
        <dsp:cNvPr id="0" name=""/>
        <dsp:cNvSpPr/>
      </dsp:nvSpPr>
      <dsp:spPr>
        <a:xfrm>
          <a:off x="0" y="241337"/>
          <a:ext cx="5201796" cy="16632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3717" tIns="333248" rIns="40371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first() : </a:t>
          </a:r>
          <a:r>
            <a:rPr lang="en-US" sz="1600" kern="1200" dirty="0" err="1"/>
            <a:t>Mengembalikan</a:t>
          </a:r>
          <a:r>
            <a:rPr lang="en-US" sz="1600" kern="1200" dirty="0"/>
            <a:t> </a:t>
          </a:r>
          <a:r>
            <a:rPr lang="en-US" sz="1600" kern="1200" dirty="0" err="1"/>
            <a:t>elemen</a:t>
          </a:r>
          <a:r>
            <a:rPr lang="en-US" sz="1600" kern="1200" dirty="0"/>
            <a:t> </a:t>
          </a:r>
          <a:r>
            <a:rPr lang="en-US" sz="1600" kern="1200" dirty="0" err="1"/>
            <a:t>pertama</a:t>
          </a:r>
          <a:r>
            <a:rPr lang="en-US" sz="1600" kern="1200" dirty="0"/>
            <a:t> </a:t>
          </a:r>
          <a:r>
            <a:rPr lang="en-US" sz="1600" kern="1200" dirty="0" err="1"/>
            <a:t>pada</a:t>
          </a:r>
          <a:r>
            <a:rPr lang="en-US" sz="1600" kern="1200" dirty="0"/>
            <a:t> </a:t>
          </a:r>
          <a:r>
            <a:rPr lang="en-US" sz="1600" kern="1200" dirty="0" err="1"/>
            <a:t>antrian</a:t>
          </a:r>
          <a:r>
            <a:rPr lang="en-US" sz="1600" kern="1200" dirty="0"/>
            <a:t> </a:t>
          </a:r>
          <a:r>
            <a:rPr lang="en-US" sz="1600" kern="1200" dirty="0" err="1"/>
            <a:t>tanpa</a:t>
          </a:r>
          <a:r>
            <a:rPr lang="en-US" sz="1600" kern="1200" dirty="0"/>
            <a:t> </a:t>
          </a:r>
          <a:r>
            <a:rPr lang="en-US" sz="1600" kern="1200" dirty="0" err="1"/>
            <a:t>menghapus</a:t>
          </a:r>
          <a:r>
            <a:rPr lang="en-US" sz="1600" kern="1200" dirty="0"/>
            <a:t> </a:t>
          </a:r>
          <a:r>
            <a:rPr lang="en-US" sz="1600" kern="1200" dirty="0" err="1"/>
            <a:t>nilai</a:t>
          </a:r>
          <a:r>
            <a:rPr lang="en-US" sz="1600" kern="1200" dirty="0"/>
            <a:t> </a:t>
          </a:r>
          <a:r>
            <a:rPr lang="en-US" sz="1600" kern="1200" dirty="0" err="1"/>
            <a:t>tersebut</a:t>
          </a:r>
          <a:r>
            <a:rPr lang="en-US" sz="1600" kern="1200" dirty="0"/>
            <a:t>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size() : </a:t>
          </a:r>
          <a:r>
            <a:rPr lang="en-US" sz="1600" kern="1200" dirty="0" err="1"/>
            <a:t>Menunjukkan</a:t>
          </a:r>
          <a:r>
            <a:rPr lang="en-US" sz="1600" kern="1200" dirty="0"/>
            <a:t> </a:t>
          </a:r>
          <a:r>
            <a:rPr lang="en-US" sz="1600" kern="1200" dirty="0" err="1"/>
            <a:t>jumlah</a:t>
          </a:r>
          <a:r>
            <a:rPr lang="en-US" sz="1600" kern="1200" dirty="0"/>
            <a:t> </a:t>
          </a:r>
          <a:r>
            <a:rPr lang="en-US" sz="1600" kern="1200" dirty="0" err="1"/>
            <a:t>elemen</a:t>
          </a:r>
          <a:r>
            <a:rPr lang="en-US" sz="1600" kern="1200" dirty="0"/>
            <a:t> </a:t>
          </a:r>
          <a:r>
            <a:rPr lang="en-US" sz="1600" kern="1200" dirty="0" err="1"/>
            <a:t>pada</a:t>
          </a:r>
          <a:r>
            <a:rPr lang="en-US" sz="1600" kern="1200" dirty="0"/>
            <a:t> </a:t>
          </a:r>
          <a:r>
            <a:rPr lang="en-US" sz="1600" kern="1200" dirty="0" err="1"/>
            <a:t>antrian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Isempty</a:t>
          </a:r>
          <a:r>
            <a:rPr lang="en-US" sz="1600" kern="1200" dirty="0"/>
            <a:t>(): </a:t>
          </a:r>
          <a:r>
            <a:rPr lang="en-US" sz="1600" kern="1200" dirty="0" err="1"/>
            <a:t>Memberikan</a:t>
          </a:r>
          <a:r>
            <a:rPr lang="en-US" sz="1600" kern="1200" dirty="0"/>
            <a:t> </a:t>
          </a:r>
          <a:r>
            <a:rPr lang="en-US" sz="1600" kern="1200" dirty="0" err="1"/>
            <a:t>nilai</a:t>
          </a:r>
          <a:r>
            <a:rPr lang="en-US" sz="1600" kern="1200" dirty="0"/>
            <a:t> Boolean </a:t>
          </a:r>
          <a:r>
            <a:rPr lang="en-US" sz="1600" kern="1200" dirty="0" err="1"/>
            <a:t>jika</a:t>
          </a:r>
          <a:r>
            <a:rPr lang="en-US" sz="1600" kern="1200" dirty="0"/>
            <a:t> </a:t>
          </a:r>
          <a:r>
            <a:rPr lang="en-US" sz="1600" kern="1200" dirty="0" err="1"/>
            <a:t>antrian</a:t>
          </a:r>
          <a:r>
            <a:rPr lang="en-US" sz="1600" kern="1200" dirty="0"/>
            <a:t> </a:t>
          </a:r>
          <a:r>
            <a:rPr lang="en-US" sz="1600" kern="1200" dirty="0" err="1"/>
            <a:t>kosong</a:t>
          </a:r>
          <a:endParaRPr lang="en-US" sz="1600" kern="1200" dirty="0"/>
        </a:p>
      </dsp:txBody>
      <dsp:txXfrm>
        <a:off x="0" y="241337"/>
        <a:ext cx="5201796" cy="1663200"/>
      </dsp:txXfrm>
    </dsp:sp>
    <dsp:sp modelId="{969A3C3F-00B7-40B6-87D9-B35559E425F4}">
      <dsp:nvSpPr>
        <dsp:cNvPr id="0" name=""/>
        <dsp:cNvSpPr/>
      </dsp:nvSpPr>
      <dsp:spPr>
        <a:xfrm>
          <a:off x="260089" y="5177"/>
          <a:ext cx="3641257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631" tIns="0" rIns="13763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Accessor methods </a:t>
          </a:r>
          <a:r>
            <a:rPr lang="en-US" sz="1600" kern="1200" dirty="0" err="1"/>
            <a:t>pada</a:t>
          </a:r>
          <a:r>
            <a:rPr lang="en-US" sz="1600" kern="1200" dirty="0"/>
            <a:t> queue </a:t>
          </a:r>
          <a:r>
            <a:rPr lang="en-US" sz="1600" kern="1200" dirty="0" err="1"/>
            <a:t>adalah</a:t>
          </a:r>
          <a:r>
            <a:rPr lang="en-US" sz="1600" kern="1200" dirty="0"/>
            <a:t>:</a:t>
          </a:r>
        </a:p>
      </dsp:txBody>
      <dsp:txXfrm>
        <a:off x="283146" y="28234"/>
        <a:ext cx="3595143" cy="4262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B28378-DE0A-4967-99D2-EFBF65458890}">
      <dsp:nvSpPr>
        <dsp:cNvPr id="0" name=""/>
        <dsp:cNvSpPr/>
      </dsp:nvSpPr>
      <dsp:spPr>
        <a:xfrm>
          <a:off x="261191" y="1171"/>
          <a:ext cx="6516042" cy="39096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Operasi</a:t>
          </a:r>
          <a:r>
            <a:rPr lang="en-US" sz="2600" kern="1200" dirty="0"/>
            <a:t> yang </a:t>
          </a:r>
          <a:r>
            <a:rPr lang="en-US" sz="2600" kern="1200" dirty="0" err="1"/>
            <a:t>digunakan</a:t>
          </a:r>
          <a:r>
            <a:rPr lang="en-US" sz="2600" kern="1200" dirty="0"/>
            <a:t> </a:t>
          </a:r>
          <a:r>
            <a:rPr lang="en-US" sz="2600" kern="1200" dirty="0" err="1"/>
            <a:t>dalam</a:t>
          </a:r>
          <a:r>
            <a:rPr lang="en-US" sz="2600" kern="1200" dirty="0"/>
            <a:t> deque </a:t>
          </a:r>
          <a:r>
            <a:rPr lang="en-US" sz="2600" kern="1200" dirty="0" err="1"/>
            <a:t>sebagai</a:t>
          </a:r>
          <a:r>
            <a:rPr lang="en-US" sz="2600" kern="1200" dirty="0"/>
            <a:t> update methods </a:t>
          </a:r>
          <a:r>
            <a:rPr lang="en-US" sz="2600" kern="1200" dirty="0" err="1"/>
            <a:t>sebagai</a:t>
          </a:r>
          <a:r>
            <a:rPr lang="en-US" sz="2600" kern="1200" dirty="0"/>
            <a:t> </a:t>
          </a:r>
          <a:r>
            <a:rPr lang="en-US" sz="2600" kern="1200" dirty="0" err="1"/>
            <a:t>berikut</a:t>
          </a:r>
          <a:r>
            <a:rPr lang="en-US" sz="2600" kern="1200" dirty="0"/>
            <a:t>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addFirst(e): Menambahkan elemen baru (e) dibagian depan deque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addLast(e): Menambahkan elemen baru (e) dibagian belakang deque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removeFirst(): Menghapus dan mengembalikan elemen pertama dari deque (atau null jika deque kosong)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removeLast():Menghapus dan mengembalikan elemen terakhir dari deque (atau null jika deque kosong)</a:t>
          </a:r>
        </a:p>
      </dsp:txBody>
      <dsp:txXfrm>
        <a:off x="375700" y="115680"/>
        <a:ext cx="6287024" cy="36806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B28378-DE0A-4967-99D2-EFBF65458890}">
      <dsp:nvSpPr>
        <dsp:cNvPr id="0" name=""/>
        <dsp:cNvSpPr/>
      </dsp:nvSpPr>
      <dsp:spPr>
        <a:xfrm>
          <a:off x="261191" y="1171"/>
          <a:ext cx="6516042" cy="39096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Operasi</a:t>
          </a:r>
          <a:r>
            <a:rPr lang="en-US" sz="2600" kern="1200" dirty="0"/>
            <a:t> Deque </a:t>
          </a:r>
          <a:r>
            <a:rPr lang="en-US" sz="2600" kern="1200" dirty="0" err="1"/>
            <a:t>sebagai</a:t>
          </a:r>
          <a:r>
            <a:rPr lang="en-US" sz="2600" kern="1200" dirty="0"/>
            <a:t> accessors: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first(): Mengembalikan elemen pertama dari deque tanpa menghapus elemen tersebut (atau null jika deque kosong)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last(): Mengembalikan elemen terakhir dari deque tanpa menghapus elemen tersebut (atau null jika deque kosong)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size():Menampilkan jumlah elmen dalam deque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isEmpty(): Menampilkan nilai boolean true jika deque kosong dan nilai boolean false jika terdapat data pada deque.</a:t>
          </a:r>
        </a:p>
      </dsp:txBody>
      <dsp:txXfrm>
        <a:off x="375700" y="115680"/>
        <a:ext cx="6287024" cy="368060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928BB-E10A-4FB9-A769-790FF4CE7EEA}">
      <dsp:nvSpPr>
        <dsp:cNvPr id="0" name=""/>
        <dsp:cNvSpPr/>
      </dsp:nvSpPr>
      <dsp:spPr>
        <a:xfrm rot="5400000">
          <a:off x="1947710" y="160678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CB31E-96EA-427C-99CE-001CD08227E5}">
      <dsp:nvSpPr>
        <dsp:cNvPr id="0" name=""/>
        <dsp:cNvSpPr/>
      </dsp:nvSpPr>
      <dsp:spPr>
        <a:xfrm>
          <a:off x="1730957" y="806257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Semoga</a:t>
          </a:r>
          <a:r>
            <a:rPr lang="en-US" sz="1600" kern="1200" dirty="0"/>
            <a:t> </a:t>
          </a:r>
          <a:r>
            <a:rPr lang="en-US" sz="1600" kern="1200" dirty="0" err="1"/>
            <a:t>ilmunya</a:t>
          </a:r>
          <a:r>
            <a:rPr lang="en-US" sz="1600" kern="1200" dirty="0"/>
            <a:t> </a:t>
          </a:r>
          <a:r>
            <a:rPr lang="en-US" sz="1600" kern="1200" dirty="0" err="1"/>
            <a:t>bermanfaat</a:t>
          </a:r>
          <a:r>
            <a:rPr lang="en-US" sz="1600" kern="1200" dirty="0"/>
            <a:t>.</a:t>
          </a:r>
        </a:p>
      </dsp:txBody>
      <dsp:txXfrm>
        <a:off x="1730957" y="806257"/>
        <a:ext cx="1950678" cy="1709884"/>
      </dsp:txXfrm>
    </dsp:sp>
    <dsp:sp modelId="{86C0A7AD-E1E2-40C4-94BA-6677C720CDE0}">
      <dsp:nvSpPr>
        <dsp:cNvPr id="0" name=""/>
        <dsp:cNvSpPr/>
      </dsp:nvSpPr>
      <dsp:spPr>
        <a:xfrm>
          <a:off x="3313583" y="1606"/>
          <a:ext cx="368052" cy="368052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35098C-9475-4DE1-813A-F503B0485EDB}">
      <dsp:nvSpPr>
        <dsp:cNvPr id="0" name=""/>
        <dsp:cNvSpPr/>
      </dsp:nvSpPr>
      <dsp:spPr>
        <a:xfrm rot="5400000">
          <a:off x="4335722" y="-430237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D86BEE-E67D-4B30-B5E2-663820FC4B0E}">
      <dsp:nvSpPr>
        <dsp:cNvPr id="0" name=""/>
        <dsp:cNvSpPr/>
      </dsp:nvSpPr>
      <dsp:spPr>
        <a:xfrm>
          <a:off x="4118969" y="215341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berjumpa</a:t>
          </a:r>
          <a:r>
            <a:rPr lang="en-US" sz="1600" kern="1200" dirty="0"/>
            <a:t> </a:t>
          </a:r>
          <a:r>
            <a:rPr lang="en-US" sz="1600" kern="1200" dirty="0" err="1"/>
            <a:t>lagi</a:t>
          </a:r>
          <a:r>
            <a:rPr lang="en-US" sz="1600" kern="1200" dirty="0"/>
            <a:t> di </a:t>
          </a:r>
          <a:r>
            <a:rPr lang="en-US" sz="1600" kern="1200" dirty="0" err="1"/>
            <a:t>inisiasi</a:t>
          </a:r>
          <a:r>
            <a:rPr lang="en-US" sz="1600" kern="1200" dirty="0"/>
            <a:t> </a:t>
          </a:r>
          <a:r>
            <a:rPr lang="en-US" sz="1600" kern="1200" dirty="0" err="1"/>
            <a:t>berikutnya</a:t>
          </a:r>
          <a:r>
            <a:rPr lang="en-US" sz="1600" kern="1200" dirty="0"/>
            <a:t> </a:t>
          </a:r>
          <a:r>
            <a:rPr lang="en-US" sz="1600" kern="1200" dirty="0" err="1"/>
            <a:t>Struktur</a:t>
          </a:r>
          <a:r>
            <a:rPr lang="en-US" sz="1600" kern="1200" dirty="0"/>
            <a:t> Data</a:t>
          </a:r>
        </a:p>
      </dsp:txBody>
      <dsp:txXfrm>
        <a:off x="4118969" y="215341"/>
        <a:ext cx="1950678" cy="170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audio" Target="../media/audio2.wav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19" Type="http://schemas.openxmlformats.org/officeDocument/2006/relationships/audio" Target="../media/audio2.wav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19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19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audio" Target="../media/audio2.wav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audio" Target="../media/audio2.wav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A2E0C4-4469-4635-975D-4193657FB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>
                <a:latin typeface="Britannic Bold" panose="020B0903060703020204" pitchFamily="34" charset="0"/>
              </a:rPr>
              <a:t>Queue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97B1CF91-EF0D-402C-9AE1-D42354A7E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D7302-F93A-4D97-8E33-80155288B365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E053C2-5BA2-4F6B-8F20-EB07D9FEFE91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Array Queue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E5EE373-CFAE-484D-87D1-45F14B1ACF07}"/>
              </a:ext>
            </a:extLst>
          </p:cNvPr>
          <p:cNvSpPr/>
          <p:nvPr/>
        </p:nvSpPr>
        <p:spPr>
          <a:xfrm>
            <a:off x="419961" y="2395431"/>
            <a:ext cx="2618506" cy="8506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Queue </a:t>
            </a:r>
            <a:r>
              <a:rPr lang="en-US" dirty="0" err="1">
                <a:solidFill>
                  <a:schemeClr val="tx1"/>
                </a:solidFill>
              </a:rPr>
              <a:t>merupakan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antrian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dalam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melakukan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suatu</a:t>
            </a:r>
            <a:r>
              <a:rPr lang="en-US" dirty="0">
                <a:solidFill>
                  <a:schemeClr val="tx1"/>
                </a:solidFill>
              </a:rPr>
              <a:t> proses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A06682-DE03-4659-832F-C368B805D78D}"/>
              </a:ext>
            </a:extLst>
          </p:cNvPr>
          <p:cNvSpPr/>
          <p:nvPr/>
        </p:nvSpPr>
        <p:spPr>
          <a:xfrm>
            <a:off x="706710" y="3609138"/>
            <a:ext cx="2809009" cy="85039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 err="1">
                <a:solidFill>
                  <a:schemeClr val="tx1"/>
                </a:solidFill>
              </a:rPr>
              <a:t>Menggunakan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konsep</a:t>
            </a:r>
            <a:r>
              <a:rPr lang="en-US" dirty="0">
                <a:solidFill>
                  <a:schemeClr val="tx1"/>
                </a:solidFill>
              </a:rPr>
              <a:t> FIFO (First In First Out)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2BF55E-1FD4-4DD3-BF36-AB3E84424B58}"/>
              </a:ext>
            </a:extLst>
          </p:cNvPr>
          <p:cNvSpPr/>
          <p:nvPr/>
        </p:nvSpPr>
        <p:spPr>
          <a:xfrm>
            <a:off x="4231092" y="3615305"/>
            <a:ext cx="3262745" cy="850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dirty="0" err="1">
                <a:solidFill>
                  <a:schemeClr val="tx1"/>
                </a:solidFill>
              </a:rPr>
              <a:t>Satu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persatu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pelanggan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dipanggil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untuk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membeli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tiket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BF3898D-72C1-4F60-8D72-A8C17D2F1898}"/>
              </a:ext>
            </a:extLst>
          </p:cNvPr>
          <p:cNvSpPr/>
          <p:nvPr/>
        </p:nvSpPr>
        <p:spPr>
          <a:xfrm>
            <a:off x="8209210" y="3609138"/>
            <a:ext cx="3699161" cy="850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 err="1">
                <a:solidFill>
                  <a:schemeClr val="tx1"/>
                </a:solidFill>
              </a:rPr>
              <a:t>Antrian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berlaku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dikarenakan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adanya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banyak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pelanggan</a:t>
            </a:r>
            <a:r>
              <a:rPr lang="en-US" dirty="0">
                <a:solidFill>
                  <a:schemeClr val="tx1"/>
                </a:solidFill>
              </a:rPr>
              <a:t> yang </a:t>
            </a:r>
            <a:r>
              <a:rPr lang="en-US" dirty="0" err="1">
                <a:solidFill>
                  <a:schemeClr val="tx1"/>
                </a:solidFill>
              </a:rPr>
              <a:t>membeli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tiket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waktu</a:t>
            </a:r>
            <a:r>
              <a:rPr lang="en-US" dirty="0">
                <a:solidFill>
                  <a:schemeClr val="tx1"/>
                </a:solidFill>
              </a:rPr>
              <a:t> yang </a:t>
            </a:r>
            <a:r>
              <a:rPr lang="en-US" dirty="0" err="1">
                <a:solidFill>
                  <a:schemeClr val="tx1"/>
                </a:solidFill>
              </a:rPr>
              <a:t>bersamaan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22DA665-D8AA-489B-8ACD-3D1D221CC0C8}"/>
              </a:ext>
            </a:extLst>
          </p:cNvPr>
          <p:cNvSpPr/>
          <p:nvPr/>
        </p:nvSpPr>
        <p:spPr>
          <a:xfrm>
            <a:off x="7009945" y="2395679"/>
            <a:ext cx="3034143" cy="8503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dirty="0" err="1">
                <a:solidFill>
                  <a:schemeClr val="tx1"/>
                </a:solidFill>
              </a:rPr>
              <a:t>Pelanggan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memesan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tiket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kemudian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melakukan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antrian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5291909-9D15-4799-89A3-19E2E6A66E1A}"/>
              </a:ext>
            </a:extLst>
          </p:cNvPr>
          <p:cNvSpPr/>
          <p:nvPr/>
        </p:nvSpPr>
        <p:spPr>
          <a:xfrm>
            <a:off x="3727005" y="2397091"/>
            <a:ext cx="2615184" cy="8409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dirty="0" err="1">
                <a:solidFill>
                  <a:schemeClr val="tx1"/>
                </a:solidFill>
              </a:rPr>
              <a:t>Contoh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kasus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pembelian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tiket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1D5C94F-290F-425D-B052-0221795C5252}"/>
              </a:ext>
            </a:extLst>
          </p:cNvPr>
          <p:cNvSpPr/>
          <p:nvPr/>
        </p:nvSpPr>
        <p:spPr>
          <a:xfrm>
            <a:off x="3210280" y="2607111"/>
            <a:ext cx="384464" cy="438239"/>
          </a:xfrm>
          <a:prstGeom prst="right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A94D25C8-8D14-41D8-AAFB-42111DEFC753}"/>
              </a:ext>
            </a:extLst>
          </p:cNvPr>
          <p:cNvSpPr/>
          <p:nvPr/>
        </p:nvSpPr>
        <p:spPr>
          <a:xfrm flipH="1">
            <a:off x="3681173" y="3815214"/>
            <a:ext cx="384464" cy="438239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9AA22BC-13C7-460F-B228-37FC104AD99C}"/>
              </a:ext>
            </a:extLst>
          </p:cNvPr>
          <p:cNvSpPr/>
          <p:nvPr/>
        </p:nvSpPr>
        <p:spPr>
          <a:xfrm>
            <a:off x="6518113" y="2598444"/>
            <a:ext cx="384464" cy="438239"/>
          </a:xfrm>
          <a:prstGeom prst="rightArrow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87AA2238-EA87-4F03-A02C-B9B1454B1CF3}"/>
              </a:ext>
            </a:extLst>
          </p:cNvPr>
          <p:cNvSpPr/>
          <p:nvPr/>
        </p:nvSpPr>
        <p:spPr>
          <a:xfrm flipH="1">
            <a:off x="7659291" y="3821434"/>
            <a:ext cx="384464" cy="438239"/>
          </a:xfrm>
          <a:prstGeom prst="rightArrow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6">
            <a:extLst>
              <a:ext uri="{FF2B5EF4-FFF2-40B4-BE49-F238E27FC236}">
                <a16:creationId xmlns:a16="http://schemas.microsoft.com/office/drawing/2014/main" id="{633E4FEF-6904-440F-8253-90DE352855AD}"/>
              </a:ext>
            </a:extLst>
          </p:cNvPr>
          <p:cNvSpPr/>
          <p:nvPr/>
        </p:nvSpPr>
        <p:spPr>
          <a:xfrm rot="2236589">
            <a:off x="10407112" y="2917699"/>
            <a:ext cx="384464" cy="438239"/>
          </a:xfrm>
          <a:prstGeom prst="rightArrow">
            <a:avLst/>
          </a:prstGeom>
          <a:solidFill>
            <a:schemeClr val="accent6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6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Berlin Sans FB" panose="020E0602020502020306" pitchFamily="34" charset="0"/>
              </a:rPr>
              <a:t>Penerapan</a:t>
            </a:r>
            <a:r>
              <a:rPr lang="en-US" altLang="en-US" sz="2539" dirty="0">
                <a:latin typeface="Berlin Sans FB" panose="020E0602020502020306" pitchFamily="34" charset="0"/>
              </a:rPr>
              <a:t> Queue </a:t>
            </a:r>
            <a:r>
              <a:rPr lang="en-US" altLang="en-US" sz="2539" dirty="0" err="1">
                <a:latin typeface="Berlin Sans FB" panose="020E0602020502020306" pitchFamily="34" charset="0"/>
              </a:rPr>
              <a:t>Berbasis</a:t>
            </a:r>
            <a:r>
              <a:rPr lang="en-US" altLang="en-US" sz="2539" dirty="0">
                <a:latin typeface="Berlin Sans FB" panose="020E0602020502020306" pitchFamily="34" charset="0"/>
              </a:rPr>
              <a:t> Array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2755" t="51707" r="8591" b="37561"/>
          <a:stretch/>
        </p:blipFill>
        <p:spPr>
          <a:xfrm>
            <a:off x="3253508" y="4065083"/>
            <a:ext cx="6229150" cy="8822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6" name="Diagram 5"/>
          <p:cNvGraphicFramePr/>
          <p:nvPr/>
        </p:nvGraphicFramePr>
        <p:xfrm>
          <a:off x="3028376" y="1154909"/>
          <a:ext cx="3426791" cy="2121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Oval 7"/>
          <p:cNvSpPr/>
          <p:nvPr/>
        </p:nvSpPr>
        <p:spPr>
          <a:xfrm>
            <a:off x="5612243" y="4602146"/>
            <a:ext cx="364838" cy="355600"/>
          </a:xfrm>
          <a:prstGeom prst="ellipse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 rot="5400000">
            <a:off x="4417672" y="3080067"/>
            <a:ext cx="741603" cy="169833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Diagram 9"/>
          <p:cNvGraphicFramePr/>
          <p:nvPr/>
        </p:nvGraphicFramePr>
        <p:xfrm>
          <a:off x="4493678" y="5379519"/>
          <a:ext cx="2770721" cy="921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12" name="Straight Arrow Connector 11"/>
          <p:cNvCxnSpPr>
            <a:stCxn id="8" idx="3"/>
          </p:cNvCxnSpPr>
          <p:nvPr/>
        </p:nvCxnSpPr>
        <p:spPr>
          <a:xfrm flipH="1">
            <a:off x="5194300" y="4905670"/>
            <a:ext cx="471372" cy="5787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15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15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8" grpId="0" animBg="1"/>
      <p:bldP spid="9" grpId="0" animBg="1"/>
      <p:bldGraphic spid="10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6639204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Berlin Sans FB" panose="020E0602020502020306" pitchFamily="34" charset="0"/>
              </a:rPr>
              <a:t>Operasi</a:t>
            </a:r>
            <a:r>
              <a:rPr lang="en-US" altLang="en-US" sz="2539" dirty="0">
                <a:latin typeface="Berlin Sans FB" panose="020E0602020502020306" pitchFamily="34" charset="0"/>
              </a:rPr>
              <a:t> Queue </a:t>
            </a:r>
            <a:r>
              <a:rPr lang="en-US" altLang="en-US" sz="2539" dirty="0" err="1">
                <a:latin typeface="Berlin Sans FB" panose="020E0602020502020306" pitchFamily="34" charset="0"/>
              </a:rPr>
              <a:t>Berbasis</a:t>
            </a:r>
            <a:r>
              <a:rPr lang="en-US" altLang="en-US" sz="2539" dirty="0">
                <a:latin typeface="Berlin Sans FB" panose="020E0602020502020306" pitchFamily="34" charset="0"/>
              </a:rPr>
              <a:t> Array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377113950"/>
              </p:ext>
            </p:extLst>
          </p:nvPr>
        </p:nvGraphicFramePr>
        <p:xfrm>
          <a:off x="551598" y="1737492"/>
          <a:ext cx="4896995" cy="2314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963991320"/>
              </p:ext>
            </p:extLst>
          </p:nvPr>
        </p:nvGraphicFramePr>
        <p:xfrm>
          <a:off x="6238595" y="3150658"/>
          <a:ext cx="5201796" cy="1909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2903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1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6639204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Berlin Sans FB" panose="020E0602020502020306" pitchFamily="34" charset="0"/>
              </a:rPr>
              <a:t>Penerapan</a:t>
            </a:r>
            <a:r>
              <a:rPr lang="en-US" altLang="en-US" sz="2539" dirty="0">
                <a:latin typeface="Berlin Sans FB" panose="020E0602020502020306" pitchFamily="34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</a:rPr>
              <a:t>Operasi</a:t>
            </a:r>
            <a:r>
              <a:rPr lang="en-US" altLang="en-US" sz="2539" dirty="0">
                <a:latin typeface="Berlin Sans FB" panose="020E0602020502020306" pitchFamily="34" charset="0"/>
              </a:rPr>
              <a:t> Queue </a:t>
            </a:r>
            <a:r>
              <a:rPr lang="en-US" altLang="en-US" sz="2539" dirty="0" err="1">
                <a:latin typeface="Berlin Sans FB" panose="020E0602020502020306" pitchFamily="34" charset="0"/>
              </a:rPr>
              <a:t>Berbasis</a:t>
            </a:r>
            <a:r>
              <a:rPr lang="en-US" altLang="en-US" sz="2539" dirty="0">
                <a:latin typeface="Berlin Sans FB" panose="020E0602020502020306" pitchFamily="34" charset="0"/>
              </a:rPr>
              <a:t> Array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859871"/>
              </p:ext>
            </p:extLst>
          </p:nvPr>
        </p:nvGraphicFramePr>
        <p:xfrm>
          <a:off x="110608" y="1290649"/>
          <a:ext cx="3601512" cy="3653443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200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1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Method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Return Value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first </a:t>
                      </a:r>
                      <a:r>
                        <a:rPr lang="en-US" sz="1200" dirty="0">
                          <a:effectLst/>
                          <a:sym typeface="Wingdings" panose="05000000000000000000" pitchFamily="2" charset="2"/>
                        </a:rPr>
                        <a:t> Q  last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43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enqueue(10)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enqueue(6)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size()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effectLst/>
                        </a:rPr>
                        <a:t>dequeue</a:t>
                      </a: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effectLst/>
                        </a:rPr>
                        <a:t>isEmpty</a:t>
                      </a: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effectLst/>
                        </a:rPr>
                        <a:t>dequeue</a:t>
                      </a: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effectLst/>
                        </a:rPr>
                        <a:t>isEmpty</a:t>
                      </a: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effectLst/>
                        </a:rPr>
                        <a:t>dequeue</a:t>
                      </a: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enqueue(14)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enqueue(18)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first()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enqueue(8)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false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true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null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14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(10)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(10, 6)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(10, 6)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(6)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(6)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(14)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(14, 18)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(14, 18)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(14, 18, 8)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28194" y="1473840"/>
            <a:ext cx="714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Size 2</a:t>
            </a:r>
          </a:p>
        </p:txBody>
      </p:sp>
      <p:sp>
        <p:nvSpPr>
          <p:cNvPr id="92" name="Left Brace 91"/>
          <p:cNvSpPr/>
          <p:nvPr/>
        </p:nvSpPr>
        <p:spPr>
          <a:xfrm rot="5400000" flipV="1">
            <a:off x="6139595" y="1575913"/>
            <a:ext cx="178760" cy="66003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Curved Left Arrow 96"/>
          <p:cNvSpPr/>
          <p:nvPr/>
        </p:nvSpPr>
        <p:spPr>
          <a:xfrm>
            <a:off x="10594503" y="2414472"/>
            <a:ext cx="1010282" cy="2273245"/>
          </a:xfrm>
          <a:prstGeom prst="curvedLef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4" name="Group 113"/>
          <p:cNvGrpSpPr/>
          <p:nvPr/>
        </p:nvGrpSpPr>
        <p:grpSpPr>
          <a:xfrm>
            <a:off x="4075202" y="2851790"/>
            <a:ext cx="1454266" cy="312955"/>
            <a:chOff x="4068503" y="2366015"/>
            <a:chExt cx="1186792" cy="312955"/>
          </a:xfrm>
        </p:grpSpPr>
        <p:sp>
          <p:nvSpPr>
            <p:cNvPr id="109" name="Rectangle 108"/>
            <p:cNvSpPr/>
            <p:nvPr/>
          </p:nvSpPr>
          <p:spPr>
            <a:xfrm>
              <a:off x="4249455" y="2473758"/>
              <a:ext cx="1005840" cy="205212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4068503" y="2366015"/>
              <a:ext cx="221026" cy="310814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5747241" y="2856371"/>
            <a:ext cx="1472831" cy="312955"/>
            <a:chOff x="4068503" y="2366015"/>
            <a:chExt cx="1186792" cy="312955"/>
          </a:xfrm>
        </p:grpSpPr>
        <p:sp>
          <p:nvSpPr>
            <p:cNvPr id="117" name="Rectangle 116"/>
            <p:cNvSpPr/>
            <p:nvPr/>
          </p:nvSpPr>
          <p:spPr>
            <a:xfrm>
              <a:off x="4249455" y="2473758"/>
              <a:ext cx="1005840" cy="205212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4068503" y="2366015"/>
              <a:ext cx="221026" cy="310814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9" name="Rounded Rectangle 118"/>
          <p:cNvSpPr/>
          <p:nvPr/>
        </p:nvSpPr>
        <p:spPr>
          <a:xfrm>
            <a:off x="6451943" y="1980107"/>
            <a:ext cx="479336" cy="98755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956913" y="1980107"/>
            <a:ext cx="479336" cy="98755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284873" y="1975526"/>
            <a:ext cx="479336" cy="98755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grpSp>
        <p:nvGrpSpPr>
          <p:cNvPr id="122" name="Group 121"/>
          <p:cNvGrpSpPr/>
          <p:nvPr/>
        </p:nvGrpSpPr>
        <p:grpSpPr>
          <a:xfrm>
            <a:off x="7469005" y="2858150"/>
            <a:ext cx="1489331" cy="312955"/>
            <a:chOff x="4068503" y="2366015"/>
            <a:chExt cx="1186792" cy="312955"/>
          </a:xfrm>
        </p:grpSpPr>
        <p:sp>
          <p:nvSpPr>
            <p:cNvPr id="123" name="Rectangle 122"/>
            <p:cNvSpPr/>
            <p:nvPr/>
          </p:nvSpPr>
          <p:spPr>
            <a:xfrm>
              <a:off x="4249455" y="2473758"/>
              <a:ext cx="1005840" cy="205212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4068503" y="2366015"/>
              <a:ext cx="221026" cy="310814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5" name="Rounded Rectangle 124"/>
          <p:cNvSpPr/>
          <p:nvPr/>
        </p:nvSpPr>
        <p:spPr>
          <a:xfrm>
            <a:off x="7768987" y="1981886"/>
            <a:ext cx="479336" cy="98755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6" name="Oval 125"/>
          <p:cNvSpPr/>
          <p:nvPr/>
        </p:nvSpPr>
        <p:spPr>
          <a:xfrm>
            <a:off x="6057369" y="2265659"/>
            <a:ext cx="265824" cy="4176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7" name="Group 126"/>
          <p:cNvGrpSpPr/>
          <p:nvPr/>
        </p:nvGrpSpPr>
        <p:grpSpPr>
          <a:xfrm>
            <a:off x="9312837" y="2850719"/>
            <a:ext cx="1621646" cy="312955"/>
            <a:chOff x="4068503" y="2366015"/>
            <a:chExt cx="1186792" cy="312955"/>
          </a:xfrm>
        </p:grpSpPr>
        <p:sp>
          <p:nvSpPr>
            <p:cNvPr id="128" name="Rectangle 127"/>
            <p:cNvSpPr/>
            <p:nvPr/>
          </p:nvSpPr>
          <p:spPr>
            <a:xfrm>
              <a:off x="4249455" y="2473758"/>
              <a:ext cx="1005840" cy="205212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4068503" y="2366015"/>
              <a:ext cx="221026" cy="310814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9300615" y="5194260"/>
            <a:ext cx="1624851" cy="312955"/>
            <a:chOff x="4068503" y="2366015"/>
            <a:chExt cx="1186792" cy="312955"/>
          </a:xfrm>
        </p:grpSpPr>
        <p:sp>
          <p:nvSpPr>
            <p:cNvPr id="131" name="Rectangle 130"/>
            <p:cNvSpPr/>
            <p:nvPr/>
          </p:nvSpPr>
          <p:spPr>
            <a:xfrm>
              <a:off x="4249455" y="2473758"/>
              <a:ext cx="1005840" cy="205212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4068503" y="2366015"/>
              <a:ext cx="221026" cy="310814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3" name="Rounded Rectangle 132"/>
          <p:cNvSpPr/>
          <p:nvPr/>
        </p:nvSpPr>
        <p:spPr>
          <a:xfrm>
            <a:off x="9510287" y="4317996"/>
            <a:ext cx="479336" cy="98755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grpSp>
        <p:nvGrpSpPr>
          <p:cNvPr id="138" name="Group 137"/>
          <p:cNvGrpSpPr/>
          <p:nvPr/>
        </p:nvGrpSpPr>
        <p:grpSpPr>
          <a:xfrm>
            <a:off x="7386225" y="5192119"/>
            <a:ext cx="1574818" cy="312955"/>
            <a:chOff x="4068503" y="2366015"/>
            <a:chExt cx="1186792" cy="312955"/>
          </a:xfrm>
        </p:grpSpPr>
        <p:sp>
          <p:nvSpPr>
            <p:cNvPr id="139" name="Rectangle 138"/>
            <p:cNvSpPr/>
            <p:nvPr/>
          </p:nvSpPr>
          <p:spPr>
            <a:xfrm>
              <a:off x="4249455" y="2473758"/>
              <a:ext cx="1005840" cy="205212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4068503" y="2366015"/>
              <a:ext cx="221026" cy="310814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1" name="Rounded Rectangle 140"/>
          <p:cNvSpPr/>
          <p:nvPr/>
        </p:nvSpPr>
        <p:spPr>
          <a:xfrm>
            <a:off x="8102215" y="4315855"/>
            <a:ext cx="479336" cy="98755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595896" y="4315855"/>
            <a:ext cx="479336" cy="98755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144" name="Oval 143"/>
          <p:cNvSpPr/>
          <p:nvPr/>
        </p:nvSpPr>
        <p:spPr>
          <a:xfrm>
            <a:off x="7689988" y="4595029"/>
            <a:ext cx="265824" cy="417620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5" name="Group 144"/>
          <p:cNvGrpSpPr/>
          <p:nvPr/>
        </p:nvGrpSpPr>
        <p:grpSpPr>
          <a:xfrm>
            <a:off x="4864717" y="5196401"/>
            <a:ext cx="2010118" cy="312955"/>
            <a:chOff x="4068503" y="2366015"/>
            <a:chExt cx="1186792" cy="312955"/>
          </a:xfrm>
        </p:grpSpPr>
        <p:sp>
          <p:nvSpPr>
            <p:cNvPr id="146" name="Rectangle 145"/>
            <p:cNvSpPr/>
            <p:nvPr/>
          </p:nvSpPr>
          <p:spPr>
            <a:xfrm>
              <a:off x="4249455" y="2473758"/>
              <a:ext cx="1005840" cy="205212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4068503" y="2366015"/>
              <a:ext cx="221026" cy="310814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8" name="Rounded Rectangle 147"/>
          <p:cNvSpPr/>
          <p:nvPr/>
        </p:nvSpPr>
        <p:spPr>
          <a:xfrm>
            <a:off x="5580707" y="4320137"/>
            <a:ext cx="479336" cy="98755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074388" y="4320137"/>
            <a:ext cx="479336" cy="98755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087512" y="4321287"/>
            <a:ext cx="479336" cy="987552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283900" y="3309214"/>
            <a:ext cx="857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Area </a:t>
            </a:r>
            <a:r>
              <a:rPr lang="en-US" sz="1600" dirty="0" err="1"/>
              <a:t>antrian</a:t>
            </a:r>
            <a:endParaRPr lang="en-US" sz="1600" dirty="0"/>
          </a:p>
        </p:txBody>
      </p:sp>
      <p:sp>
        <p:nvSpPr>
          <p:cNvPr id="153" name="Left Brace 152"/>
          <p:cNvSpPr/>
          <p:nvPr/>
        </p:nvSpPr>
        <p:spPr>
          <a:xfrm rot="16200000">
            <a:off x="4519384" y="2557546"/>
            <a:ext cx="287136" cy="13136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/>
          <p:cNvCxnSpPr/>
          <p:nvPr/>
        </p:nvCxnSpPr>
        <p:spPr>
          <a:xfrm>
            <a:off x="110608" y="1824122"/>
            <a:ext cx="374904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>
            <a:off x="110608" y="2090822"/>
            <a:ext cx="374904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>
            <a:off x="110608" y="2377933"/>
            <a:ext cx="374904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>
            <a:off x="110608" y="2650026"/>
            <a:ext cx="374904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>
            <a:off x="110608" y="2919615"/>
            <a:ext cx="374904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7872912" y="2272019"/>
            <a:ext cx="265824" cy="417620"/>
          </a:xfrm>
          <a:prstGeom prst="ellipse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" name="Straight Connector 161"/>
          <p:cNvCxnSpPr/>
          <p:nvPr/>
        </p:nvCxnSpPr>
        <p:spPr>
          <a:xfrm>
            <a:off x="110608" y="3204864"/>
            <a:ext cx="374904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7872188" y="2285592"/>
            <a:ext cx="265824" cy="41762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4" name="Straight Connector 163"/>
          <p:cNvCxnSpPr/>
          <p:nvPr/>
        </p:nvCxnSpPr>
        <p:spPr>
          <a:xfrm>
            <a:off x="110608" y="3467275"/>
            <a:ext cx="374904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>
            <a:off x="110608" y="3747789"/>
            <a:ext cx="374904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/>
          <p:nvPr/>
        </p:nvCxnSpPr>
        <p:spPr>
          <a:xfrm>
            <a:off x="110608" y="4027771"/>
            <a:ext cx="374904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>
            <a:off x="110608" y="4296224"/>
            <a:ext cx="374904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>
            <a:off x="110608" y="4583135"/>
            <a:ext cx="374904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>
            <a:off x="110608" y="4844392"/>
            <a:ext cx="374904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89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1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92" grpId="0" animBg="1"/>
      <p:bldP spid="97" grpId="0" animBg="1"/>
      <p:bldP spid="119" grpId="0" animBg="1"/>
      <p:bldP spid="120" grpId="0" animBg="1"/>
      <p:bldP spid="121" grpId="0" animBg="1"/>
      <p:bldP spid="125" grpId="0" animBg="1"/>
      <p:bldP spid="126" grpId="0" animBg="1"/>
      <p:bldP spid="133" grpId="0" animBg="1"/>
      <p:bldP spid="141" grpId="0" animBg="1"/>
      <p:bldP spid="142" grpId="0" animBg="1"/>
      <p:bldP spid="144" grpId="0" animBg="1"/>
      <p:bldP spid="148" grpId="0" animBg="1"/>
      <p:bldP spid="149" grpId="0" animBg="1"/>
      <p:bldP spid="151" grpId="0" animBg="1"/>
      <p:bldP spid="152" grpId="0"/>
      <p:bldP spid="153" grpId="0" animBg="1"/>
      <p:bldP spid="161" grpId="0" animBg="1"/>
      <p:bldP spid="16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6639204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Berlin Sans FB" panose="020E0602020502020306" pitchFamily="34" charset="0"/>
              </a:rPr>
              <a:t>Implementasi</a:t>
            </a:r>
            <a:r>
              <a:rPr lang="en-US" altLang="en-US" sz="2539" dirty="0">
                <a:latin typeface="Berlin Sans FB" panose="020E0602020502020306" pitchFamily="34" charset="0"/>
              </a:rPr>
              <a:t> Queue </a:t>
            </a:r>
            <a:r>
              <a:rPr lang="en-US" altLang="en-US" sz="2539" dirty="0" err="1">
                <a:latin typeface="Berlin Sans FB" panose="020E0602020502020306" pitchFamily="34" charset="0"/>
              </a:rPr>
              <a:t>dalam</a:t>
            </a:r>
            <a:r>
              <a:rPr lang="en-US" altLang="en-US" sz="2539" dirty="0">
                <a:latin typeface="Berlin Sans FB" panose="020E0602020502020306" pitchFamily="34" charset="0"/>
              </a:rPr>
              <a:t> Java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347629"/>
              </p:ext>
            </p:extLst>
          </p:nvPr>
        </p:nvGraphicFramePr>
        <p:xfrm>
          <a:off x="2755900" y="1849966"/>
          <a:ext cx="6502400" cy="3585775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318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4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9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1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ADT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Proses yang </a:t>
                      </a:r>
                      <a:r>
                        <a:rPr lang="en-US" dirty="0" err="1"/>
                        <a:t>dilakukan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Hasil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diberikan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13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enqueue</a:t>
                      </a:r>
                      <a:r>
                        <a:rPr lang="en-US" dirty="0"/>
                        <a:t>(e)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add(e)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offer(e)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13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dequeue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remove()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poll()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1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first()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element()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peek()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1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size()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size()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13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isEmpty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isEmpty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93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1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Array Deque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455781-37BB-4F70-BBD3-4ED511DB9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251" y="2275386"/>
            <a:ext cx="6030030" cy="3164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50B2A7-2BF6-49D7-8FF1-7B71D669E7F5}"/>
              </a:ext>
            </a:extLst>
          </p:cNvPr>
          <p:cNvSpPr txBox="1"/>
          <p:nvPr/>
        </p:nvSpPr>
        <p:spPr>
          <a:xfrm>
            <a:off x="155217" y="1418029"/>
            <a:ext cx="1601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  :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awal</a:t>
            </a:r>
            <a:endParaRPr lang="en-US" dirty="0"/>
          </a:p>
          <a:p>
            <a:r>
              <a:rPr lang="en-US" dirty="0"/>
              <a:t>n :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akhir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EC710D-F1EA-4056-8FC1-BCD5F2F42A4E}"/>
              </a:ext>
            </a:extLst>
          </p:cNvPr>
          <p:cNvSpPr txBox="1"/>
          <p:nvPr/>
        </p:nvSpPr>
        <p:spPr>
          <a:xfrm>
            <a:off x="7868355" y="2646533"/>
            <a:ext cx="4271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Penghapusan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“c”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41BBF7-FE81-4608-BF59-7F9E6FB1D27D}"/>
              </a:ext>
            </a:extLst>
          </p:cNvPr>
          <p:cNvSpPr txBox="1"/>
          <p:nvPr/>
        </p:nvSpPr>
        <p:spPr>
          <a:xfrm>
            <a:off x="7868355" y="3244334"/>
            <a:ext cx="4153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“x”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0B9B5C-FF16-40EC-90F7-686B57938AEA}"/>
              </a:ext>
            </a:extLst>
          </p:cNvPr>
          <p:cNvSpPr txBox="1"/>
          <p:nvPr/>
        </p:nvSpPr>
        <p:spPr>
          <a:xfrm>
            <a:off x="7868355" y="3857678"/>
            <a:ext cx="4153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“y”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EF82E4-1510-43AA-A2E5-247B895B3501}"/>
              </a:ext>
            </a:extLst>
          </p:cNvPr>
          <p:cNvSpPr txBox="1"/>
          <p:nvPr/>
        </p:nvSpPr>
        <p:spPr>
          <a:xfrm>
            <a:off x="7868355" y="4471022"/>
            <a:ext cx="4153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“z”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ke-4</a:t>
            </a:r>
          </a:p>
        </p:txBody>
      </p:sp>
    </p:spTree>
    <p:extLst>
      <p:ext uri="{BB962C8B-B14F-4D97-AF65-F5344CB8AC3E}">
        <p14:creationId xmlns:p14="http://schemas.microsoft.com/office/powerpoint/2010/main" val="140190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661225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Berlin Sans FB" panose="020E0602020502020306" pitchFamily="34" charset="0"/>
              </a:rPr>
              <a:t>Operasi</a:t>
            </a:r>
            <a:r>
              <a:rPr lang="en-US" altLang="en-US" sz="2539" dirty="0">
                <a:latin typeface="Berlin Sans FB" panose="020E0602020502020306" pitchFamily="34" charset="0"/>
              </a:rPr>
              <a:t> Deque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5817022"/>
              </p:ext>
            </p:extLst>
          </p:nvPr>
        </p:nvGraphicFramePr>
        <p:xfrm>
          <a:off x="3000096" y="1634067"/>
          <a:ext cx="7038426" cy="3911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2683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8" name="click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661225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Berlin Sans FB" panose="020E0602020502020306" pitchFamily="34" charset="0"/>
              </a:rPr>
              <a:t>Operasi</a:t>
            </a:r>
            <a:r>
              <a:rPr lang="en-US" altLang="en-US" sz="2539" dirty="0">
                <a:latin typeface="Berlin Sans FB" panose="020E0602020502020306" pitchFamily="34" charset="0"/>
              </a:rPr>
              <a:t> Deque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786364527"/>
              </p:ext>
            </p:extLst>
          </p:nvPr>
        </p:nvGraphicFramePr>
        <p:xfrm>
          <a:off x="3000096" y="1634067"/>
          <a:ext cx="7038426" cy="3911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8473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8" name="click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661225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 err="1">
                <a:latin typeface="Berlin Sans FB" panose="020E0602020502020306" pitchFamily="34" charset="0"/>
              </a:rPr>
              <a:t>Penerapan</a:t>
            </a:r>
            <a:r>
              <a:rPr lang="en-US" altLang="en-US" sz="2539" dirty="0">
                <a:latin typeface="Berlin Sans FB" panose="020E0602020502020306" pitchFamily="34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</a:rPr>
              <a:t>Operasi</a:t>
            </a:r>
            <a:r>
              <a:rPr lang="en-US" altLang="en-US" sz="2539" dirty="0">
                <a:latin typeface="Berlin Sans FB" panose="020E0602020502020306" pitchFamily="34" charset="0"/>
              </a:rPr>
              <a:t> Deque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492000"/>
              </p:ext>
            </p:extLst>
          </p:nvPr>
        </p:nvGraphicFramePr>
        <p:xfrm>
          <a:off x="772731" y="1403869"/>
          <a:ext cx="4053200" cy="4572000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1827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09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Method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Return Value</a:t>
                      </a:r>
                      <a:endParaRPr lang="en-US" sz="2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D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</a:rPr>
                        <a:t>addLast</a:t>
                      </a:r>
                      <a:r>
                        <a:rPr lang="en-US" sz="2000" dirty="0">
                          <a:effectLst/>
                        </a:rPr>
                        <a:t>(10) </a:t>
                      </a:r>
                      <a:r>
                        <a:rPr lang="en-US" sz="2000" dirty="0" err="1">
                          <a:effectLst/>
                        </a:rPr>
                        <a:t>addFirst</a:t>
                      </a:r>
                      <a:r>
                        <a:rPr lang="en-US" sz="2000" dirty="0">
                          <a:effectLst/>
                        </a:rPr>
                        <a:t>(6) </a:t>
                      </a:r>
                    </a:p>
                    <a:p>
                      <a:r>
                        <a:rPr lang="en-US" sz="2000" dirty="0" err="1">
                          <a:effectLst/>
                        </a:rPr>
                        <a:t>addFirst</a:t>
                      </a:r>
                      <a:r>
                        <a:rPr lang="en-US" sz="2000" dirty="0">
                          <a:effectLst/>
                        </a:rPr>
                        <a:t>(14) </a:t>
                      </a:r>
                    </a:p>
                    <a:p>
                      <a:r>
                        <a:rPr lang="en-US" sz="2000" dirty="0">
                          <a:effectLst/>
                        </a:rPr>
                        <a:t>first( ) </a:t>
                      </a:r>
                    </a:p>
                    <a:p>
                      <a:r>
                        <a:rPr lang="en-US" sz="2000" dirty="0" err="1">
                          <a:effectLst/>
                        </a:rPr>
                        <a:t>removeLast</a:t>
                      </a:r>
                      <a:r>
                        <a:rPr lang="en-US" sz="2000" dirty="0">
                          <a:effectLst/>
                        </a:rPr>
                        <a:t>( ) </a:t>
                      </a:r>
                    </a:p>
                    <a:p>
                      <a:r>
                        <a:rPr lang="en-US" sz="2000" dirty="0">
                          <a:effectLst/>
                        </a:rPr>
                        <a:t>size( ) </a:t>
                      </a:r>
                    </a:p>
                    <a:p>
                      <a:r>
                        <a:rPr lang="en-US" sz="2000" dirty="0" err="1">
                          <a:effectLst/>
                        </a:rPr>
                        <a:t>removeLast</a:t>
                      </a:r>
                      <a:r>
                        <a:rPr lang="en-US" sz="2000" dirty="0">
                          <a:effectLst/>
                        </a:rPr>
                        <a:t>( ) </a:t>
                      </a:r>
                    </a:p>
                    <a:p>
                      <a:r>
                        <a:rPr lang="en-US" sz="2000" dirty="0" err="1">
                          <a:effectLst/>
                        </a:rPr>
                        <a:t>removeFirst</a:t>
                      </a:r>
                      <a:r>
                        <a:rPr lang="en-US" sz="2000" dirty="0">
                          <a:effectLst/>
                        </a:rPr>
                        <a:t>( ) </a:t>
                      </a:r>
                    </a:p>
                    <a:p>
                      <a:r>
                        <a:rPr lang="en-US" sz="2000" dirty="0" err="1">
                          <a:effectLst/>
                        </a:rPr>
                        <a:t>addFirst</a:t>
                      </a:r>
                      <a:r>
                        <a:rPr lang="en-US" sz="2000" dirty="0">
                          <a:effectLst/>
                        </a:rPr>
                        <a:t>(12) </a:t>
                      </a:r>
                    </a:p>
                    <a:p>
                      <a:r>
                        <a:rPr lang="en-US" sz="2000" dirty="0">
                          <a:effectLst/>
                        </a:rPr>
                        <a:t>last( ) </a:t>
                      </a:r>
                    </a:p>
                    <a:p>
                      <a:r>
                        <a:rPr lang="en-US" sz="2000" dirty="0" err="1">
                          <a:effectLst/>
                        </a:rPr>
                        <a:t>addFirst</a:t>
                      </a:r>
                      <a:r>
                        <a:rPr lang="en-US" sz="2000" dirty="0">
                          <a:effectLst/>
                        </a:rPr>
                        <a:t>(16) </a:t>
                      </a:r>
                    </a:p>
                    <a:p>
                      <a:r>
                        <a:rPr lang="en-US" sz="2000" dirty="0" err="1">
                          <a:effectLst/>
                        </a:rPr>
                        <a:t>isEmpty</a:t>
                      </a:r>
                      <a:r>
                        <a:rPr lang="en-US" sz="2000" dirty="0">
                          <a:effectLst/>
                        </a:rPr>
                        <a:t>( ) </a:t>
                      </a:r>
                    </a:p>
                    <a:p>
                      <a:r>
                        <a:rPr lang="en-US" sz="2000" dirty="0">
                          <a:effectLst/>
                        </a:rPr>
                        <a:t>last( )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-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-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-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14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10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2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6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14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-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12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-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False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(10)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(6, 10)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(14, 6, 10)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(14, 6, 10)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(14, 6)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(14, 6)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(14)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(12)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(12)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(16, 12)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(16, 12)</a:t>
                      </a:r>
                    </a:p>
                    <a:p>
                      <a:pPr algn="ctr"/>
                      <a:r>
                        <a:rPr lang="en-US" sz="2000" dirty="0">
                          <a:effectLst/>
                        </a:rPr>
                        <a:t>(16, 12)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772731" y="2296391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331928" y="2607205"/>
            <a:ext cx="1883058" cy="310430"/>
            <a:chOff x="26289" y="881021"/>
            <a:chExt cx="1229596" cy="310814"/>
          </a:xfrm>
        </p:grpSpPr>
        <p:sp>
          <p:nvSpPr>
            <p:cNvPr id="33" name="Rectangle 32"/>
            <p:cNvSpPr/>
            <p:nvPr/>
          </p:nvSpPr>
          <p:spPr>
            <a:xfrm>
              <a:off x="250045" y="984007"/>
              <a:ext cx="1005840" cy="205212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6289" y="881021"/>
              <a:ext cx="221026" cy="310814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5685835" y="1717722"/>
            <a:ext cx="378097" cy="98633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</a:p>
        </p:txBody>
      </p:sp>
      <p:sp>
        <p:nvSpPr>
          <p:cNvPr id="31" name="TextBox 151"/>
          <p:cNvSpPr txBox="1"/>
          <p:nvPr/>
        </p:nvSpPr>
        <p:spPr>
          <a:xfrm>
            <a:off x="5643653" y="3099852"/>
            <a:ext cx="1313082" cy="2770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 </a:t>
            </a:r>
            <a:r>
              <a:rPr lang="en-US" sz="12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antrian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2" name="Left Brace 31"/>
          <p:cNvSpPr/>
          <p:nvPr/>
        </p:nvSpPr>
        <p:spPr>
          <a:xfrm rot="16200000">
            <a:off x="6118692" y="1957791"/>
            <a:ext cx="286666" cy="20110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p:grpSp>
        <p:nvGrpSpPr>
          <p:cNvPr id="87" name="Group 86"/>
          <p:cNvGrpSpPr/>
          <p:nvPr/>
        </p:nvGrpSpPr>
        <p:grpSpPr>
          <a:xfrm>
            <a:off x="7373339" y="2597656"/>
            <a:ext cx="1874976" cy="310217"/>
            <a:chOff x="6511180" y="2340454"/>
            <a:chExt cx="1223072" cy="310217"/>
          </a:xfrm>
        </p:grpSpPr>
        <p:sp>
          <p:nvSpPr>
            <p:cNvPr id="25" name="Rectangle 24"/>
            <p:cNvSpPr/>
            <p:nvPr/>
          </p:nvSpPr>
          <p:spPr>
            <a:xfrm>
              <a:off x="6729694" y="2444926"/>
              <a:ext cx="1004558" cy="204789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511180" y="2340454"/>
              <a:ext cx="220790" cy="310217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8138083" y="1714392"/>
            <a:ext cx="378019" cy="98526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FFFF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34810" y="1719141"/>
            <a:ext cx="378019" cy="98526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FFFF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650268" y="2691697"/>
            <a:ext cx="1539744" cy="20475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359304" y="2587243"/>
            <a:ext cx="338419" cy="31016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10539814" y="1699377"/>
            <a:ext cx="377958" cy="9851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FFFF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154411" y="1704125"/>
            <a:ext cx="377958" cy="9851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FFFF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773756" y="1708873"/>
            <a:ext cx="377958" cy="9851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FFFF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774458" y="5478747"/>
            <a:ext cx="1539745" cy="2046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7432249" y="5374325"/>
            <a:ext cx="338418" cy="31007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67" name="Rounded Rectangle 66"/>
          <p:cNvSpPr/>
          <p:nvPr/>
        </p:nvSpPr>
        <p:spPr>
          <a:xfrm>
            <a:off x="7794431" y="4496225"/>
            <a:ext cx="377958" cy="984796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FFFF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9429513" y="4487880"/>
            <a:ext cx="1881954" cy="1193481"/>
            <a:chOff x="0" y="3976"/>
            <a:chExt cx="1027595" cy="999186"/>
          </a:xfrm>
        </p:grpSpPr>
        <p:sp>
          <p:nvSpPr>
            <p:cNvPr id="59" name="Rectangle 58"/>
            <p:cNvSpPr/>
            <p:nvPr/>
          </p:nvSpPr>
          <p:spPr>
            <a:xfrm>
              <a:off x="186855" y="830911"/>
              <a:ext cx="840740" cy="171450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0" y="743447"/>
              <a:ext cx="184785" cy="259715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504908" y="3976"/>
              <a:ext cx="206375" cy="824865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kern="1200" dirty="0">
                  <a:solidFill>
                    <a:srgbClr val="FFFFFF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290222" y="7951"/>
              <a:ext cx="206375" cy="824865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kern="1200" dirty="0">
                  <a:solidFill>
                    <a:srgbClr val="FFFFFF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80" name="Rectangle 79"/>
          <p:cNvSpPr/>
          <p:nvPr/>
        </p:nvSpPr>
        <p:spPr>
          <a:xfrm>
            <a:off x="5619348" y="5476504"/>
            <a:ext cx="1539991" cy="20485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5391729" y="5374076"/>
            <a:ext cx="338472" cy="3103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82" name="Rounded Rectangle 81"/>
          <p:cNvSpPr/>
          <p:nvPr/>
        </p:nvSpPr>
        <p:spPr>
          <a:xfrm>
            <a:off x="6118997" y="4497744"/>
            <a:ext cx="378019" cy="98558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FFFF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5720534" y="4504997"/>
            <a:ext cx="378019" cy="98558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200" dirty="0">
                <a:solidFill>
                  <a:srgbClr val="FFFF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88" name="Straight Connector 87"/>
          <p:cNvCxnSpPr/>
          <p:nvPr/>
        </p:nvCxnSpPr>
        <p:spPr>
          <a:xfrm>
            <a:off x="772731" y="2607205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772731" y="2916009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9812777" y="1978996"/>
            <a:ext cx="287729" cy="416972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cxnSp>
        <p:nvCxnSpPr>
          <p:cNvPr id="91" name="Straight Connector 90"/>
          <p:cNvCxnSpPr/>
          <p:nvPr/>
        </p:nvCxnSpPr>
        <p:spPr>
          <a:xfrm>
            <a:off x="772731" y="3225895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10577524" y="1988189"/>
            <a:ext cx="281009" cy="4169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cxnSp>
        <p:nvCxnSpPr>
          <p:cNvPr id="94" name="Straight Connector 93"/>
          <p:cNvCxnSpPr/>
          <p:nvPr/>
        </p:nvCxnSpPr>
        <p:spPr>
          <a:xfrm>
            <a:off x="772731" y="3544067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Left Brace 94"/>
          <p:cNvSpPr/>
          <p:nvPr/>
        </p:nvSpPr>
        <p:spPr>
          <a:xfrm rot="5400000">
            <a:off x="10186883" y="3966272"/>
            <a:ext cx="275795" cy="92236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96" name="Text Box 198"/>
          <p:cNvSpPr txBox="1"/>
          <p:nvPr/>
        </p:nvSpPr>
        <p:spPr>
          <a:xfrm>
            <a:off x="10071186" y="4004842"/>
            <a:ext cx="506338" cy="341428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size 2</a:t>
            </a:r>
          </a:p>
        </p:txBody>
      </p:sp>
      <p:cxnSp>
        <p:nvCxnSpPr>
          <p:cNvPr id="97" name="Straight Connector 96"/>
          <p:cNvCxnSpPr/>
          <p:nvPr/>
        </p:nvCxnSpPr>
        <p:spPr>
          <a:xfrm>
            <a:off x="772731" y="3827096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10019511" y="4768886"/>
            <a:ext cx="269613" cy="4169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cxnSp>
        <p:nvCxnSpPr>
          <p:cNvPr id="99" name="Straight Connector 98"/>
          <p:cNvCxnSpPr/>
          <p:nvPr/>
        </p:nvCxnSpPr>
        <p:spPr>
          <a:xfrm>
            <a:off x="772731" y="4130234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7841158" y="4798326"/>
            <a:ext cx="286454" cy="4169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cxnSp>
        <p:nvCxnSpPr>
          <p:cNvPr id="101" name="Straight Connector 100"/>
          <p:cNvCxnSpPr/>
          <p:nvPr/>
        </p:nvCxnSpPr>
        <p:spPr>
          <a:xfrm>
            <a:off x="772731" y="4443896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772731" y="4759581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772731" y="5042609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6165022" y="4778638"/>
            <a:ext cx="286014" cy="416972"/>
          </a:xfrm>
          <a:prstGeom prst="ellips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cxnSp>
        <p:nvCxnSpPr>
          <p:cNvPr id="106" name="Straight Connector 105"/>
          <p:cNvCxnSpPr/>
          <p:nvPr/>
        </p:nvCxnSpPr>
        <p:spPr>
          <a:xfrm>
            <a:off x="772731" y="5390952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772731" y="5673981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Left Brace 107"/>
          <p:cNvSpPr/>
          <p:nvPr/>
        </p:nvSpPr>
        <p:spPr>
          <a:xfrm rot="5400000">
            <a:off x="6041791" y="3882373"/>
            <a:ext cx="275795" cy="112068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09" name="Text Box 198"/>
          <p:cNvSpPr txBox="1"/>
          <p:nvPr/>
        </p:nvSpPr>
        <p:spPr>
          <a:xfrm>
            <a:off x="5501172" y="4002548"/>
            <a:ext cx="1539991" cy="341428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ea typeface="Calibri" panose="020F0502020204030204" pitchFamily="34" charset="0"/>
                <a:cs typeface="Times New Roman" panose="02020603050405020304" pitchFamily="18" charset="0"/>
              </a:rPr>
              <a:t>Ada 2 data (</a:t>
            </a:r>
            <a:r>
              <a:rPr lang="en-US" sz="1100" dirty="0" err="1">
                <a:ea typeface="Calibri" panose="020F0502020204030204" pitchFamily="34" charset="0"/>
                <a:cs typeface="Times New Roman" panose="02020603050405020304" pitchFamily="18" charset="0"/>
              </a:rPr>
              <a:t>notEmpty</a:t>
            </a:r>
            <a:r>
              <a:rPr lang="en-US" sz="1100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0" name="Straight Connector 109"/>
          <p:cNvCxnSpPr/>
          <p:nvPr/>
        </p:nvCxnSpPr>
        <p:spPr>
          <a:xfrm>
            <a:off x="778410" y="5967507"/>
            <a:ext cx="411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5770588" y="4789305"/>
            <a:ext cx="291647" cy="416972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0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8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2" grpId="0" animBg="1"/>
      <p:bldP spid="27" grpId="0" animBg="1"/>
      <p:bldP spid="2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80" grpId="0" animBg="1"/>
      <p:bldP spid="81" grpId="0" animBg="1"/>
      <p:bldP spid="82" grpId="0" animBg="1"/>
      <p:bldP spid="74" grpId="0" animBg="1"/>
      <p:bldP spid="90" grpId="0" animBg="1"/>
      <p:bldP spid="93" grpId="0" animBg="1"/>
      <p:bldP spid="95" grpId="0" animBg="1"/>
      <p:bldP spid="96" grpId="0"/>
      <p:bldP spid="98" grpId="0" animBg="1"/>
      <p:bldP spid="100" grpId="0" animBg="1"/>
      <p:bldP spid="105" grpId="0" animBg="1"/>
      <p:bldP spid="108" grpId="0" animBg="1"/>
      <p:bldP spid="109" grpId="0"/>
      <p:bldP spid="1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Dual Array Dequeue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F5645A-3056-42D5-AF97-0912341E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593" y="1828229"/>
            <a:ext cx="4254243" cy="36050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02E4A3-C7B2-4F01-8810-9ECAEB2C6CAF}"/>
              </a:ext>
            </a:extLst>
          </p:cNvPr>
          <p:cNvSpPr txBox="1"/>
          <p:nvPr/>
        </p:nvSpPr>
        <p:spPr>
          <a:xfrm>
            <a:off x="7879644" y="2526689"/>
            <a:ext cx="4159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“x”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AE945B-D287-4DC7-86B2-C658393F7B74}"/>
              </a:ext>
            </a:extLst>
          </p:cNvPr>
          <p:cNvSpPr txBox="1"/>
          <p:nvPr/>
        </p:nvSpPr>
        <p:spPr>
          <a:xfrm>
            <a:off x="7879644" y="2988354"/>
            <a:ext cx="4159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“y”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5AB3B8-A463-4242-AD66-B515A4E1462C}"/>
              </a:ext>
            </a:extLst>
          </p:cNvPr>
          <p:cNvSpPr txBox="1"/>
          <p:nvPr/>
        </p:nvSpPr>
        <p:spPr>
          <a:xfrm>
            <a:off x="7879644" y="3542352"/>
            <a:ext cx="4159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“x”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7B3BEA8-AAB2-40CB-B9ED-0470C4C99648}"/>
              </a:ext>
            </a:extLst>
          </p:cNvPr>
          <p:cNvSpPr/>
          <p:nvPr/>
        </p:nvSpPr>
        <p:spPr>
          <a:xfrm>
            <a:off x="5501295" y="2757055"/>
            <a:ext cx="182880" cy="274320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1385D4-570F-4F48-AF50-6E1E108D4D06}"/>
              </a:ext>
            </a:extLst>
          </p:cNvPr>
          <p:cNvSpPr/>
          <p:nvPr/>
        </p:nvSpPr>
        <p:spPr>
          <a:xfrm>
            <a:off x="6690706" y="2407095"/>
            <a:ext cx="963160" cy="36070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60EBC1-54FA-485F-80B5-404BBE70B769}"/>
              </a:ext>
            </a:extLst>
          </p:cNvPr>
          <p:cNvSpPr txBox="1"/>
          <p:nvPr/>
        </p:nvSpPr>
        <p:spPr>
          <a:xfrm>
            <a:off x="609600" y="2223911"/>
            <a:ext cx="16097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queue:</a:t>
            </a:r>
          </a:p>
          <a:p>
            <a:r>
              <a:rPr lang="en-US" dirty="0"/>
              <a:t>Front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a, b</a:t>
            </a:r>
          </a:p>
          <a:p>
            <a:r>
              <a:rPr lang="en-US" dirty="0"/>
              <a:t>Back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 c, 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174D33D-56B5-4B57-9DF7-CE9904B5B9CC}"/>
              </a:ext>
            </a:extLst>
          </p:cNvPr>
          <p:cNvSpPr/>
          <p:nvPr/>
        </p:nvSpPr>
        <p:spPr>
          <a:xfrm>
            <a:off x="6683139" y="2989466"/>
            <a:ext cx="963160" cy="36070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3A55485-81FD-494F-8477-D7EE93987C1C}"/>
              </a:ext>
            </a:extLst>
          </p:cNvPr>
          <p:cNvSpPr/>
          <p:nvPr/>
        </p:nvSpPr>
        <p:spPr>
          <a:xfrm>
            <a:off x="6690706" y="3576096"/>
            <a:ext cx="1080130" cy="36933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AA98D6-8D50-47DC-B4A6-D9B02A5EA8FC}"/>
              </a:ext>
            </a:extLst>
          </p:cNvPr>
          <p:cNvSpPr/>
          <p:nvPr/>
        </p:nvSpPr>
        <p:spPr>
          <a:xfrm>
            <a:off x="5785618" y="3332626"/>
            <a:ext cx="182880" cy="274320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2B1B2A-2E98-4E5D-B6A3-B4D71226CA1F}"/>
              </a:ext>
            </a:extLst>
          </p:cNvPr>
          <p:cNvSpPr/>
          <p:nvPr/>
        </p:nvSpPr>
        <p:spPr>
          <a:xfrm>
            <a:off x="5501295" y="3939930"/>
            <a:ext cx="182880" cy="274320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48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Rootish</a:t>
            </a: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 Array Stack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67AAF2-5A14-44BC-BC34-B4ACB1986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847" y="1798778"/>
            <a:ext cx="6016538" cy="36528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8C84D4-0603-4F22-B3C5-1885106B106A}"/>
              </a:ext>
            </a:extLst>
          </p:cNvPr>
          <p:cNvSpPr txBox="1"/>
          <p:nvPr/>
        </p:nvSpPr>
        <p:spPr>
          <a:xfrm>
            <a:off x="7507111" y="2988733"/>
            <a:ext cx="4153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“x”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2F5560-FED6-488F-9E0C-DBAE7826DD46}"/>
              </a:ext>
            </a:extLst>
          </p:cNvPr>
          <p:cNvSpPr txBox="1"/>
          <p:nvPr/>
        </p:nvSpPr>
        <p:spPr>
          <a:xfrm>
            <a:off x="7507111" y="3518918"/>
            <a:ext cx="373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Penghapusan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ke-1, </a:t>
            </a:r>
            <a:r>
              <a:rPr lang="en-US" dirty="0" err="1"/>
              <a:t>elemen</a:t>
            </a:r>
            <a:r>
              <a:rPr lang="en-US" dirty="0"/>
              <a:t> “b”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5A5FC-DF16-4323-B142-82F9D48D833D}"/>
              </a:ext>
            </a:extLst>
          </p:cNvPr>
          <p:cNvSpPr txBox="1"/>
          <p:nvPr/>
        </p:nvSpPr>
        <p:spPr>
          <a:xfrm>
            <a:off x="7507111" y="4113850"/>
            <a:ext cx="373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Penghapusan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ke-7, </a:t>
            </a:r>
            <a:r>
              <a:rPr lang="en-US" dirty="0" err="1"/>
              <a:t>elemen</a:t>
            </a:r>
            <a:r>
              <a:rPr lang="en-US" dirty="0"/>
              <a:t> “h”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493DF7-D16F-4A0F-9E58-FB3BC4B78FFC}"/>
              </a:ext>
            </a:extLst>
          </p:cNvPr>
          <p:cNvSpPr txBox="1"/>
          <p:nvPr/>
        </p:nvSpPr>
        <p:spPr>
          <a:xfrm>
            <a:off x="7507111" y="4644035"/>
            <a:ext cx="3722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Penghapusan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ke-6, </a:t>
            </a:r>
            <a:r>
              <a:rPr lang="en-US" dirty="0" err="1"/>
              <a:t>elemen</a:t>
            </a:r>
            <a:r>
              <a:rPr lang="en-US" dirty="0"/>
              <a:t> “g”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94C75D1-509F-4161-A448-FE3FF4B42545}"/>
              </a:ext>
            </a:extLst>
          </p:cNvPr>
          <p:cNvSpPr/>
          <p:nvPr/>
        </p:nvSpPr>
        <p:spPr>
          <a:xfrm>
            <a:off x="6355618" y="3053340"/>
            <a:ext cx="1001108" cy="3212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62D66FE-9854-46B5-B2EC-AF2BF4A6F3F3}"/>
              </a:ext>
            </a:extLst>
          </p:cNvPr>
          <p:cNvSpPr/>
          <p:nvPr/>
        </p:nvSpPr>
        <p:spPr>
          <a:xfrm>
            <a:off x="6355618" y="3566971"/>
            <a:ext cx="1001108" cy="3212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49B670-A1D9-49CD-8D58-6895474A05BD}"/>
              </a:ext>
            </a:extLst>
          </p:cNvPr>
          <p:cNvSpPr/>
          <p:nvPr/>
        </p:nvSpPr>
        <p:spPr>
          <a:xfrm>
            <a:off x="6350195" y="4094690"/>
            <a:ext cx="1001108" cy="3212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E272146-A559-43EC-AD3B-22801036817E}"/>
              </a:ext>
            </a:extLst>
          </p:cNvPr>
          <p:cNvSpPr/>
          <p:nvPr/>
        </p:nvSpPr>
        <p:spPr>
          <a:xfrm>
            <a:off x="6352431" y="4628813"/>
            <a:ext cx="1001108" cy="3212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6362629-6A1C-4974-BB97-C3642A2369A8}"/>
              </a:ext>
            </a:extLst>
          </p:cNvPr>
          <p:cNvSpPr/>
          <p:nvPr/>
        </p:nvSpPr>
        <p:spPr>
          <a:xfrm>
            <a:off x="2218883" y="3350907"/>
            <a:ext cx="182880" cy="274320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1E58EA1-05C1-43DD-9E89-C2916F7877FD}"/>
              </a:ext>
            </a:extLst>
          </p:cNvPr>
          <p:cNvSpPr/>
          <p:nvPr/>
        </p:nvSpPr>
        <p:spPr>
          <a:xfrm>
            <a:off x="1960298" y="3350907"/>
            <a:ext cx="182880" cy="27432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233D7FE-784C-47E8-976E-2E9356B21C74}"/>
              </a:ext>
            </a:extLst>
          </p:cNvPr>
          <p:cNvSpPr/>
          <p:nvPr/>
        </p:nvSpPr>
        <p:spPr>
          <a:xfrm>
            <a:off x="4061095" y="3839530"/>
            <a:ext cx="182880" cy="27432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6321471-5A70-4D64-9834-B3DB6DD2AE37}"/>
              </a:ext>
            </a:extLst>
          </p:cNvPr>
          <p:cNvSpPr/>
          <p:nvPr/>
        </p:nvSpPr>
        <p:spPr>
          <a:xfrm>
            <a:off x="3790778" y="4403582"/>
            <a:ext cx="182880" cy="27432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8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D3EB03-E8C0-48B1-B363-B5BCA5E58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885468"/>
              </p:ext>
            </p:extLst>
          </p:nvPr>
        </p:nvGraphicFramePr>
        <p:xfrm>
          <a:off x="2121257" y="2721935"/>
          <a:ext cx="7586269" cy="2516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724</Words>
  <Application>Microsoft Office PowerPoint</Application>
  <PresentationFormat>Widescreen</PresentationFormat>
  <Paragraphs>184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Berlin Sans FB</vt:lpstr>
      <vt:lpstr>Britannic Bold</vt:lpstr>
      <vt:lpstr>Calibri</vt:lpstr>
      <vt:lpstr>Calibri Light</vt:lpstr>
      <vt:lpstr>Century Gothic</vt:lpstr>
      <vt:lpstr>MV Boli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Nursantika, S.Kom., M.Cs.</cp:lastModifiedBy>
  <cp:revision>104</cp:revision>
  <dcterms:created xsi:type="dcterms:W3CDTF">2018-01-15T03:36:45Z</dcterms:created>
  <dcterms:modified xsi:type="dcterms:W3CDTF">2023-09-03T06:26:16Z</dcterms:modified>
</cp:coreProperties>
</file>