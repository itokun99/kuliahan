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319" r:id="rId3"/>
    <p:sldId id="279" r:id="rId4"/>
    <p:sldId id="315" r:id="rId5"/>
    <p:sldId id="307" r:id="rId6"/>
    <p:sldId id="308" r:id="rId7"/>
    <p:sldId id="309" r:id="rId8"/>
    <p:sldId id="280" r:id="rId9"/>
    <p:sldId id="27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9" autoAdjust="0"/>
    <p:restoredTop sz="94697" autoAdjust="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C0C3CA-2921-4C97-9C07-47B936663F3D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8028FFE-02AD-4E5B-BE98-EF030ED1B53F}">
      <dgm:prSet phldrT="[Text]" custT="1"/>
      <dgm:spPr/>
      <dgm:t>
        <a:bodyPr/>
        <a:lstStyle/>
        <a:p>
          <a:r>
            <a:rPr lang="en-US" sz="1800" dirty="0"/>
            <a:t>Stack </a:t>
          </a:r>
          <a:r>
            <a:rPr lang="en-US" sz="1800" dirty="0" err="1"/>
            <a:t>adalah</a:t>
          </a:r>
          <a:r>
            <a:rPr lang="en-US" sz="1800" dirty="0"/>
            <a:t> </a:t>
          </a:r>
          <a:r>
            <a:rPr lang="en-US" sz="1800" dirty="0" err="1"/>
            <a:t>kumpulan</a:t>
          </a:r>
          <a:r>
            <a:rPr lang="en-US" sz="1800" dirty="0"/>
            <a:t> </a:t>
          </a:r>
          <a:r>
            <a:rPr lang="en-US" sz="1800" dirty="0" err="1"/>
            <a:t>objek</a:t>
          </a:r>
          <a:endParaRPr lang="en-US" sz="1800" dirty="0"/>
        </a:p>
      </dgm:t>
    </dgm:pt>
    <dgm:pt modelId="{9DFABCE7-071F-4D6A-8681-BC73729B2914}" type="parTrans" cxnId="{46D0E3BD-F644-489C-8E95-B8BD726BE184}">
      <dgm:prSet/>
      <dgm:spPr/>
      <dgm:t>
        <a:bodyPr/>
        <a:lstStyle/>
        <a:p>
          <a:endParaRPr lang="en-US"/>
        </a:p>
      </dgm:t>
    </dgm:pt>
    <dgm:pt modelId="{D5C4F262-6AD3-49CF-8C78-A12A07EFE8BD}" type="sibTrans" cxnId="{46D0E3BD-F644-489C-8E95-B8BD726BE184}">
      <dgm:prSet/>
      <dgm:spPr/>
      <dgm:t>
        <a:bodyPr/>
        <a:lstStyle/>
        <a:p>
          <a:endParaRPr lang="en-US"/>
        </a:p>
      </dgm:t>
    </dgm:pt>
    <dgm:pt modelId="{33DF95CB-DAAE-4C2D-BFAD-8DE1A246072F}" type="pres">
      <dgm:prSet presAssocID="{05C0C3CA-2921-4C97-9C07-47B936663F3D}" presName="Name0" presStyleCnt="0">
        <dgm:presLayoutVars>
          <dgm:dir/>
          <dgm:animOne val="branch"/>
          <dgm:animLvl val="lvl"/>
        </dgm:presLayoutVars>
      </dgm:prSet>
      <dgm:spPr/>
    </dgm:pt>
    <dgm:pt modelId="{BE8BA1BF-2B99-4A6E-B82C-3AC396F0CCF2}" type="pres">
      <dgm:prSet presAssocID="{38028FFE-02AD-4E5B-BE98-EF030ED1B53F}" presName="chaos" presStyleCnt="0"/>
      <dgm:spPr/>
    </dgm:pt>
    <dgm:pt modelId="{88633908-C1B7-42AD-88CD-6E3A27CB58A2}" type="pres">
      <dgm:prSet presAssocID="{38028FFE-02AD-4E5B-BE98-EF030ED1B53F}" presName="parTx1" presStyleLbl="revTx" presStyleIdx="0" presStyleCnt="1"/>
      <dgm:spPr/>
    </dgm:pt>
    <dgm:pt modelId="{84286EEA-523A-4697-81CF-BBCD2546B67F}" type="pres">
      <dgm:prSet presAssocID="{38028FFE-02AD-4E5B-BE98-EF030ED1B53F}" presName="c1" presStyleLbl="node1" presStyleIdx="0" presStyleCnt="18"/>
      <dgm:spPr/>
    </dgm:pt>
    <dgm:pt modelId="{C22D5B47-FF30-4677-9F45-642473B1568C}" type="pres">
      <dgm:prSet presAssocID="{38028FFE-02AD-4E5B-BE98-EF030ED1B53F}" presName="c2" presStyleLbl="node1" presStyleIdx="1" presStyleCnt="18"/>
      <dgm:spPr/>
    </dgm:pt>
    <dgm:pt modelId="{1FD51379-D2A7-4767-8A2F-7ED3A88AB28A}" type="pres">
      <dgm:prSet presAssocID="{38028FFE-02AD-4E5B-BE98-EF030ED1B53F}" presName="c3" presStyleLbl="node1" presStyleIdx="2" presStyleCnt="18"/>
      <dgm:spPr/>
    </dgm:pt>
    <dgm:pt modelId="{BA8B8B7F-2C3C-4AF3-8CC7-F38C64761DE1}" type="pres">
      <dgm:prSet presAssocID="{38028FFE-02AD-4E5B-BE98-EF030ED1B53F}" presName="c4" presStyleLbl="node1" presStyleIdx="3" presStyleCnt="18"/>
      <dgm:spPr/>
    </dgm:pt>
    <dgm:pt modelId="{8F7836DD-1BA4-47E2-83EE-1A04EB1A5A02}" type="pres">
      <dgm:prSet presAssocID="{38028FFE-02AD-4E5B-BE98-EF030ED1B53F}" presName="c5" presStyleLbl="node1" presStyleIdx="4" presStyleCnt="18"/>
      <dgm:spPr/>
    </dgm:pt>
    <dgm:pt modelId="{96D1D5CF-2290-437B-A888-EDF95BBB4C4F}" type="pres">
      <dgm:prSet presAssocID="{38028FFE-02AD-4E5B-BE98-EF030ED1B53F}" presName="c6" presStyleLbl="node1" presStyleIdx="5" presStyleCnt="18"/>
      <dgm:spPr/>
    </dgm:pt>
    <dgm:pt modelId="{5B404568-02A4-44E9-9618-E956219D7C99}" type="pres">
      <dgm:prSet presAssocID="{38028FFE-02AD-4E5B-BE98-EF030ED1B53F}" presName="c7" presStyleLbl="node1" presStyleIdx="6" presStyleCnt="18"/>
      <dgm:spPr/>
    </dgm:pt>
    <dgm:pt modelId="{2444FE6C-8730-4F33-A87A-BAC6845EB066}" type="pres">
      <dgm:prSet presAssocID="{38028FFE-02AD-4E5B-BE98-EF030ED1B53F}" presName="c8" presStyleLbl="node1" presStyleIdx="7" presStyleCnt="18"/>
      <dgm:spPr/>
    </dgm:pt>
    <dgm:pt modelId="{64842B94-9C51-4C8A-81BE-18A66FB6205D}" type="pres">
      <dgm:prSet presAssocID="{38028FFE-02AD-4E5B-BE98-EF030ED1B53F}" presName="c9" presStyleLbl="node1" presStyleIdx="8" presStyleCnt="18"/>
      <dgm:spPr/>
    </dgm:pt>
    <dgm:pt modelId="{09CF95D7-BC50-4857-87E8-B3C094526DD3}" type="pres">
      <dgm:prSet presAssocID="{38028FFE-02AD-4E5B-BE98-EF030ED1B53F}" presName="c10" presStyleLbl="node1" presStyleIdx="9" presStyleCnt="18"/>
      <dgm:spPr/>
    </dgm:pt>
    <dgm:pt modelId="{93E479B6-838F-4B49-9DD5-6FD35F0D6A18}" type="pres">
      <dgm:prSet presAssocID="{38028FFE-02AD-4E5B-BE98-EF030ED1B53F}" presName="c11" presStyleLbl="node1" presStyleIdx="10" presStyleCnt="18"/>
      <dgm:spPr/>
    </dgm:pt>
    <dgm:pt modelId="{542F5F10-A144-4AF9-9300-C99563C80E07}" type="pres">
      <dgm:prSet presAssocID="{38028FFE-02AD-4E5B-BE98-EF030ED1B53F}" presName="c12" presStyleLbl="node1" presStyleIdx="11" presStyleCnt="18"/>
      <dgm:spPr/>
    </dgm:pt>
    <dgm:pt modelId="{4546B9B7-4C3E-4C26-A6DC-E340FB43A380}" type="pres">
      <dgm:prSet presAssocID="{38028FFE-02AD-4E5B-BE98-EF030ED1B53F}" presName="c13" presStyleLbl="node1" presStyleIdx="12" presStyleCnt="18"/>
      <dgm:spPr/>
    </dgm:pt>
    <dgm:pt modelId="{A8F986D4-E43B-4685-B9E4-54C4E843E41B}" type="pres">
      <dgm:prSet presAssocID="{38028FFE-02AD-4E5B-BE98-EF030ED1B53F}" presName="c14" presStyleLbl="node1" presStyleIdx="13" presStyleCnt="18"/>
      <dgm:spPr/>
    </dgm:pt>
    <dgm:pt modelId="{9A91ACEC-BEB5-470D-8A7B-C553E9EA47D1}" type="pres">
      <dgm:prSet presAssocID="{38028FFE-02AD-4E5B-BE98-EF030ED1B53F}" presName="c15" presStyleLbl="node1" presStyleIdx="14" presStyleCnt="18"/>
      <dgm:spPr/>
    </dgm:pt>
    <dgm:pt modelId="{6A8E8968-0F5B-4C85-9ACC-7EF181A44932}" type="pres">
      <dgm:prSet presAssocID="{38028FFE-02AD-4E5B-BE98-EF030ED1B53F}" presName="c16" presStyleLbl="node1" presStyleIdx="15" presStyleCnt="18"/>
      <dgm:spPr/>
    </dgm:pt>
    <dgm:pt modelId="{1BA5D616-CEB4-498B-BEE1-8391DF849A87}" type="pres">
      <dgm:prSet presAssocID="{38028FFE-02AD-4E5B-BE98-EF030ED1B53F}" presName="c17" presStyleLbl="node1" presStyleIdx="16" presStyleCnt="18"/>
      <dgm:spPr/>
    </dgm:pt>
    <dgm:pt modelId="{5FAB2EEC-5413-4525-BA99-3828EED08686}" type="pres">
      <dgm:prSet presAssocID="{38028FFE-02AD-4E5B-BE98-EF030ED1B53F}" presName="c18" presStyleLbl="node1" presStyleIdx="17" presStyleCnt="18"/>
      <dgm:spPr/>
    </dgm:pt>
  </dgm:ptLst>
  <dgm:cxnLst>
    <dgm:cxn modelId="{B92AAE12-6FD6-4BFD-A66D-8A5771FEA77C}" type="presOf" srcId="{05C0C3CA-2921-4C97-9C07-47B936663F3D}" destId="{33DF95CB-DAAE-4C2D-BFAD-8DE1A246072F}" srcOrd="0" destOrd="0" presId="urn:microsoft.com/office/officeart/2009/3/layout/RandomtoResultProcess"/>
    <dgm:cxn modelId="{71203972-EFF6-45AE-B6A4-9976088DF03F}" type="presOf" srcId="{38028FFE-02AD-4E5B-BE98-EF030ED1B53F}" destId="{88633908-C1B7-42AD-88CD-6E3A27CB58A2}" srcOrd="0" destOrd="0" presId="urn:microsoft.com/office/officeart/2009/3/layout/RandomtoResultProcess"/>
    <dgm:cxn modelId="{46D0E3BD-F644-489C-8E95-B8BD726BE184}" srcId="{05C0C3CA-2921-4C97-9C07-47B936663F3D}" destId="{38028FFE-02AD-4E5B-BE98-EF030ED1B53F}" srcOrd="0" destOrd="0" parTransId="{9DFABCE7-071F-4D6A-8681-BC73729B2914}" sibTransId="{D5C4F262-6AD3-49CF-8C78-A12A07EFE8BD}"/>
    <dgm:cxn modelId="{6598CADA-EAD4-4DF0-9EF2-7CF7F81C3A45}" type="presParOf" srcId="{33DF95CB-DAAE-4C2D-BFAD-8DE1A246072F}" destId="{BE8BA1BF-2B99-4A6E-B82C-3AC396F0CCF2}" srcOrd="0" destOrd="0" presId="urn:microsoft.com/office/officeart/2009/3/layout/RandomtoResultProcess"/>
    <dgm:cxn modelId="{FC6FF2A2-623B-4705-ACA7-60BCD53300C4}" type="presParOf" srcId="{BE8BA1BF-2B99-4A6E-B82C-3AC396F0CCF2}" destId="{88633908-C1B7-42AD-88CD-6E3A27CB58A2}" srcOrd="0" destOrd="0" presId="urn:microsoft.com/office/officeart/2009/3/layout/RandomtoResultProcess"/>
    <dgm:cxn modelId="{C634CA86-2DEB-472A-8861-FD8A880C667A}" type="presParOf" srcId="{BE8BA1BF-2B99-4A6E-B82C-3AC396F0CCF2}" destId="{84286EEA-523A-4697-81CF-BBCD2546B67F}" srcOrd="1" destOrd="0" presId="urn:microsoft.com/office/officeart/2009/3/layout/RandomtoResultProcess"/>
    <dgm:cxn modelId="{1F4EAD4E-7062-408E-A01A-C9922B04172B}" type="presParOf" srcId="{BE8BA1BF-2B99-4A6E-B82C-3AC396F0CCF2}" destId="{C22D5B47-FF30-4677-9F45-642473B1568C}" srcOrd="2" destOrd="0" presId="urn:microsoft.com/office/officeart/2009/3/layout/RandomtoResultProcess"/>
    <dgm:cxn modelId="{C634A749-2061-4647-AE93-9F679E8D6241}" type="presParOf" srcId="{BE8BA1BF-2B99-4A6E-B82C-3AC396F0CCF2}" destId="{1FD51379-D2A7-4767-8A2F-7ED3A88AB28A}" srcOrd="3" destOrd="0" presId="urn:microsoft.com/office/officeart/2009/3/layout/RandomtoResultProcess"/>
    <dgm:cxn modelId="{D2217176-3308-4676-AAEC-8E59A0BBD0BE}" type="presParOf" srcId="{BE8BA1BF-2B99-4A6E-B82C-3AC396F0CCF2}" destId="{BA8B8B7F-2C3C-4AF3-8CC7-F38C64761DE1}" srcOrd="4" destOrd="0" presId="urn:microsoft.com/office/officeart/2009/3/layout/RandomtoResultProcess"/>
    <dgm:cxn modelId="{DF39921F-1B30-4CD0-90CF-D10697282A1F}" type="presParOf" srcId="{BE8BA1BF-2B99-4A6E-B82C-3AC396F0CCF2}" destId="{8F7836DD-1BA4-47E2-83EE-1A04EB1A5A02}" srcOrd="5" destOrd="0" presId="urn:microsoft.com/office/officeart/2009/3/layout/RandomtoResultProcess"/>
    <dgm:cxn modelId="{1F4B9A72-4633-4A65-A0FB-E3FF20A003C5}" type="presParOf" srcId="{BE8BA1BF-2B99-4A6E-B82C-3AC396F0CCF2}" destId="{96D1D5CF-2290-437B-A888-EDF95BBB4C4F}" srcOrd="6" destOrd="0" presId="urn:microsoft.com/office/officeart/2009/3/layout/RandomtoResultProcess"/>
    <dgm:cxn modelId="{37D67123-E412-49B8-9ECD-07E9CCE97661}" type="presParOf" srcId="{BE8BA1BF-2B99-4A6E-B82C-3AC396F0CCF2}" destId="{5B404568-02A4-44E9-9618-E956219D7C99}" srcOrd="7" destOrd="0" presId="urn:microsoft.com/office/officeart/2009/3/layout/RandomtoResultProcess"/>
    <dgm:cxn modelId="{9F849585-7561-4119-A363-F5A798D15838}" type="presParOf" srcId="{BE8BA1BF-2B99-4A6E-B82C-3AC396F0CCF2}" destId="{2444FE6C-8730-4F33-A87A-BAC6845EB066}" srcOrd="8" destOrd="0" presId="urn:microsoft.com/office/officeart/2009/3/layout/RandomtoResultProcess"/>
    <dgm:cxn modelId="{EBCE71B0-4CF4-45EB-B13F-65D9F3CCC73C}" type="presParOf" srcId="{BE8BA1BF-2B99-4A6E-B82C-3AC396F0CCF2}" destId="{64842B94-9C51-4C8A-81BE-18A66FB6205D}" srcOrd="9" destOrd="0" presId="urn:microsoft.com/office/officeart/2009/3/layout/RandomtoResultProcess"/>
    <dgm:cxn modelId="{DEBCC354-8B92-4C10-9DBF-36F14C862B24}" type="presParOf" srcId="{BE8BA1BF-2B99-4A6E-B82C-3AC396F0CCF2}" destId="{09CF95D7-BC50-4857-87E8-B3C094526DD3}" srcOrd="10" destOrd="0" presId="urn:microsoft.com/office/officeart/2009/3/layout/RandomtoResultProcess"/>
    <dgm:cxn modelId="{6D17D4F9-1A07-4FC5-8966-981E1D2ECDC9}" type="presParOf" srcId="{BE8BA1BF-2B99-4A6E-B82C-3AC396F0CCF2}" destId="{93E479B6-838F-4B49-9DD5-6FD35F0D6A18}" srcOrd="11" destOrd="0" presId="urn:microsoft.com/office/officeart/2009/3/layout/RandomtoResultProcess"/>
    <dgm:cxn modelId="{029FB413-7752-488F-9735-7C2543BE629C}" type="presParOf" srcId="{BE8BA1BF-2B99-4A6E-B82C-3AC396F0CCF2}" destId="{542F5F10-A144-4AF9-9300-C99563C80E07}" srcOrd="12" destOrd="0" presId="urn:microsoft.com/office/officeart/2009/3/layout/RandomtoResultProcess"/>
    <dgm:cxn modelId="{9609B766-781F-4680-9B94-9AB1ED58100E}" type="presParOf" srcId="{BE8BA1BF-2B99-4A6E-B82C-3AC396F0CCF2}" destId="{4546B9B7-4C3E-4C26-A6DC-E340FB43A380}" srcOrd="13" destOrd="0" presId="urn:microsoft.com/office/officeart/2009/3/layout/RandomtoResultProcess"/>
    <dgm:cxn modelId="{887D1045-E6A3-4874-A190-1DDE8A303735}" type="presParOf" srcId="{BE8BA1BF-2B99-4A6E-B82C-3AC396F0CCF2}" destId="{A8F986D4-E43B-4685-B9E4-54C4E843E41B}" srcOrd="14" destOrd="0" presId="urn:microsoft.com/office/officeart/2009/3/layout/RandomtoResultProcess"/>
    <dgm:cxn modelId="{6E8425C9-846B-4CE4-A372-5851AB33688A}" type="presParOf" srcId="{BE8BA1BF-2B99-4A6E-B82C-3AC396F0CCF2}" destId="{9A91ACEC-BEB5-470D-8A7B-C553E9EA47D1}" srcOrd="15" destOrd="0" presId="urn:microsoft.com/office/officeart/2009/3/layout/RandomtoResultProcess"/>
    <dgm:cxn modelId="{D1A030A4-4C92-4EEF-8D87-8D3D848C46C8}" type="presParOf" srcId="{BE8BA1BF-2B99-4A6E-B82C-3AC396F0CCF2}" destId="{6A8E8968-0F5B-4C85-9ACC-7EF181A44932}" srcOrd="16" destOrd="0" presId="urn:microsoft.com/office/officeart/2009/3/layout/RandomtoResultProcess"/>
    <dgm:cxn modelId="{3768B0E7-E6AB-49ED-A1A1-5D9612268CEF}" type="presParOf" srcId="{BE8BA1BF-2B99-4A6E-B82C-3AC396F0CCF2}" destId="{1BA5D616-CEB4-498B-BEE1-8391DF849A87}" srcOrd="17" destOrd="0" presId="urn:microsoft.com/office/officeart/2009/3/layout/RandomtoResultProcess"/>
    <dgm:cxn modelId="{22F95CF1-C3AF-4BBF-B496-6BF6AE38995A}" type="presParOf" srcId="{BE8BA1BF-2B99-4A6E-B82C-3AC396F0CCF2}" destId="{5FAB2EEC-5413-4525-BA99-3828EED08686}" srcOrd="18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E89BDF-472A-4E0E-A98B-E36F6184EF80}" type="doc">
      <dgm:prSet loTypeId="urn:microsoft.com/office/officeart/2005/8/layout/architecture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DBD7A46F-E09A-4D33-B6A3-634678134D1B}">
      <dgm:prSet phldrT="[Text]" custT="1"/>
      <dgm:spPr/>
      <dgm:t>
        <a:bodyPr/>
        <a:lstStyle/>
        <a:p>
          <a:r>
            <a:rPr lang="en-US" sz="1800" dirty="0" err="1"/>
            <a:t>Panjang</a:t>
          </a:r>
          <a:r>
            <a:rPr lang="en-US" sz="1800" dirty="0"/>
            <a:t> Data = 0 … t</a:t>
          </a:r>
        </a:p>
      </dgm:t>
    </dgm:pt>
    <dgm:pt modelId="{DA77F838-EF57-4194-9FEE-83FB1CAE482D}" type="sibTrans" cxnId="{89188531-8256-4530-8ABE-52BB2B09178E}">
      <dgm:prSet/>
      <dgm:spPr/>
      <dgm:t>
        <a:bodyPr/>
        <a:lstStyle/>
        <a:p>
          <a:endParaRPr lang="en-US" sz="1800"/>
        </a:p>
      </dgm:t>
    </dgm:pt>
    <dgm:pt modelId="{FC715171-EC0C-40BC-9251-F00B099E806E}" type="parTrans" cxnId="{89188531-8256-4530-8ABE-52BB2B09178E}">
      <dgm:prSet/>
      <dgm:spPr/>
      <dgm:t>
        <a:bodyPr/>
        <a:lstStyle/>
        <a:p>
          <a:endParaRPr lang="en-US" sz="1800"/>
        </a:p>
      </dgm:t>
    </dgm:pt>
    <dgm:pt modelId="{A993492A-7F58-4B17-8B3E-09E1C15E337A}" type="pres">
      <dgm:prSet presAssocID="{BBE89BDF-472A-4E0E-A98B-E36F6184EF80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D890130-1F92-48FA-ABCF-EE55091B7040}" type="pres">
      <dgm:prSet presAssocID="{DBD7A46F-E09A-4D33-B6A3-634678134D1B}" presName="vertOne" presStyleCnt="0"/>
      <dgm:spPr/>
    </dgm:pt>
    <dgm:pt modelId="{B7B7340A-DCBF-40C2-AC99-C1150B4E87BF}" type="pres">
      <dgm:prSet presAssocID="{DBD7A46F-E09A-4D33-B6A3-634678134D1B}" presName="txOne" presStyleLbl="node0" presStyleIdx="0" presStyleCnt="1" custLinFactNeighborX="3975">
        <dgm:presLayoutVars>
          <dgm:chPref val="3"/>
        </dgm:presLayoutVars>
      </dgm:prSet>
      <dgm:spPr/>
    </dgm:pt>
    <dgm:pt modelId="{CCEAC25D-1EFA-43AF-A154-3228989DAD3C}" type="pres">
      <dgm:prSet presAssocID="{DBD7A46F-E09A-4D33-B6A3-634678134D1B}" presName="horzOne" presStyleCnt="0"/>
      <dgm:spPr/>
    </dgm:pt>
  </dgm:ptLst>
  <dgm:cxnLst>
    <dgm:cxn modelId="{89188531-8256-4530-8ABE-52BB2B09178E}" srcId="{BBE89BDF-472A-4E0E-A98B-E36F6184EF80}" destId="{DBD7A46F-E09A-4D33-B6A3-634678134D1B}" srcOrd="0" destOrd="0" parTransId="{FC715171-EC0C-40BC-9251-F00B099E806E}" sibTransId="{DA77F838-EF57-4194-9FEE-83FB1CAE482D}"/>
    <dgm:cxn modelId="{E1C6E26C-0CEA-49EF-A196-D0BE7DCFB9AC}" type="presOf" srcId="{BBE89BDF-472A-4E0E-A98B-E36F6184EF80}" destId="{A993492A-7F58-4B17-8B3E-09E1C15E337A}" srcOrd="0" destOrd="0" presId="urn:microsoft.com/office/officeart/2005/8/layout/architecture"/>
    <dgm:cxn modelId="{8BBAECC8-5C19-4B8C-B077-7EB79F02160F}" type="presOf" srcId="{DBD7A46F-E09A-4D33-B6A3-634678134D1B}" destId="{B7B7340A-DCBF-40C2-AC99-C1150B4E87BF}" srcOrd="0" destOrd="0" presId="urn:microsoft.com/office/officeart/2005/8/layout/architecture"/>
    <dgm:cxn modelId="{759A945A-FE4A-44E6-8B55-83317203694A}" type="presParOf" srcId="{A993492A-7F58-4B17-8B3E-09E1C15E337A}" destId="{2D890130-1F92-48FA-ABCF-EE55091B7040}" srcOrd="0" destOrd="0" presId="urn:microsoft.com/office/officeart/2005/8/layout/architecture"/>
    <dgm:cxn modelId="{1B13F12E-2C56-40A4-A0A4-BC58F674273E}" type="presParOf" srcId="{2D890130-1F92-48FA-ABCF-EE55091B7040}" destId="{B7B7340A-DCBF-40C2-AC99-C1150B4E87BF}" srcOrd="0" destOrd="0" presId="urn:microsoft.com/office/officeart/2005/8/layout/architecture"/>
    <dgm:cxn modelId="{A6689D0B-4C5F-4A02-9E45-97915406DE1D}" type="presParOf" srcId="{2D890130-1F92-48FA-ABCF-EE55091B7040}" destId="{CCEAC25D-1EFA-43AF-A154-3228989DAD3C}" srcOrd="1" destOrd="0" presId="urn:microsoft.com/office/officeart/2005/8/layout/architectur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BE89BDF-472A-4E0E-A98B-E36F6184EF80}" type="doc">
      <dgm:prSet loTypeId="urn:microsoft.com/office/officeart/2005/8/layout/architecture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629D18F-65C9-4E94-8F34-B7E8AACC472A}">
      <dgm:prSet phldrT="[Text]" custT="1"/>
      <dgm:spPr/>
      <dgm:t>
        <a:bodyPr/>
        <a:lstStyle/>
        <a:p>
          <a:r>
            <a:rPr lang="en-US" sz="1800" dirty="0"/>
            <a:t>Input data stack di array</a:t>
          </a:r>
        </a:p>
      </dgm:t>
    </dgm:pt>
    <dgm:pt modelId="{79F6FDCB-B9BE-46D0-BCFB-2D89A89739E7}" type="parTrans" cxnId="{30E36687-25E1-4FE4-804D-3919CF3258B0}">
      <dgm:prSet/>
      <dgm:spPr/>
      <dgm:t>
        <a:bodyPr/>
        <a:lstStyle/>
        <a:p>
          <a:endParaRPr lang="en-US" sz="1800"/>
        </a:p>
      </dgm:t>
    </dgm:pt>
    <dgm:pt modelId="{DD3D32B5-1EC3-45CB-8CC6-C968B79D7FF6}" type="sibTrans" cxnId="{30E36687-25E1-4FE4-804D-3919CF3258B0}">
      <dgm:prSet/>
      <dgm:spPr/>
      <dgm:t>
        <a:bodyPr/>
        <a:lstStyle/>
        <a:p>
          <a:endParaRPr lang="en-US" sz="1800"/>
        </a:p>
      </dgm:t>
    </dgm:pt>
    <dgm:pt modelId="{A993492A-7F58-4B17-8B3E-09E1C15E337A}" type="pres">
      <dgm:prSet presAssocID="{BBE89BDF-472A-4E0E-A98B-E36F6184EF80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93FAE8E-695C-4953-8C85-5EE4AA2CC9C4}" type="pres">
      <dgm:prSet presAssocID="{3629D18F-65C9-4E94-8F34-B7E8AACC472A}" presName="vertOne" presStyleCnt="0"/>
      <dgm:spPr/>
    </dgm:pt>
    <dgm:pt modelId="{72F72CE0-0A76-4F93-996B-10F12DA52DAB}" type="pres">
      <dgm:prSet presAssocID="{3629D18F-65C9-4E94-8F34-B7E8AACC472A}" presName="txOne" presStyleLbl="node0" presStyleIdx="0" presStyleCnt="1" custLinFactY="-100000" custLinFactNeighborX="-71549" custLinFactNeighborY="-163472">
        <dgm:presLayoutVars>
          <dgm:chPref val="3"/>
        </dgm:presLayoutVars>
      </dgm:prSet>
      <dgm:spPr/>
    </dgm:pt>
    <dgm:pt modelId="{2FCE797C-E31A-40B9-A3AD-DC47BFA011EE}" type="pres">
      <dgm:prSet presAssocID="{3629D18F-65C9-4E94-8F34-B7E8AACC472A}" presName="horzOne" presStyleCnt="0"/>
      <dgm:spPr/>
    </dgm:pt>
  </dgm:ptLst>
  <dgm:cxnLst>
    <dgm:cxn modelId="{2956BE81-D0EE-4B0A-BD97-5F0DBBC8ACE2}" type="presOf" srcId="{BBE89BDF-472A-4E0E-A98B-E36F6184EF80}" destId="{A993492A-7F58-4B17-8B3E-09E1C15E337A}" srcOrd="0" destOrd="0" presId="urn:microsoft.com/office/officeart/2005/8/layout/architecture"/>
    <dgm:cxn modelId="{30E36687-25E1-4FE4-804D-3919CF3258B0}" srcId="{BBE89BDF-472A-4E0E-A98B-E36F6184EF80}" destId="{3629D18F-65C9-4E94-8F34-B7E8AACC472A}" srcOrd="0" destOrd="0" parTransId="{79F6FDCB-B9BE-46D0-BCFB-2D89A89739E7}" sibTransId="{DD3D32B5-1EC3-45CB-8CC6-C968B79D7FF6}"/>
    <dgm:cxn modelId="{A9D4A796-438F-4C89-BF27-FB00D68CCB61}" type="presOf" srcId="{3629D18F-65C9-4E94-8F34-B7E8AACC472A}" destId="{72F72CE0-0A76-4F93-996B-10F12DA52DAB}" srcOrd="0" destOrd="0" presId="urn:microsoft.com/office/officeart/2005/8/layout/architecture"/>
    <dgm:cxn modelId="{F828ADBC-4C33-4E15-AE58-818582353E80}" type="presParOf" srcId="{A993492A-7F58-4B17-8B3E-09E1C15E337A}" destId="{793FAE8E-695C-4953-8C85-5EE4AA2CC9C4}" srcOrd="0" destOrd="0" presId="urn:microsoft.com/office/officeart/2005/8/layout/architecture"/>
    <dgm:cxn modelId="{570BF26D-3874-44BB-BF1B-6BC975056F60}" type="presParOf" srcId="{793FAE8E-695C-4953-8C85-5EE4AA2CC9C4}" destId="{72F72CE0-0A76-4F93-996B-10F12DA52DAB}" srcOrd="0" destOrd="0" presId="urn:microsoft.com/office/officeart/2005/8/layout/architecture"/>
    <dgm:cxn modelId="{68757C03-F247-4C47-90A8-E8A1F5E56E13}" type="presParOf" srcId="{793FAE8E-695C-4953-8C85-5EE4AA2CC9C4}" destId="{2FCE797C-E31A-40B9-A3AD-DC47BFA011EE}" srcOrd="1" destOrd="0" presId="urn:microsoft.com/office/officeart/2005/8/layout/architecture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BE89BDF-472A-4E0E-A98B-E36F6184EF80}" type="doc">
      <dgm:prSet loTypeId="urn:microsoft.com/office/officeart/2005/8/layout/architecture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DBD7A46F-E09A-4D33-B6A3-634678134D1B}">
      <dgm:prSet phldrT="[Text]" custT="1"/>
      <dgm:spPr/>
      <dgm:t>
        <a:bodyPr/>
        <a:lstStyle/>
        <a:p>
          <a:r>
            <a:rPr lang="en-US" sz="1800" dirty="0" err="1"/>
            <a:t>Panjang</a:t>
          </a:r>
          <a:r>
            <a:rPr lang="en-US" sz="1800" dirty="0"/>
            <a:t> Array = 0 … N-1</a:t>
          </a:r>
        </a:p>
      </dgm:t>
    </dgm:pt>
    <dgm:pt modelId="{FC715171-EC0C-40BC-9251-F00B099E806E}" type="parTrans" cxnId="{89188531-8256-4530-8ABE-52BB2B09178E}">
      <dgm:prSet/>
      <dgm:spPr/>
      <dgm:t>
        <a:bodyPr/>
        <a:lstStyle/>
        <a:p>
          <a:endParaRPr lang="en-US" sz="1800"/>
        </a:p>
      </dgm:t>
    </dgm:pt>
    <dgm:pt modelId="{DA77F838-EF57-4194-9FEE-83FB1CAE482D}" type="sibTrans" cxnId="{89188531-8256-4530-8ABE-52BB2B09178E}">
      <dgm:prSet/>
      <dgm:spPr/>
      <dgm:t>
        <a:bodyPr/>
        <a:lstStyle/>
        <a:p>
          <a:endParaRPr lang="en-US" sz="1800"/>
        </a:p>
      </dgm:t>
    </dgm:pt>
    <dgm:pt modelId="{A993492A-7F58-4B17-8B3E-09E1C15E337A}" type="pres">
      <dgm:prSet presAssocID="{BBE89BDF-472A-4E0E-A98B-E36F6184EF80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D890130-1F92-48FA-ABCF-EE55091B7040}" type="pres">
      <dgm:prSet presAssocID="{DBD7A46F-E09A-4D33-B6A3-634678134D1B}" presName="vertOne" presStyleCnt="0"/>
      <dgm:spPr/>
    </dgm:pt>
    <dgm:pt modelId="{B7B7340A-DCBF-40C2-AC99-C1150B4E87BF}" type="pres">
      <dgm:prSet presAssocID="{DBD7A46F-E09A-4D33-B6A3-634678134D1B}" presName="txOne" presStyleLbl="node0" presStyleIdx="0" presStyleCnt="1" custLinFactY="27010" custLinFactNeighborX="43613" custLinFactNeighborY="100000">
        <dgm:presLayoutVars>
          <dgm:chPref val="3"/>
        </dgm:presLayoutVars>
      </dgm:prSet>
      <dgm:spPr/>
    </dgm:pt>
    <dgm:pt modelId="{CCEAC25D-1EFA-43AF-A154-3228989DAD3C}" type="pres">
      <dgm:prSet presAssocID="{DBD7A46F-E09A-4D33-B6A3-634678134D1B}" presName="horzOne" presStyleCnt="0"/>
      <dgm:spPr/>
    </dgm:pt>
  </dgm:ptLst>
  <dgm:cxnLst>
    <dgm:cxn modelId="{89188531-8256-4530-8ABE-52BB2B09178E}" srcId="{BBE89BDF-472A-4E0E-A98B-E36F6184EF80}" destId="{DBD7A46F-E09A-4D33-B6A3-634678134D1B}" srcOrd="0" destOrd="0" parTransId="{FC715171-EC0C-40BC-9251-F00B099E806E}" sibTransId="{DA77F838-EF57-4194-9FEE-83FB1CAE482D}"/>
    <dgm:cxn modelId="{D7B07F60-61B8-47BF-AD29-C3BD4833EC44}" type="presOf" srcId="{BBE89BDF-472A-4E0E-A98B-E36F6184EF80}" destId="{A993492A-7F58-4B17-8B3E-09E1C15E337A}" srcOrd="0" destOrd="0" presId="urn:microsoft.com/office/officeart/2005/8/layout/architecture"/>
    <dgm:cxn modelId="{91EF5A68-C921-4A29-98A5-5DBA30E46B5F}" type="presOf" srcId="{DBD7A46F-E09A-4D33-B6A3-634678134D1B}" destId="{B7B7340A-DCBF-40C2-AC99-C1150B4E87BF}" srcOrd="0" destOrd="0" presId="urn:microsoft.com/office/officeart/2005/8/layout/architecture"/>
    <dgm:cxn modelId="{BC83066C-5897-45DB-8332-C0C0804DFA6D}" type="presParOf" srcId="{A993492A-7F58-4B17-8B3E-09E1C15E337A}" destId="{2D890130-1F92-48FA-ABCF-EE55091B7040}" srcOrd="0" destOrd="0" presId="urn:microsoft.com/office/officeart/2005/8/layout/architecture"/>
    <dgm:cxn modelId="{788B21E6-968E-4464-BB55-674F939D6BBA}" type="presParOf" srcId="{2D890130-1F92-48FA-ABCF-EE55091B7040}" destId="{B7B7340A-DCBF-40C2-AC99-C1150B4E87BF}" srcOrd="0" destOrd="0" presId="urn:microsoft.com/office/officeart/2005/8/layout/architecture"/>
    <dgm:cxn modelId="{8C6B8587-5A1E-4B34-BD82-B95D5B5667FB}" type="presParOf" srcId="{2D890130-1F92-48FA-ABCF-EE55091B7040}" destId="{CCEAC25D-1EFA-43AF-A154-3228989DAD3C}" srcOrd="1" destOrd="0" presId="urn:microsoft.com/office/officeart/2005/8/layout/architecture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76E687E-CF94-4B0E-AECB-83F1FD32C337}" type="doc">
      <dgm:prSet loTypeId="urn:microsoft.com/office/officeart/2005/8/layout/process3" loCatId="process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ADC42DDA-5724-43B4-AA9B-27865FBCF305}">
      <dgm:prSet phldrT="[Text]"/>
      <dgm:spPr/>
      <dgm:t>
        <a:bodyPr/>
        <a:lstStyle/>
        <a:p>
          <a:r>
            <a:rPr lang="en-US" dirty="0" err="1"/>
            <a:t>operasi</a:t>
          </a:r>
          <a:r>
            <a:rPr lang="en-US" dirty="0"/>
            <a:t> – </a:t>
          </a:r>
          <a:r>
            <a:rPr lang="en-US" dirty="0" err="1"/>
            <a:t>operasi</a:t>
          </a:r>
          <a:r>
            <a:rPr lang="en-US" dirty="0"/>
            <a:t> yang </a:t>
          </a:r>
          <a:r>
            <a:rPr lang="en-US" dirty="0" err="1"/>
            <a:t>dapat</a:t>
          </a:r>
          <a:r>
            <a:rPr lang="en-US" dirty="0"/>
            <a:t> </a:t>
          </a:r>
          <a:r>
            <a:rPr lang="en-US" dirty="0" err="1"/>
            <a:t>diimplementasikan</a:t>
          </a:r>
          <a:r>
            <a:rPr lang="en-US" dirty="0"/>
            <a:t> </a:t>
          </a:r>
          <a:r>
            <a:rPr lang="en-US" dirty="0" err="1"/>
            <a:t>pada</a:t>
          </a:r>
          <a:r>
            <a:rPr lang="en-US" dirty="0"/>
            <a:t> stack, </a:t>
          </a:r>
          <a:r>
            <a:rPr lang="en-US" dirty="0" err="1"/>
            <a:t>yaitu</a:t>
          </a:r>
          <a:r>
            <a:rPr lang="en-US" dirty="0"/>
            <a:t>:</a:t>
          </a:r>
        </a:p>
      </dgm:t>
    </dgm:pt>
    <dgm:pt modelId="{593B753A-BA86-40D9-A7FB-C0F2C4F9E59C}" type="parTrans" cxnId="{F01EBDEA-064C-4ACB-BF00-7BA72AB23915}">
      <dgm:prSet/>
      <dgm:spPr/>
      <dgm:t>
        <a:bodyPr/>
        <a:lstStyle/>
        <a:p>
          <a:endParaRPr lang="en-US"/>
        </a:p>
      </dgm:t>
    </dgm:pt>
    <dgm:pt modelId="{182D275C-2BBE-4787-B8E4-1E491CDC16F1}" type="sibTrans" cxnId="{F01EBDEA-064C-4ACB-BF00-7BA72AB23915}">
      <dgm:prSet/>
      <dgm:spPr/>
      <dgm:t>
        <a:bodyPr/>
        <a:lstStyle/>
        <a:p>
          <a:endParaRPr lang="en-US"/>
        </a:p>
      </dgm:t>
    </dgm:pt>
    <dgm:pt modelId="{6F7D27BF-0DE9-4812-ACAE-0217B9BD2CA2}">
      <dgm:prSet phldrT="[Text]"/>
      <dgm:spPr/>
      <dgm:t>
        <a:bodyPr/>
        <a:lstStyle/>
        <a:p>
          <a:r>
            <a:rPr lang="en-US" dirty="0"/>
            <a:t>push(e) : </a:t>
          </a:r>
          <a:r>
            <a:rPr lang="en-US" dirty="0" err="1"/>
            <a:t>Menambahkan</a:t>
          </a:r>
          <a:r>
            <a:rPr lang="en-US" dirty="0"/>
            <a:t> </a:t>
          </a:r>
          <a:r>
            <a:rPr lang="en-US" dirty="0" err="1"/>
            <a:t>elemen</a:t>
          </a:r>
          <a:r>
            <a:rPr lang="en-US" dirty="0"/>
            <a:t> e </a:t>
          </a:r>
          <a:r>
            <a:rPr lang="en-US" dirty="0" err="1"/>
            <a:t>pada</a:t>
          </a:r>
          <a:r>
            <a:rPr lang="en-US" dirty="0"/>
            <a:t> stack paling </a:t>
          </a:r>
          <a:r>
            <a:rPr lang="en-US" dirty="0" err="1"/>
            <a:t>atas</a:t>
          </a:r>
          <a:r>
            <a:rPr lang="en-US" dirty="0"/>
            <a:t>.</a:t>
          </a:r>
        </a:p>
      </dgm:t>
    </dgm:pt>
    <dgm:pt modelId="{30050C83-E675-4938-8626-2E83C0F6971A}" type="parTrans" cxnId="{4E665AB3-7D45-4F57-BC49-EB694C467E15}">
      <dgm:prSet/>
      <dgm:spPr/>
      <dgm:t>
        <a:bodyPr/>
        <a:lstStyle/>
        <a:p>
          <a:endParaRPr lang="en-US"/>
        </a:p>
      </dgm:t>
    </dgm:pt>
    <dgm:pt modelId="{682CBA87-AFAC-4C60-B51C-52065283133B}" type="sibTrans" cxnId="{4E665AB3-7D45-4F57-BC49-EB694C467E15}">
      <dgm:prSet/>
      <dgm:spPr/>
      <dgm:t>
        <a:bodyPr/>
        <a:lstStyle/>
        <a:p>
          <a:endParaRPr lang="en-US"/>
        </a:p>
      </dgm:t>
    </dgm:pt>
    <dgm:pt modelId="{29268F90-4094-41FF-8459-C1AB8957C8CF}">
      <dgm:prSet/>
      <dgm:spPr/>
      <dgm:t>
        <a:bodyPr/>
        <a:lstStyle/>
        <a:p>
          <a:r>
            <a:rPr lang="en-US" dirty="0"/>
            <a:t>pop() : </a:t>
          </a:r>
          <a:r>
            <a:rPr lang="en-US" dirty="0" err="1"/>
            <a:t>Menghapus</a:t>
          </a:r>
          <a:r>
            <a:rPr lang="en-US" dirty="0"/>
            <a:t> </a:t>
          </a:r>
          <a:r>
            <a:rPr lang="en-US" dirty="0" err="1"/>
            <a:t>dan</a:t>
          </a:r>
          <a:r>
            <a:rPr lang="en-US" dirty="0"/>
            <a:t> </a:t>
          </a:r>
          <a:r>
            <a:rPr lang="en-US" dirty="0" err="1"/>
            <a:t>mengembalikan</a:t>
          </a:r>
          <a:r>
            <a:rPr lang="en-US" dirty="0"/>
            <a:t> </a:t>
          </a:r>
          <a:r>
            <a:rPr lang="en-US" dirty="0" err="1"/>
            <a:t>elemen</a:t>
          </a:r>
          <a:r>
            <a:rPr lang="en-US" dirty="0"/>
            <a:t> </a:t>
          </a:r>
          <a:r>
            <a:rPr lang="en-US" dirty="0" err="1"/>
            <a:t>teratas</a:t>
          </a:r>
          <a:r>
            <a:rPr lang="en-US" dirty="0"/>
            <a:t> </a:t>
          </a:r>
          <a:r>
            <a:rPr lang="en-US" dirty="0" err="1"/>
            <a:t>dari</a:t>
          </a:r>
          <a:r>
            <a:rPr lang="en-US" dirty="0"/>
            <a:t> stack. (</a:t>
          </a:r>
          <a:r>
            <a:rPr lang="en-US" dirty="0" err="1"/>
            <a:t>bernilai</a:t>
          </a:r>
          <a:r>
            <a:rPr lang="en-US" dirty="0"/>
            <a:t> null </a:t>
          </a:r>
          <a:r>
            <a:rPr lang="en-US" dirty="0" err="1"/>
            <a:t>jika</a:t>
          </a:r>
          <a:r>
            <a:rPr lang="en-US" dirty="0"/>
            <a:t> stack </a:t>
          </a:r>
          <a:r>
            <a:rPr lang="en-US" dirty="0" err="1"/>
            <a:t>tersebut</a:t>
          </a:r>
          <a:r>
            <a:rPr lang="en-US" dirty="0"/>
            <a:t> </a:t>
          </a:r>
          <a:r>
            <a:rPr lang="en-US" dirty="0" err="1"/>
            <a:t>tidak</a:t>
          </a:r>
          <a:r>
            <a:rPr lang="en-US" dirty="0"/>
            <a:t> </a:t>
          </a:r>
          <a:r>
            <a:rPr lang="en-US" dirty="0" err="1"/>
            <a:t>memiliki</a:t>
          </a:r>
          <a:r>
            <a:rPr lang="en-US" dirty="0"/>
            <a:t> </a:t>
          </a:r>
          <a:r>
            <a:rPr lang="en-US" dirty="0" err="1"/>
            <a:t>elemen</a:t>
          </a:r>
          <a:r>
            <a:rPr lang="en-US" dirty="0"/>
            <a:t>).</a:t>
          </a:r>
        </a:p>
      </dgm:t>
    </dgm:pt>
    <dgm:pt modelId="{0DD9A548-6BA9-461F-BD31-EB86329CDFCB}" type="parTrans" cxnId="{F993C9D8-689B-4F76-BC3C-A72379C3DAF3}">
      <dgm:prSet/>
      <dgm:spPr/>
      <dgm:t>
        <a:bodyPr/>
        <a:lstStyle/>
        <a:p>
          <a:endParaRPr lang="en-US"/>
        </a:p>
      </dgm:t>
    </dgm:pt>
    <dgm:pt modelId="{6251F81D-C442-480C-881E-54C06B01DD42}" type="sibTrans" cxnId="{F993C9D8-689B-4F76-BC3C-A72379C3DAF3}">
      <dgm:prSet/>
      <dgm:spPr/>
      <dgm:t>
        <a:bodyPr/>
        <a:lstStyle/>
        <a:p>
          <a:endParaRPr lang="en-US"/>
        </a:p>
      </dgm:t>
    </dgm:pt>
    <dgm:pt modelId="{3C74BE42-ACFD-4A9D-8118-45166E9BBD17}" type="pres">
      <dgm:prSet presAssocID="{A76E687E-CF94-4B0E-AECB-83F1FD32C337}" presName="linearFlow" presStyleCnt="0">
        <dgm:presLayoutVars>
          <dgm:dir/>
          <dgm:animLvl val="lvl"/>
          <dgm:resizeHandles val="exact"/>
        </dgm:presLayoutVars>
      </dgm:prSet>
      <dgm:spPr/>
    </dgm:pt>
    <dgm:pt modelId="{8C02E3CB-03AC-4990-B77C-2BBCB30EE845}" type="pres">
      <dgm:prSet presAssocID="{ADC42DDA-5724-43B4-AA9B-27865FBCF305}" presName="composite" presStyleCnt="0"/>
      <dgm:spPr/>
    </dgm:pt>
    <dgm:pt modelId="{AEF68BE8-259E-4948-B14B-E90E54E2174B}" type="pres">
      <dgm:prSet presAssocID="{ADC42DDA-5724-43B4-AA9B-27865FBCF305}" presName="parTx" presStyleLbl="node1" presStyleIdx="0" presStyleCnt="1">
        <dgm:presLayoutVars>
          <dgm:chMax val="0"/>
          <dgm:chPref val="0"/>
          <dgm:bulletEnabled val="1"/>
        </dgm:presLayoutVars>
      </dgm:prSet>
      <dgm:spPr/>
    </dgm:pt>
    <dgm:pt modelId="{A1604B8D-6699-465C-9C4A-0F5AE9281AAE}" type="pres">
      <dgm:prSet presAssocID="{ADC42DDA-5724-43B4-AA9B-27865FBCF305}" presName="parSh" presStyleLbl="node1" presStyleIdx="0" presStyleCnt="1"/>
      <dgm:spPr/>
    </dgm:pt>
    <dgm:pt modelId="{F4144821-C195-4AA9-8537-9196BE4B0364}" type="pres">
      <dgm:prSet presAssocID="{ADC42DDA-5724-43B4-AA9B-27865FBCF305}" presName="desTx" presStyleLbl="fgAcc1" presStyleIdx="0" presStyleCnt="1">
        <dgm:presLayoutVars>
          <dgm:bulletEnabled val="1"/>
        </dgm:presLayoutVars>
      </dgm:prSet>
      <dgm:spPr/>
    </dgm:pt>
  </dgm:ptLst>
  <dgm:cxnLst>
    <dgm:cxn modelId="{527BCF02-BEC9-4519-A1D9-0E36B40C4D5B}" type="presOf" srcId="{6F7D27BF-0DE9-4812-ACAE-0217B9BD2CA2}" destId="{F4144821-C195-4AA9-8537-9196BE4B0364}" srcOrd="0" destOrd="0" presId="urn:microsoft.com/office/officeart/2005/8/layout/process3"/>
    <dgm:cxn modelId="{5347902F-3B29-4307-BC62-6D9C53646D0F}" type="presOf" srcId="{29268F90-4094-41FF-8459-C1AB8957C8CF}" destId="{F4144821-C195-4AA9-8537-9196BE4B0364}" srcOrd="0" destOrd="1" presId="urn:microsoft.com/office/officeart/2005/8/layout/process3"/>
    <dgm:cxn modelId="{9D341752-724C-44C9-A2C5-D47052426839}" type="presOf" srcId="{ADC42DDA-5724-43B4-AA9B-27865FBCF305}" destId="{A1604B8D-6699-465C-9C4A-0F5AE9281AAE}" srcOrd="1" destOrd="0" presId="urn:microsoft.com/office/officeart/2005/8/layout/process3"/>
    <dgm:cxn modelId="{F059D47E-C2FD-47BC-8D8E-93F8909BE0C0}" type="presOf" srcId="{A76E687E-CF94-4B0E-AECB-83F1FD32C337}" destId="{3C74BE42-ACFD-4A9D-8118-45166E9BBD17}" srcOrd="0" destOrd="0" presId="urn:microsoft.com/office/officeart/2005/8/layout/process3"/>
    <dgm:cxn modelId="{4E665AB3-7D45-4F57-BC49-EB694C467E15}" srcId="{ADC42DDA-5724-43B4-AA9B-27865FBCF305}" destId="{6F7D27BF-0DE9-4812-ACAE-0217B9BD2CA2}" srcOrd="0" destOrd="0" parTransId="{30050C83-E675-4938-8626-2E83C0F6971A}" sibTransId="{682CBA87-AFAC-4C60-B51C-52065283133B}"/>
    <dgm:cxn modelId="{F993C9D8-689B-4F76-BC3C-A72379C3DAF3}" srcId="{ADC42DDA-5724-43B4-AA9B-27865FBCF305}" destId="{29268F90-4094-41FF-8459-C1AB8957C8CF}" srcOrd="1" destOrd="0" parTransId="{0DD9A548-6BA9-461F-BD31-EB86329CDFCB}" sibTransId="{6251F81D-C442-480C-881E-54C06B01DD42}"/>
    <dgm:cxn modelId="{9E2541DF-45AE-4811-94FF-62015CB4F43D}" type="presOf" srcId="{ADC42DDA-5724-43B4-AA9B-27865FBCF305}" destId="{AEF68BE8-259E-4948-B14B-E90E54E2174B}" srcOrd="0" destOrd="0" presId="urn:microsoft.com/office/officeart/2005/8/layout/process3"/>
    <dgm:cxn modelId="{F01EBDEA-064C-4ACB-BF00-7BA72AB23915}" srcId="{A76E687E-CF94-4B0E-AECB-83F1FD32C337}" destId="{ADC42DDA-5724-43B4-AA9B-27865FBCF305}" srcOrd="0" destOrd="0" parTransId="{593B753A-BA86-40D9-A7FB-C0F2C4F9E59C}" sibTransId="{182D275C-2BBE-4787-B8E4-1E491CDC16F1}"/>
    <dgm:cxn modelId="{BDB3A897-8F8D-4291-A7F7-632F6928B5FA}" type="presParOf" srcId="{3C74BE42-ACFD-4A9D-8118-45166E9BBD17}" destId="{8C02E3CB-03AC-4990-B77C-2BBCB30EE845}" srcOrd="0" destOrd="0" presId="urn:microsoft.com/office/officeart/2005/8/layout/process3"/>
    <dgm:cxn modelId="{A406A040-F97F-4700-A5B2-4FE4162769B9}" type="presParOf" srcId="{8C02E3CB-03AC-4990-B77C-2BBCB30EE845}" destId="{AEF68BE8-259E-4948-B14B-E90E54E2174B}" srcOrd="0" destOrd="0" presId="urn:microsoft.com/office/officeart/2005/8/layout/process3"/>
    <dgm:cxn modelId="{9BD8F99D-0FC6-4754-847A-BD1B863EF693}" type="presParOf" srcId="{8C02E3CB-03AC-4990-B77C-2BBCB30EE845}" destId="{A1604B8D-6699-465C-9C4A-0F5AE9281AAE}" srcOrd="1" destOrd="0" presId="urn:microsoft.com/office/officeart/2005/8/layout/process3"/>
    <dgm:cxn modelId="{C93A3A37-49A1-4ABB-8B63-22CD224E6A0E}" type="presParOf" srcId="{8C02E3CB-03AC-4990-B77C-2BBCB30EE845}" destId="{F4144821-C195-4AA9-8537-9196BE4B0364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76E687E-CF94-4B0E-AECB-83F1FD32C337}" type="doc">
      <dgm:prSet loTypeId="urn:microsoft.com/office/officeart/2005/8/layout/process3" loCatId="process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7E022441-50E3-47BD-BF6D-8843714E9A6C}">
      <dgm:prSet/>
      <dgm:spPr/>
      <dgm:t>
        <a:bodyPr/>
        <a:lstStyle/>
        <a:p>
          <a:r>
            <a:rPr lang="en-US" dirty="0" err="1"/>
            <a:t>Selain</a:t>
          </a:r>
          <a:r>
            <a:rPr lang="en-US" dirty="0"/>
            <a:t> </a:t>
          </a:r>
          <a:r>
            <a:rPr lang="en-US" dirty="0" err="1"/>
            <a:t>kedua</a:t>
          </a:r>
          <a:r>
            <a:rPr lang="en-US" dirty="0"/>
            <a:t> </a:t>
          </a:r>
          <a:r>
            <a:rPr lang="en-US" dirty="0" err="1"/>
            <a:t>perintah</a:t>
          </a:r>
          <a:r>
            <a:rPr lang="en-US" dirty="0"/>
            <a:t> </a:t>
          </a:r>
          <a:r>
            <a:rPr lang="en-US" dirty="0" err="1"/>
            <a:t>tersebut</a:t>
          </a:r>
          <a:r>
            <a:rPr lang="en-US" dirty="0"/>
            <a:t>, stack </a:t>
          </a:r>
          <a:r>
            <a:rPr lang="en-US" dirty="0" err="1"/>
            <a:t>mendukung</a:t>
          </a:r>
          <a:r>
            <a:rPr lang="en-US" dirty="0"/>
            <a:t> </a:t>
          </a:r>
          <a:r>
            <a:rPr lang="en-US" dirty="0" err="1"/>
            <a:t>metode</a:t>
          </a:r>
          <a:r>
            <a:rPr lang="en-US" dirty="0"/>
            <a:t> accessor </a:t>
          </a:r>
          <a:r>
            <a:rPr lang="en-US" dirty="0" err="1"/>
            <a:t>seperti</a:t>
          </a:r>
          <a:r>
            <a:rPr lang="en-US" dirty="0"/>
            <a:t> </a:t>
          </a:r>
          <a:r>
            <a:rPr lang="en-US" dirty="0" err="1"/>
            <a:t>berikut</a:t>
          </a:r>
          <a:r>
            <a:rPr lang="en-US" dirty="0"/>
            <a:t>:</a:t>
          </a:r>
        </a:p>
      </dgm:t>
    </dgm:pt>
    <dgm:pt modelId="{CCF34B27-78B5-417C-9E5D-7F3E281C5BAF}" type="parTrans" cxnId="{2264D567-F150-4F9C-AEF9-55F215C1A1F1}">
      <dgm:prSet/>
      <dgm:spPr/>
      <dgm:t>
        <a:bodyPr/>
        <a:lstStyle/>
        <a:p>
          <a:endParaRPr lang="en-US"/>
        </a:p>
      </dgm:t>
    </dgm:pt>
    <dgm:pt modelId="{88F82DCD-8276-4119-B694-E163BBDCB146}" type="sibTrans" cxnId="{2264D567-F150-4F9C-AEF9-55F215C1A1F1}">
      <dgm:prSet/>
      <dgm:spPr/>
      <dgm:t>
        <a:bodyPr/>
        <a:lstStyle/>
        <a:p>
          <a:endParaRPr lang="en-US"/>
        </a:p>
      </dgm:t>
    </dgm:pt>
    <dgm:pt modelId="{EDA6F5AB-C9F5-4298-999B-01B78A8038BB}">
      <dgm:prSet/>
      <dgm:spPr/>
      <dgm:t>
        <a:bodyPr/>
        <a:lstStyle/>
        <a:p>
          <a:r>
            <a:rPr lang="en-US" dirty="0"/>
            <a:t>top()	: </a:t>
          </a:r>
          <a:r>
            <a:rPr lang="en-US" dirty="0" err="1"/>
            <a:t>Mengembalikan</a:t>
          </a:r>
          <a:r>
            <a:rPr lang="en-US" dirty="0"/>
            <a:t> </a:t>
          </a:r>
          <a:r>
            <a:rPr lang="en-US" dirty="0" err="1"/>
            <a:t>elemen</a:t>
          </a:r>
          <a:r>
            <a:rPr lang="en-US" dirty="0"/>
            <a:t> </a:t>
          </a:r>
          <a:r>
            <a:rPr lang="en-US" dirty="0" err="1"/>
            <a:t>ke</a:t>
          </a:r>
          <a:r>
            <a:rPr lang="en-US" dirty="0"/>
            <a:t> </a:t>
          </a:r>
          <a:r>
            <a:rPr lang="en-US" dirty="0" err="1"/>
            <a:t>posisi</a:t>
          </a:r>
          <a:r>
            <a:rPr lang="en-US" dirty="0"/>
            <a:t> </a:t>
          </a:r>
          <a:r>
            <a:rPr lang="en-US" dirty="0" err="1"/>
            <a:t>teratas</a:t>
          </a:r>
          <a:r>
            <a:rPr lang="en-US" dirty="0"/>
            <a:t>, </a:t>
          </a:r>
          <a:r>
            <a:rPr lang="en-US" dirty="0" err="1"/>
            <a:t>tanpa</a:t>
          </a:r>
          <a:r>
            <a:rPr lang="en-US" dirty="0"/>
            <a:t> </a:t>
          </a:r>
          <a:r>
            <a:rPr lang="en-US" dirty="0" err="1"/>
            <a:t>melakukan</a:t>
          </a:r>
          <a:r>
            <a:rPr lang="en-US" dirty="0"/>
            <a:t> </a:t>
          </a:r>
          <a:r>
            <a:rPr lang="en-US" dirty="0" err="1"/>
            <a:t>penghapusan</a:t>
          </a:r>
          <a:r>
            <a:rPr lang="en-US" dirty="0"/>
            <a:t> </a:t>
          </a:r>
          <a:r>
            <a:rPr lang="en-US" dirty="0" err="1"/>
            <a:t>terhadap</a:t>
          </a:r>
          <a:r>
            <a:rPr lang="en-US" dirty="0"/>
            <a:t> </a:t>
          </a:r>
          <a:r>
            <a:rPr lang="en-US" dirty="0" err="1"/>
            <a:t>elemen</a:t>
          </a:r>
          <a:r>
            <a:rPr lang="en-US" dirty="0"/>
            <a:t> </a:t>
          </a:r>
          <a:r>
            <a:rPr lang="en-US" dirty="0" err="1"/>
            <a:t>tersebut</a:t>
          </a:r>
          <a:r>
            <a:rPr lang="en-US" dirty="0"/>
            <a:t>. (</a:t>
          </a:r>
          <a:r>
            <a:rPr lang="en-US" dirty="0" err="1"/>
            <a:t>bernilai</a:t>
          </a:r>
          <a:r>
            <a:rPr lang="en-US" dirty="0"/>
            <a:t> null </a:t>
          </a:r>
          <a:r>
            <a:rPr lang="en-US" dirty="0" err="1"/>
            <a:t>jika</a:t>
          </a:r>
          <a:r>
            <a:rPr lang="en-US" dirty="0"/>
            <a:t> stack </a:t>
          </a:r>
          <a:r>
            <a:rPr lang="en-US" dirty="0" err="1"/>
            <a:t>tersebut</a:t>
          </a:r>
          <a:r>
            <a:rPr lang="en-US" dirty="0"/>
            <a:t> </a:t>
          </a:r>
          <a:r>
            <a:rPr lang="en-US" dirty="0" err="1"/>
            <a:t>tidak</a:t>
          </a:r>
          <a:r>
            <a:rPr lang="en-US" dirty="0"/>
            <a:t> </a:t>
          </a:r>
          <a:r>
            <a:rPr lang="en-US" dirty="0" err="1"/>
            <a:t>memiliki</a:t>
          </a:r>
          <a:r>
            <a:rPr lang="en-US" dirty="0"/>
            <a:t> </a:t>
          </a:r>
          <a:r>
            <a:rPr lang="en-US" dirty="0" err="1"/>
            <a:t>elemen</a:t>
          </a:r>
          <a:r>
            <a:rPr lang="en-US" dirty="0"/>
            <a:t>).</a:t>
          </a:r>
        </a:p>
      </dgm:t>
    </dgm:pt>
    <dgm:pt modelId="{AA08EE61-18EE-4535-9D74-141AE1844456}" type="parTrans" cxnId="{B728C046-3EBA-4BD7-8AFD-A64F32ABF0C7}">
      <dgm:prSet/>
      <dgm:spPr/>
      <dgm:t>
        <a:bodyPr/>
        <a:lstStyle/>
        <a:p>
          <a:endParaRPr lang="en-US"/>
        </a:p>
      </dgm:t>
    </dgm:pt>
    <dgm:pt modelId="{5C3CE50F-B85B-4D30-AB0D-EA20E273A0CA}" type="sibTrans" cxnId="{B728C046-3EBA-4BD7-8AFD-A64F32ABF0C7}">
      <dgm:prSet/>
      <dgm:spPr/>
      <dgm:t>
        <a:bodyPr/>
        <a:lstStyle/>
        <a:p>
          <a:endParaRPr lang="en-US"/>
        </a:p>
      </dgm:t>
    </dgm:pt>
    <dgm:pt modelId="{94CA60D2-9F79-48B0-AE22-5D875BD23869}">
      <dgm:prSet/>
      <dgm:spPr/>
      <dgm:t>
        <a:bodyPr/>
        <a:lstStyle/>
        <a:p>
          <a:r>
            <a:rPr lang="en-US" dirty="0"/>
            <a:t>size()	: </a:t>
          </a:r>
          <a:r>
            <a:rPr lang="en-US" dirty="0" err="1"/>
            <a:t>Mengembalikan</a:t>
          </a:r>
          <a:r>
            <a:rPr lang="en-US" dirty="0"/>
            <a:t> </a:t>
          </a:r>
          <a:r>
            <a:rPr lang="en-US" dirty="0" err="1"/>
            <a:t>urutan</a:t>
          </a:r>
          <a:r>
            <a:rPr lang="en-US" dirty="0"/>
            <a:t> </a:t>
          </a:r>
          <a:r>
            <a:rPr lang="en-US" dirty="0" err="1"/>
            <a:t>elemen</a:t>
          </a:r>
          <a:r>
            <a:rPr lang="en-US" dirty="0"/>
            <a:t> </a:t>
          </a:r>
          <a:r>
            <a:rPr lang="en-US" dirty="0" err="1"/>
            <a:t>kedalam</a:t>
          </a:r>
          <a:r>
            <a:rPr lang="en-US" dirty="0"/>
            <a:t> stack.</a:t>
          </a:r>
        </a:p>
      </dgm:t>
    </dgm:pt>
    <dgm:pt modelId="{A7278F8B-7E0C-4A59-B554-74837C20538F}" type="parTrans" cxnId="{61CFB269-C17A-4D74-B0B5-2A6CFD14CE06}">
      <dgm:prSet/>
      <dgm:spPr/>
      <dgm:t>
        <a:bodyPr/>
        <a:lstStyle/>
        <a:p>
          <a:endParaRPr lang="en-US"/>
        </a:p>
      </dgm:t>
    </dgm:pt>
    <dgm:pt modelId="{71FB8CF0-53D9-44E7-8B59-65137E112CE6}" type="sibTrans" cxnId="{61CFB269-C17A-4D74-B0B5-2A6CFD14CE06}">
      <dgm:prSet/>
      <dgm:spPr/>
      <dgm:t>
        <a:bodyPr/>
        <a:lstStyle/>
        <a:p>
          <a:endParaRPr lang="en-US"/>
        </a:p>
      </dgm:t>
    </dgm:pt>
    <dgm:pt modelId="{AF11FB39-5DF9-4783-9824-27917A779EF6}">
      <dgm:prSet/>
      <dgm:spPr/>
      <dgm:t>
        <a:bodyPr/>
        <a:lstStyle/>
        <a:p>
          <a:r>
            <a:rPr lang="en-US" dirty="0" err="1"/>
            <a:t>isEmpty</a:t>
          </a:r>
          <a:r>
            <a:rPr lang="en-US" dirty="0"/>
            <a:t>(): </a:t>
          </a:r>
          <a:r>
            <a:rPr lang="en-US" dirty="0" err="1"/>
            <a:t>Mengembalikan</a:t>
          </a:r>
          <a:r>
            <a:rPr lang="en-US" dirty="0"/>
            <a:t> </a:t>
          </a:r>
          <a:r>
            <a:rPr lang="en-US" dirty="0" err="1"/>
            <a:t>nilai</a:t>
          </a:r>
          <a:r>
            <a:rPr lang="en-US" dirty="0"/>
            <a:t> </a:t>
          </a:r>
          <a:r>
            <a:rPr lang="en-US" dirty="0" err="1"/>
            <a:t>boolean</a:t>
          </a:r>
          <a:r>
            <a:rPr lang="en-US" dirty="0"/>
            <a:t> </a:t>
          </a:r>
          <a:r>
            <a:rPr lang="en-US" dirty="0" err="1"/>
            <a:t>jika</a:t>
          </a:r>
          <a:r>
            <a:rPr lang="en-US" dirty="0"/>
            <a:t> stack </a:t>
          </a:r>
          <a:r>
            <a:rPr lang="en-US" dirty="0" err="1"/>
            <a:t>dalam</a:t>
          </a:r>
          <a:r>
            <a:rPr lang="en-US" dirty="0"/>
            <a:t> </a:t>
          </a:r>
          <a:r>
            <a:rPr lang="en-US" dirty="0" err="1"/>
            <a:t>keadaan</a:t>
          </a:r>
          <a:r>
            <a:rPr lang="en-US" dirty="0"/>
            <a:t> </a:t>
          </a:r>
          <a:r>
            <a:rPr lang="en-US" dirty="0" err="1"/>
            <a:t>kosong</a:t>
          </a:r>
          <a:r>
            <a:rPr lang="en-US" dirty="0"/>
            <a:t>.</a:t>
          </a:r>
        </a:p>
      </dgm:t>
    </dgm:pt>
    <dgm:pt modelId="{3FDEEFC7-4ED8-4427-A79C-1149D38AB9B0}" type="parTrans" cxnId="{639E5DBC-BE4C-4F43-BAD1-1EF9419FA5FE}">
      <dgm:prSet/>
      <dgm:spPr/>
      <dgm:t>
        <a:bodyPr/>
        <a:lstStyle/>
        <a:p>
          <a:endParaRPr lang="en-US"/>
        </a:p>
      </dgm:t>
    </dgm:pt>
    <dgm:pt modelId="{DE3F5B43-7E63-49E3-8A23-03CE74A6624D}" type="sibTrans" cxnId="{639E5DBC-BE4C-4F43-BAD1-1EF9419FA5FE}">
      <dgm:prSet/>
      <dgm:spPr/>
      <dgm:t>
        <a:bodyPr/>
        <a:lstStyle/>
        <a:p>
          <a:endParaRPr lang="en-US"/>
        </a:p>
      </dgm:t>
    </dgm:pt>
    <dgm:pt modelId="{30604DC0-1436-4F45-AC96-0DBFFC648B97}" type="pres">
      <dgm:prSet presAssocID="{A76E687E-CF94-4B0E-AECB-83F1FD32C337}" presName="linearFlow" presStyleCnt="0">
        <dgm:presLayoutVars>
          <dgm:dir/>
          <dgm:animLvl val="lvl"/>
          <dgm:resizeHandles val="exact"/>
        </dgm:presLayoutVars>
      </dgm:prSet>
      <dgm:spPr/>
    </dgm:pt>
    <dgm:pt modelId="{0572CCC9-E3A0-4678-8854-5E769FE4D7BC}" type="pres">
      <dgm:prSet presAssocID="{7E022441-50E3-47BD-BF6D-8843714E9A6C}" presName="composite" presStyleCnt="0"/>
      <dgm:spPr/>
    </dgm:pt>
    <dgm:pt modelId="{6229D4C2-E7F4-467C-9219-D2B8794D08C5}" type="pres">
      <dgm:prSet presAssocID="{7E022441-50E3-47BD-BF6D-8843714E9A6C}" presName="parTx" presStyleLbl="node1" presStyleIdx="0" presStyleCnt="1">
        <dgm:presLayoutVars>
          <dgm:chMax val="0"/>
          <dgm:chPref val="0"/>
          <dgm:bulletEnabled val="1"/>
        </dgm:presLayoutVars>
      </dgm:prSet>
      <dgm:spPr/>
    </dgm:pt>
    <dgm:pt modelId="{4D85212A-F75B-45FE-8C36-F148E992B17D}" type="pres">
      <dgm:prSet presAssocID="{7E022441-50E3-47BD-BF6D-8843714E9A6C}" presName="parSh" presStyleLbl="node1" presStyleIdx="0" presStyleCnt="1"/>
      <dgm:spPr/>
    </dgm:pt>
    <dgm:pt modelId="{6791D776-A47D-42F9-AEAE-E92BB39F532C}" type="pres">
      <dgm:prSet presAssocID="{7E022441-50E3-47BD-BF6D-8843714E9A6C}" presName="desTx" presStyleLbl="fgAcc1" presStyleIdx="0" presStyleCnt="1">
        <dgm:presLayoutVars>
          <dgm:bulletEnabled val="1"/>
        </dgm:presLayoutVars>
      </dgm:prSet>
      <dgm:spPr/>
    </dgm:pt>
  </dgm:ptLst>
  <dgm:cxnLst>
    <dgm:cxn modelId="{A4E61B5B-8A0B-407F-A06C-15C21C45C089}" type="presOf" srcId="{AF11FB39-5DF9-4783-9824-27917A779EF6}" destId="{6791D776-A47D-42F9-AEAE-E92BB39F532C}" srcOrd="0" destOrd="2" presId="urn:microsoft.com/office/officeart/2005/8/layout/process3"/>
    <dgm:cxn modelId="{B728C046-3EBA-4BD7-8AFD-A64F32ABF0C7}" srcId="{7E022441-50E3-47BD-BF6D-8843714E9A6C}" destId="{EDA6F5AB-C9F5-4298-999B-01B78A8038BB}" srcOrd="0" destOrd="0" parTransId="{AA08EE61-18EE-4535-9D74-141AE1844456}" sibTransId="{5C3CE50F-B85B-4D30-AB0D-EA20E273A0CA}"/>
    <dgm:cxn modelId="{2264D567-F150-4F9C-AEF9-55F215C1A1F1}" srcId="{A76E687E-CF94-4B0E-AECB-83F1FD32C337}" destId="{7E022441-50E3-47BD-BF6D-8843714E9A6C}" srcOrd="0" destOrd="0" parTransId="{CCF34B27-78B5-417C-9E5D-7F3E281C5BAF}" sibTransId="{88F82DCD-8276-4119-B694-E163BBDCB146}"/>
    <dgm:cxn modelId="{61CFB269-C17A-4D74-B0B5-2A6CFD14CE06}" srcId="{7E022441-50E3-47BD-BF6D-8843714E9A6C}" destId="{94CA60D2-9F79-48B0-AE22-5D875BD23869}" srcOrd="1" destOrd="0" parTransId="{A7278F8B-7E0C-4A59-B554-74837C20538F}" sibTransId="{71FB8CF0-53D9-44E7-8B59-65137E112CE6}"/>
    <dgm:cxn modelId="{249CDF70-C802-4951-BFEA-E5A36A3CED68}" type="presOf" srcId="{7E022441-50E3-47BD-BF6D-8843714E9A6C}" destId="{4D85212A-F75B-45FE-8C36-F148E992B17D}" srcOrd="1" destOrd="0" presId="urn:microsoft.com/office/officeart/2005/8/layout/process3"/>
    <dgm:cxn modelId="{639E5DBC-BE4C-4F43-BAD1-1EF9419FA5FE}" srcId="{7E022441-50E3-47BD-BF6D-8843714E9A6C}" destId="{AF11FB39-5DF9-4783-9824-27917A779EF6}" srcOrd="2" destOrd="0" parTransId="{3FDEEFC7-4ED8-4427-A79C-1149D38AB9B0}" sibTransId="{DE3F5B43-7E63-49E3-8A23-03CE74A6624D}"/>
    <dgm:cxn modelId="{28C799BC-20AB-4E36-A9E7-8AD2B4F26702}" type="presOf" srcId="{A76E687E-CF94-4B0E-AECB-83F1FD32C337}" destId="{30604DC0-1436-4F45-AC96-0DBFFC648B97}" srcOrd="0" destOrd="0" presId="urn:microsoft.com/office/officeart/2005/8/layout/process3"/>
    <dgm:cxn modelId="{9CE9FED8-3A00-40E3-8C70-688A3B44E59A}" type="presOf" srcId="{94CA60D2-9F79-48B0-AE22-5D875BD23869}" destId="{6791D776-A47D-42F9-AEAE-E92BB39F532C}" srcOrd="0" destOrd="1" presId="urn:microsoft.com/office/officeart/2005/8/layout/process3"/>
    <dgm:cxn modelId="{F87CEBDD-EE20-4CCC-BE3D-E9C1EB0134AE}" type="presOf" srcId="{7E022441-50E3-47BD-BF6D-8843714E9A6C}" destId="{6229D4C2-E7F4-467C-9219-D2B8794D08C5}" srcOrd="0" destOrd="0" presId="urn:microsoft.com/office/officeart/2005/8/layout/process3"/>
    <dgm:cxn modelId="{B871DDE5-6AEF-4180-A465-0E27F77C0982}" type="presOf" srcId="{EDA6F5AB-C9F5-4298-999B-01B78A8038BB}" destId="{6791D776-A47D-42F9-AEAE-E92BB39F532C}" srcOrd="0" destOrd="0" presId="urn:microsoft.com/office/officeart/2005/8/layout/process3"/>
    <dgm:cxn modelId="{B9C376B9-4EF6-49A8-B111-2820A315FC91}" type="presParOf" srcId="{30604DC0-1436-4F45-AC96-0DBFFC648B97}" destId="{0572CCC9-E3A0-4678-8854-5E769FE4D7BC}" srcOrd="0" destOrd="0" presId="urn:microsoft.com/office/officeart/2005/8/layout/process3"/>
    <dgm:cxn modelId="{85E83D10-C70A-4649-8698-209AB9437A8E}" type="presParOf" srcId="{0572CCC9-E3A0-4678-8854-5E769FE4D7BC}" destId="{6229D4C2-E7F4-467C-9219-D2B8794D08C5}" srcOrd="0" destOrd="0" presId="urn:microsoft.com/office/officeart/2005/8/layout/process3"/>
    <dgm:cxn modelId="{E0ECB5C2-9DD7-4AA7-81CA-BB65F5B9F6F7}" type="presParOf" srcId="{0572CCC9-E3A0-4678-8854-5E769FE4D7BC}" destId="{4D85212A-F75B-45FE-8C36-F148E992B17D}" srcOrd="1" destOrd="0" presId="urn:microsoft.com/office/officeart/2005/8/layout/process3"/>
    <dgm:cxn modelId="{03F6DDB4-25E5-4242-9E66-365E627388C1}" type="presParOf" srcId="{0572CCC9-E3A0-4678-8854-5E769FE4D7BC}" destId="{6791D776-A47D-42F9-AEAE-E92BB39F532C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96726B1-4A41-46F7-83D4-8F7A06E2177E}" type="doc">
      <dgm:prSet loTypeId="urn:microsoft.com/office/officeart/2009/3/layout/StepUpProcess" loCatId="process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376E8285-9AF6-4CE0-A508-E22048EFC234}">
      <dgm:prSet phldrT="[Text]" custT="1"/>
      <dgm:spPr/>
      <dgm:t>
        <a:bodyPr/>
        <a:lstStyle/>
        <a:p>
          <a:r>
            <a:rPr lang="en-US" sz="1600" dirty="0" err="1"/>
            <a:t>Semoga</a:t>
          </a:r>
          <a:r>
            <a:rPr lang="en-US" sz="1600" dirty="0"/>
            <a:t> </a:t>
          </a:r>
          <a:r>
            <a:rPr lang="en-US" sz="1600" dirty="0" err="1"/>
            <a:t>ilmunya</a:t>
          </a:r>
          <a:r>
            <a:rPr lang="en-US" sz="1600" dirty="0"/>
            <a:t> </a:t>
          </a:r>
          <a:r>
            <a:rPr lang="en-US" sz="1600" dirty="0" err="1"/>
            <a:t>bermanfaat</a:t>
          </a:r>
          <a:r>
            <a:rPr lang="en-US" sz="1600" dirty="0"/>
            <a:t>.</a:t>
          </a:r>
        </a:p>
      </dgm:t>
    </dgm:pt>
    <dgm:pt modelId="{660CB2B3-DD32-48A3-9DC8-EBC7140C3BEC}" type="parTrans" cxnId="{C64C83B1-6CB5-4BF5-ABDD-DD502939C2BD}">
      <dgm:prSet/>
      <dgm:spPr/>
      <dgm:t>
        <a:bodyPr/>
        <a:lstStyle/>
        <a:p>
          <a:endParaRPr lang="en-US" sz="1600"/>
        </a:p>
      </dgm:t>
    </dgm:pt>
    <dgm:pt modelId="{5861F86C-A090-4B59-BEBF-38A9993FB0E7}" type="sibTrans" cxnId="{C64C83B1-6CB5-4BF5-ABDD-DD502939C2BD}">
      <dgm:prSet/>
      <dgm:spPr/>
      <dgm:t>
        <a:bodyPr/>
        <a:lstStyle/>
        <a:p>
          <a:endParaRPr lang="en-US" sz="1600"/>
        </a:p>
      </dgm:t>
    </dgm:pt>
    <dgm:pt modelId="{C0DBF704-87C4-495C-8476-124308F435A3}">
      <dgm:prSet phldrT="[Text]" custT="1"/>
      <dgm:spPr/>
      <dgm:t>
        <a:bodyPr/>
        <a:lstStyle/>
        <a:p>
          <a:r>
            <a:rPr lang="en-US" sz="1600" dirty="0" err="1"/>
            <a:t>Sampai</a:t>
          </a:r>
          <a:r>
            <a:rPr lang="en-US" sz="1600" dirty="0"/>
            <a:t> </a:t>
          </a:r>
          <a:r>
            <a:rPr lang="en-US" sz="1600" dirty="0" err="1"/>
            <a:t>berjumpa</a:t>
          </a:r>
          <a:r>
            <a:rPr lang="en-US" sz="1600" dirty="0"/>
            <a:t> </a:t>
          </a:r>
          <a:r>
            <a:rPr lang="en-US" sz="1600" dirty="0" err="1"/>
            <a:t>lagi</a:t>
          </a:r>
          <a:r>
            <a:rPr lang="en-US" sz="1600" dirty="0"/>
            <a:t> di </a:t>
          </a:r>
          <a:r>
            <a:rPr lang="en-US" sz="1600" dirty="0" err="1"/>
            <a:t>inisiasi</a:t>
          </a:r>
          <a:r>
            <a:rPr lang="en-US" sz="1600" dirty="0"/>
            <a:t> </a:t>
          </a:r>
          <a:r>
            <a:rPr lang="en-US" sz="1600" dirty="0" err="1"/>
            <a:t>berikutnya</a:t>
          </a:r>
          <a:r>
            <a:rPr lang="en-US" sz="1600" dirty="0"/>
            <a:t> </a:t>
          </a:r>
          <a:r>
            <a:rPr lang="en-US" sz="1600" dirty="0" err="1"/>
            <a:t>Struktur</a:t>
          </a:r>
          <a:r>
            <a:rPr lang="en-US" sz="1600" dirty="0"/>
            <a:t> Data</a:t>
          </a:r>
        </a:p>
      </dgm:t>
    </dgm:pt>
    <dgm:pt modelId="{957424C2-1652-4267-9B22-E8E64B6A938F}" type="parTrans" cxnId="{3B458A9F-E2CC-4361-8022-4A62A703F743}">
      <dgm:prSet/>
      <dgm:spPr/>
      <dgm:t>
        <a:bodyPr/>
        <a:lstStyle/>
        <a:p>
          <a:endParaRPr lang="en-US" sz="1600"/>
        </a:p>
      </dgm:t>
    </dgm:pt>
    <dgm:pt modelId="{3145A2C8-EBC8-4218-9208-8154C0FE7396}" type="sibTrans" cxnId="{3B458A9F-E2CC-4361-8022-4A62A703F743}">
      <dgm:prSet/>
      <dgm:spPr/>
      <dgm:t>
        <a:bodyPr/>
        <a:lstStyle/>
        <a:p>
          <a:endParaRPr lang="en-US" sz="1600"/>
        </a:p>
      </dgm:t>
    </dgm:pt>
    <dgm:pt modelId="{D26B2535-4A9F-4E42-9014-DA4C9B28E598}" type="pres">
      <dgm:prSet presAssocID="{596726B1-4A41-46F7-83D4-8F7A06E2177E}" presName="rootnode" presStyleCnt="0">
        <dgm:presLayoutVars>
          <dgm:chMax/>
          <dgm:chPref/>
          <dgm:dir/>
          <dgm:animLvl val="lvl"/>
        </dgm:presLayoutVars>
      </dgm:prSet>
      <dgm:spPr/>
    </dgm:pt>
    <dgm:pt modelId="{8C04BE91-C908-4196-A599-BD9EEDD1858A}" type="pres">
      <dgm:prSet presAssocID="{376E8285-9AF6-4CE0-A508-E22048EFC234}" presName="composite" presStyleCnt="0"/>
      <dgm:spPr/>
    </dgm:pt>
    <dgm:pt modelId="{257928BB-E10A-4FB9-A769-790FF4CE7EEA}" type="pres">
      <dgm:prSet presAssocID="{376E8285-9AF6-4CE0-A508-E22048EFC234}" presName="LShape" presStyleLbl="alignNode1" presStyleIdx="0" presStyleCnt="3"/>
      <dgm:spPr/>
    </dgm:pt>
    <dgm:pt modelId="{034CB31E-96EA-427C-99CE-001CD08227E5}" type="pres">
      <dgm:prSet presAssocID="{376E8285-9AF6-4CE0-A508-E22048EFC234}" presName="ParentText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86C0A7AD-E1E2-40C4-94BA-6677C720CDE0}" type="pres">
      <dgm:prSet presAssocID="{376E8285-9AF6-4CE0-A508-E22048EFC234}" presName="Triangle" presStyleLbl="alignNode1" presStyleIdx="1" presStyleCnt="3"/>
      <dgm:spPr/>
    </dgm:pt>
    <dgm:pt modelId="{330DF984-F85B-4F9C-A2DA-DE6A14930F48}" type="pres">
      <dgm:prSet presAssocID="{5861F86C-A090-4B59-BEBF-38A9993FB0E7}" presName="sibTrans" presStyleCnt="0"/>
      <dgm:spPr/>
    </dgm:pt>
    <dgm:pt modelId="{B212AA0B-168D-4105-85B3-945217B0FCA0}" type="pres">
      <dgm:prSet presAssocID="{5861F86C-A090-4B59-BEBF-38A9993FB0E7}" presName="space" presStyleCnt="0"/>
      <dgm:spPr/>
    </dgm:pt>
    <dgm:pt modelId="{2D38AA14-CFF0-4667-BC5F-76427C3276BB}" type="pres">
      <dgm:prSet presAssocID="{C0DBF704-87C4-495C-8476-124308F435A3}" presName="composite" presStyleCnt="0"/>
      <dgm:spPr/>
    </dgm:pt>
    <dgm:pt modelId="{2735098C-9475-4DE1-813A-F503B0485EDB}" type="pres">
      <dgm:prSet presAssocID="{C0DBF704-87C4-495C-8476-124308F435A3}" presName="LShape" presStyleLbl="alignNode1" presStyleIdx="2" presStyleCnt="3"/>
      <dgm:spPr/>
    </dgm:pt>
    <dgm:pt modelId="{DDD86BEE-E67D-4B30-B5E2-663820FC4B0E}" type="pres">
      <dgm:prSet presAssocID="{C0DBF704-87C4-495C-8476-124308F435A3}" presName="ParentText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404DA10D-BB54-4136-B3D6-21B3BBBE32A5}" type="presOf" srcId="{596726B1-4A41-46F7-83D4-8F7A06E2177E}" destId="{D26B2535-4A9F-4E42-9014-DA4C9B28E598}" srcOrd="0" destOrd="0" presId="urn:microsoft.com/office/officeart/2009/3/layout/StepUpProcess"/>
    <dgm:cxn modelId="{682BB452-F2B1-4C36-8371-E2F350FD90F7}" type="presOf" srcId="{C0DBF704-87C4-495C-8476-124308F435A3}" destId="{DDD86BEE-E67D-4B30-B5E2-663820FC4B0E}" srcOrd="0" destOrd="0" presId="urn:microsoft.com/office/officeart/2009/3/layout/StepUpProcess"/>
    <dgm:cxn modelId="{3B458A9F-E2CC-4361-8022-4A62A703F743}" srcId="{596726B1-4A41-46F7-83D4-8F7A06E2177E}" destId="{C0DBF704-87C4-495C-8476-124308F435A3}" srcOrd="1" destOrd="0" parTransId="{957424C2-1652-4267-9B22-E8E64B6A938F}" sibTransId="{3145A2C8-EBC8-4218-9208-8154C0FE7396}"/>
    <dgm:cxn modelId="{8B0C68AC-54BA-4DF0-9CC3-6414AC3D55BB}" type="presOf" srcId="{376E8285-9AF6-4CE0-A508-E22048EFC234}" destId="{034CB31E-96EA-427C-99CE-001CD08227E5}" srcOrd="0" destOrd="0" presId="urn:microsoft.com/office/officeart/2009/3/layout/StepUpProcess"/>
    <dgm:cxn modelId="{C64C83B1-6CB5-4BF5-ABDD-DD502939C2BD}" srcId="{596726B1-4A41-46F7-83D4-8F7A06E2177E}" destId="{376E8285-9AF6-4CE0-A508-E22048EFC234}" srcOrd="0" destOrd="0" parTransId="{660CB2B3-DD32-48A3-9DC8-EBC7140C3BEC}" sibTransId="{5861F86C-A090-4B59-BEBF-38A9993FB0E7}"/>
    <dgm:cxn modelId="{F6EBE218-A7D2-418F-9BFC-9F23655AE2B3}" type="presParOf" srcId="{D26B2535-4A9F-4E42-9014-DA4C9B28E598}" destId="{8C04BE91-C908-4196-A599-BD9EEDD1858A}" srcOrd="0" destOrd="0" presId="urn:microsoft.com/office/officeart/2009/3/layout/StepUpProcess"/>
    <dgm:cxn modelId="{026C0D6B-032D-4BBF-B686-697C9FE96F16}" type="presParOf" srcId="{8C04BE91-C908-4196-A599-BD9EEDD1858A}" destId="{257928BB-E10A-4FB9-A769-790FF4CE7EEA}" srcOrd="0" destOrd="0" presId="urn:microsoft.com/office/officeart/2009/3/layout/StepUpProcess"/>
    <dgm:cxn modelId="{EDBC14CE-F298-4A74-A01F-BEEC8549A80B}" type="presParOf" srcId="{8C04BE91-C908-4196-A599-BD9EEDD1858A}" destId="{034CB31E-96EA-427C-99CE-001CD08227E5}" srcOrd="1" destOrd="0" presId="urn:microsoft.com/office/officeart/2009/3/layout/StepUpProcess"/>
    <dgm:cxn modelId="{2EF16787-C572-4427-8E70-EC921DC4D491}" type="presParOf" srcId="{8C04BE91-C908-4196-A599-BD9EEDD1858A}" destId="{86C0A7AD-E1E2-40C4-94BA-6677C720CDE0}" srcOrd="2" destOrd="0" presId="urn:microsoft.com/office/officeart/2009/3/layout/StepUpProcess"/>
    <dgm:cxn modelId="{76FBCB22-6091-45A4-B4E7-6EB0A3F4413F}" type="presParOf" srcId="{D26B2535-4A9F-4E42-9014-DA4C9B28E598}" destId="{330DF984-F85B-4F9C-A2DA-DE6A14930F48}" srcOrd="1" destOrd="0" presId="urn:microsoft.com/office/officeart/2009/3/layout/StepUpProcess"/>
    <dgm:cxn modelId="{0E469D9F-573D-4EE6-A051-2F6E556F222D}" type="presParOf" srcId="{330DF984-F85B-4F9C-A2DA-DE6A14930F48}" destId="{B212AA0B-168D-4105-85B3-945217B0FCA0}" srcOrd="0" destOrd="0" presId="urn:microsoft.com/office/officeart/2009/3/layout/StepUpProcess"/>
    <dgm:cxn modelId="{F966C0A4-B74B-4F2C-9F96-55E77C1F4B85}" type="presParOf" srcId="{D26B2535-4A9F-4E42-9014-DA4C9B28E598}" destId="{2D38AA14-CFF0-4667-BC5F-76427C3276BB}" srcOrd="2" destOrd="0" presId="urn:microsoft.com/office/officeart/2009/3/layout/StepUpProcess"/>
    <dgm:cxn modelId="{62E8DC73-B19F-42FA-97CA-E396C4FC4ED0}" type="presParOf" srcId="{2D38AA14-CFF0-4667-BC5F-76427C3276BB}" destId="{2735098C-9475-4DE1-813A-F503B0485EDB}" srcOrd="0" destOrd="0" presId="urn:microsoft.com/office/officeart/2009/3/layout/StepUpProcess"/>
    <dgm:cxn modelId="{89D45E03-2310-4371-8D3C-FD7A975A48F3}" type="presParOf" srcId="{2D38AA14-CFF0-4667-BC5F-76427C3276BB}" destId="{DDD86BEE-E67D-4B30-B5E2-663820FC4B0E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633908-C1B7-42AD-88CD-6E3A27CB58A2}">
      <dsp:nvSpPr>
        <dsp:cNvPr id="0" name=""/>
        <dsp:cNvSpPr/>
      </dsp:nvSpPr>
      <dsp:spPr>
        <a:xfrm>
          <a:off x="498916" y="649222"/>
          <a:ext cx="1773170" cy="584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Stack </a:t>
          </a:r>
          <a:r>
            <a:rPr lang="en-US" sz="1800" kern="1200" dirty="0" err="1"/>
            <a:t>adalah</a:t>
          </a:r>
          <a:r>
            <a:rPr lang="en-US" sz="1800" kern="1200" dirty="0"/>
            <a:t> </a:t>
          </a:r>
          <a:r>
            <a:rPr lang="en-US" sz="1800" kern="1200" dirty="0" err="1"/>
            <a:t>kumpulan</a:t>
          </a:r>
          <a:r>
            <a:rPr lang="en-US" sz="1800" kern="1200" dirty="0"/>
            <a:t> </a:t>
          </a:r>
          <a:r>
            <a:rPr lang="en-US" sz="1800" kern="1200" dirty="0" err="1"/>
            <a:t>objek</a:t>
          </a:r>
          <a:endParaRPr lang="en-US" sz="1800" kern="1200" dirty="0"/>
        </a:p>
      </dsp:txBody>
      <dsp:txXfrm>
        <a:off x="498916" y="649222"/>
        <a:ext cx="1773170" cy="584340"/>
      </dsp:txXfrm>
    </dsp:sp>
    <dsp:sp modelId="{84286EEA-523A-4697-81CF-BBCD2546B67F}">
      <dsp:nvSpPr>
        <dsp:cNvPr id="0" name=""/>
        <dsp:cNvSpPr/>
      </dsp:nvSpPr>
      <dsp:spPr>
        <a:xfrm>
          <a:off x="496901" y="471502"/>
          <a:ext cx="141047" cy="14104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2D5B47-FF30-4677-9F45-642473B1568C}">
      <dsp:nvSpPr>
        <dsp:cNvPr id="0" name=""/>
        <dsp:cNvSpPr/>
      </dsp:nvSpPr>
      <dsp:spPr>
        <a:xfrm>
          <a:off x="595634" y="274035"/>
          <a:ext cx="141047" cy="14104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D51379-D2A7-4767-8A2F-7ED3A88AB28A}">
      <dsp:nvSpPr>
        <dsp:cNvPr id="0" name=""/>
        <dsp:cNvSpPr/>
      </dsp:nvSpPr>
      <dsp:spPr>
        <a:xfrm>
          <a:off x="832594" y="313529"/>
          <a:ext cx="221646" cy="22164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8B8B7F-2C3C-4AF3-8CC7-F38C64761DE1}">
      <dsp:nvSpPr>
        <dsp:cNvPr id="0" name=""/>
        <dsp:cNvSpPr/>
      </dsp:nvSpPr>
      <dsp:spPr>
        <a:xfrm>
          <a:off x="1030061" y="96315"/>
          <a:ext cx="141047" cy="14104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7836DD-1BA4-47E2-83EE-1A04EB1A5A02}">
      <dsp:nvSpPr>
        <dsp:cNvPr id="0" name=""/>
        <dsp:cNvSpPr/>
      </dsp:nvSpPr>
      <dsp:spPr>
        <a:xfrm>
          <a:off x="1286768" y="17329"/>
          <a:ext cx="141047" cy="14104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D1D5CF-2290-437B-A888-EDF95BBB4C4F}">
      <dsp:nvSpPr>
        <dsp:cNvPr id="0" name=""/>
        <dsp:cNvSpPr/>
      </dsp:nvSpPr>
      <dsp:spPr>
        <a:xfrm>
          <a:off x="1602715" y="155555"/>
          <a:ext cx="141047" cy="14104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404568-02A4-44E9-9618-E956219D7C99}">
      <dsp:nvSpPr>
        <dsp:cNvPr id="0" name=""/>
        <dsp:cNvSpPr/>
      </dsp:nvSpPr>
      <dsp:spPr>
        <a:xfrm>
          <a:off x="1800181" y="254289"/>
          <a:ext cx="221646" cy="22164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44FE6C-8730-4F33-A87A-BAC6845EB066}">
      <dsp:nvSpPr>
        <dsp:cNvPr id="0" name=""/>
        <dsp:cNvSpPr/>
      </dsp:nvSpPr>
      <dsp:spPr>
        <a:xfrm>
          <a:off x="2076635" y="471502"/>
          <a:ext cx="141047" cy="14104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842B94-9C51-4C8A-81BE-18A66FB6205D}">
      <dsp:nvSpPr>
        <dsp:cNvPr id="0" name=""/>
        <dsp:cNvSpPr/>
      </dsp:nvSpPr>
      <dsp:spPr>
        <a:xfrm>
          <a:off x="2195115" y="688715"/>
          <a:ext cx="141047" cy="14104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CF95D7-BC50-4857-87E8-B3C094526DD3}">
      <dsp:nvSpPr>
        <dsp:cNvPr id="0" name=""/>
        <dsp:cNvSpPr/>
      </dsp:nvSpPr>
      <dsp:spPr>
        <a:xfrm>
          <a:off x="1168288" y="274035"/>
          <a:ext cx="362693" cy="36269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E479B6-838F-4B49-9DD5-6FD35F0D6A18}">
      <dsp:nvSpPr>
        <dsp:cNvPr id="0" name=""/>
        <dsp:cNvSpPr/>
      </dsp:nvSpPr>
      <dsp:spPr>
        <a:xfrm>
          <a:off x="398168" y="1024409"/>
          <a:ext cx="141047" cy="14104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2F5F10-A144-4AF9-9300-C99563C80E07}">
      <dsp:nvSpPr>
        <dsp:cNvPr id="0" name=""/>
        <dsp:cNvSpPr/>
      </dsp:nvSpPr>
      <dsp:spPr>
        <a:xfrm>
          <a:off x="516648" y="1202129"/>
          <a:ext cx="221646" cy="22164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46B9B7-4C3E-4C26-A6DC-E340FB43A380}">
      <dsp:nvSpPr>
        <dsp:cNvPr id="0" name=""/>
        <dsp:cNvSpPr/>
      </dsp:nvSpPr>
      <dsp:spPr>
        <a:xfrm>
          <a:off x="812848" y="1360102"/>
          <a:ext cx="322394" cy="32239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F986D4-E43B-4685-B9E4-54C4E843E41B}">
      <dsp:nvSpPr>
        <dsp:cNvPr id="0" name=""/>
        <dsp:cNvSpPr/>
      </dsp:nvSpPr>
      <dsp:spPr>
        <a:xfrm>
          <a:off x="1227528" y="1616809"/>
          <a:ext cx="141047" cy="14104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91ACEC-BEB5-470D-8A7B-C553E9EA47D1}">
      <dsp:nvSpPr>
        <dsp:cNvPr id="0" name=""/>
        <dsp:cNvSpPr/>
      </dsp:nvSpPr>
      <dsp:spPr>
        <a:xfrm>
          <a:off x="1306515" y="1360102"/>
          <a:ext cx="221646" cy="22164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8E8968-0F5B-4C85-9ACC-7EF181A44932}">
      <dsp:nvSpPr>
        <dsp:cNvPr id="0" name=""/>
        <dsp:cNvSpPr/>
      </dsp:nvSpPr>
      <dsp:spPr>
        <a:xfrm>
          <a:off x="1503981" y="1636556"/>
          <a:ext cx="141047" cy="14104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A5D616-CEB4-498B-BEE1-8391DF849A87}">
      <dsp:nvSpPr>
        <dsp:cNvPr id="0" name=""/>
        <dsp:cNvSpPr/>
      </dsp:nvSpPr>
      <dsp:spPr>
        <a:xfrm>
          <a:off x="1681701" y="1320609"/>
          <a:ext cx="322394" cy="32239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AB2EEC-5413-4525-BA99-3828EED08686}">
      <dsp:nvSpPr>
        <dsp:cNvPr id="0" name=""/>
        <dsp:cNvSpPr/>
      </dsp:nvSpPr>
      <dsp:spPr>
        <a:xfrm>
          <a:off x="2116128" y="1241622"/>
          <a:ext cx="221646" cy="22164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B7340A-DCBF-40C2-AC99-C1150B4E87BF}">
      <dsp:nvSpPr>
        <dsp:cNvPr id="0" name=""/>
        <dsp:cNvSpPr/>
      </dsp:nvSpPr>
      <dsp:spPr>
        <a:xfrm>
          <a:off x="0" y="0"/>
          <a:ext cx="2287210" cy="9610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Panjang</a:t>
          </a:r>
          <a:r>
            <a:rPr lang="en-US" sz="1800" kern="1200" dirty="0"/>
            <a:t> Data = 0 … t</a:t>
          </a:r>
        </a:p>
      </dsp:txBody>
      <dsp:txXfrm>
        <a:off x="28147" y="28147"/>
        <a:ext cx="2230916" cy="9047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F72CE0-0A76-4F93-996B-10F12DA52DAB}">
      <dsp:nvSpPr>
        <dsp:cNvPr id="0" name=""/>
        <dsp:cNvSpPr/>
      </dsp:nvSpPr>
      <dsp:spPr>
        <a:xfrm>
          <a:off x="0" y="0"/>
          <a:ext cx="2526092" cy="97785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Input data stack di array</a:t>
          </a:r>
        </a:p>
      </dsp:txBody>
      <dsp:txXfrm>
        <a:off x="28640" y="28640"/>
        <a:ext cx="2468812" cy="9205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B7340A-DCBF-40C2-AC99-C1150B4E87BF}">
      <dsp:nvSpPr>
        <dsp:cNvPr id="0" name=""/>
        <dsp:cNvSpPr/>
      </dsp:nvSpPr>
      <dsp:spPr>
        <a:xfrm>
          <a:off x="0" y="0"/>
          <a:ext cx="2670719" cy="97785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Panjang</a:t>
          </a:r>
          <a:r>
            <a:rPr lang="en-US" sz="1800" kern="1200" dirty="0"/>
            <a:t> Array = 0 … N-1</a:t>
          </a:r>
        </a:p>
      </dsp:txBody>
      <dsp:txXfrm>
        <a:off x="28640" y="28640"/>
        <a:ext cx="2613439" cy="92057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604B8D-6699-465C-9C4A-0F5AE9281AAE}">
      <dsp:nvSpPr>
        <dsp:cNvPr id="0" name=""/>
        <dsp:cNvSpPr/>
      </dsp:nvSpPr>
      <dsp:spPr>
        <a:xfrm>
          <a:off x="0" y="142818"/>
          <a:ext cx="4735081" cy="133999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operasi</a:t>
          </a:r>
          <a:r>
            <a:rPr lang="en-US" sz="2300" kern="1200" dirty="0"/>
            <a:t> – </a:t>
          </a:r>
          <a:r>
            <a:rPr lang="en-US" sz="2300" kern="1200" dirty="0" err="1"/>
            <a:t>operasi</a:t>
          </a:r>
          <a:r>
            <a:rPr lang="en-US" sz="2300" kern="1200" dirty="0"/>
            <a:t> yang </a:t>
          </a:r>
          <a:r>
            <a:rPr lang="en-US" sz="2300" kern="1200" dirty="0" err="1"/>
            <a:t>dapat</a:t>
          </a:r>
          <a:r>
            <a:rPr lang="en-US" sz="2300" kern="1200" dirty="0"/>
            <a:t> </a:t>
          </a:r>
          <a:r>
            <a:rPr lang="en-US" sz="2300" kern="1200" dirty="0" err="1"/>
            <a:t>diimplementasikan</a:t>
          </a:r>
          <a:r>
            <a:rPr lang="en-US" sz="2300" kern="1200" dirty="0"/>
            <a:t> </a:t>
          </a:r>
          <a:r>
            <a:rPr lang="en-US" sz="2300" kern="1200" dirty="0" err="1"/>
            <a:t>pada</a:t>
          </a:r>
          <a:r>
            <a:rPr lang="en-US" sz="2300" kern="1200" dirty="0"/>
            <a:t> stack, </a:t>
          </a:r>
          <a:r>
            <a:rPr lang="en-US" sz="2300" kern="1200" dirty="0" err="1"/>
            <a:t>yaitu</a:t>
          </a:r>
          <a:r>
            <a:rPr lang="en-US" sz="2300" kern="1200" dirty="0"/>
            <a:t>:</a:t>
          </a:r>
        </a:p>
      </dsp:txBody>
      <dsp:txXfrm>
        <a:off x="0" y="142818"/>
        <a:ext cx="4735081" cy="893331"/>
      </dsp:txXfrm>
    </dsp:sp>
    <dsp:sp modelId="{F4144821-C195-4AA9-8537-9196BE4B0364}">
      <dsp:nvSpPr>
        <dsp:cNvPr id="0" name=""/>
        <dsp:cNvSpPr/>
      </dsp:nvSpPr>
      <dsp:spPr>
        <a:xfrm>
          <a:off x="969836" y="1036150"/>
          <a:ext cx="4735081" cy="2484000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push(e) : </a:t>
          </a:r>
          <a:r>
            <a:rPr lang="en-US" sz="2300" kern="1200" dirty="0" err="1"/>
            <a:t>Menambahkan</a:t>
          </a:r>
          <a:r>
            <a:rPr lang="en-US" sz="2300" kern="1200" dirty="0"/>
            <a:t> </a:t>
          </a:r>
          <a:r>
            <a:rPr lang="en-US" sz="2300" kern="1200" dirty="0" err="1"/>
            <a:t>elemen</a:t>
          </a:r>
          <a:r>
            <a:rPr lang="en-US" sz="2300" kern="1200" dirty="0"/>
            <a:t> e </a:t>
          </a:r>
          <a:r>
            <a:rPr lang="en-US" sz="2300" kern="1200" dirty="0" err="1"/>
            <a:t>pada</a:t>
          </a:r>
          <a:r>
            <a:rPr lang="en-US" sz="2300" kern="1200" dirty="0"/>
            <a:t> stack paling </a:t>
          </a:r>
          <a:r>
            <a:rPr lang="en-US" sz="2300" kern="1200" dirty="0" err="1"/>
            <a:t>atas</a:t>
          </a:r>
          <a:r>
            <a:rPr lang="en-US" sz="2300" kern="1200" dirty="0"/>
            <a:t>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pop() : </a:t>
          </a:r>
          <a:r>
            <a:rPr lang="en-US" sz="2300" kern="1200" dirty="0" err="1"/>
            <a:t>Menghapus</a:t>
          </a:r>
          <a:r>
            <a:rPr lang="en-US" sz="2300" kern="1200" dirty="0"/>
            <a:t> </a:t>
          </a:r>
          <a:r>
            <a:rPr lang="en-US" sz="2300" kern="1200" dirty="0" err="1"/>
            <a:t>dan</a:t>
          </a:r>
          <a:r>
            <a:rPr lang="en-US" sz="2300" kern="1200" dirty="0"/>
            <a:t> </a:t>
          </a:r>
          <a:r>
            <a:rPr lang="en-US" sz="2300" kern="1200" dirty="0" err="1"/>
            <a:t>mengembalikan</a:t>
          </a:r>
          <a:r>
            <a:rPr lang="en-US" sz="2300" kern="1200" dirty="0"/>
            <a:t> </a:t>
          </a:r>
          <a:r>
            <a:rPr lang="en-US" sz="2300" kern="1200" dirty="0" err="1"/>
            <a:t>elemen</a:t>
          </a:r>
          <a:r>
            <a:rPr lang="en-US" sz="2300" kern="1200" dirty="0"/>
            <a:t> </a:t>
          </a:r>
          <a:r>
            <a:rPr lang="en-US" sz="2300" kern="1200" dirty="0" err="1"/>
            <a:t>teratas</a:t>
          </a:r>
          <a:r>
            <a:rPr lang="en-US" sz="2300" kern="1200" dirty="0"/>
            <a:t> </a:t>
          </a:r>
          <a:r>
            <a:rPr lang="en-US" sz="2300" kern="1200" dirty="0" err="1"/>
            <a:t>dari</a:t>
          </a:r>
          <a:r>
            <a:rPr lang="en-US" sz="2300" kern="1200" dirty="0"/>
            <a:t> stack. (</a:t>
          </a:r>
          <a:r>
            <a:rPr lang="en-US" sz="2300" kern="1200" dirty="0" err="1"/>
            <a:t>bernilai</a:t>
          </a:r>
          <a:r>
            <a:rPr lang="en-US" sz="2300" kern="1200" dirty="0"/>
            <a:t> null </a:t>
          </a:r>
          <a:r>
            <a:rPr lang="en-US" sz="2300" kern="1200" dirty="0" err="1"/>
            <a:t>jika</a:t>
          </a:r>
          <a:r>
            <a:rPr lang="en-US" sz="2300" kern="1200" dirty="0"/>
            <a:t> stack </a:t>
          </a:r>
          <a:r>
            <a:rPr lang="en-US" sz="2300" kern="1200" dirty="0" err="1"/>
            <a:t>tersebut</a:t>
          </a:r>
          <a:r>
            <a:rPr lang="en-US" sz="2300" kern="1200" dirty="0"/>
            <a:t> </a:t>
          </a:r>
          <a:r>
            <a:rPr lang="en-US" sz="2300" kern="1200" dirty="0" err="1"/>
            <a:t>tidak</a:t>
          </a:r>
          <a:r>
            <a:rPr lang="en-US" sz="2300" kern="1200" dirty="0"/>
            <a:t> </a:t>
          </a:r>
          <a:r>
            <a:rPr lang="en-US" sz="2300" kern="1200" dirty="0" err="1"/>
            <a:t>memiliki</a:t>
          </a:r>
          <a:r>
            <a:rPr lang="en-US" sz="2300" kern="1200" dirty="0"/>
            <a:t> </a:t>
          </a:r>
          <a:r>
            <a:rPr lang="en-US" sz="2300" kern="1200" dirty="0" err="1"/>
            <a:t>elemen</a:t>
          </a:r>
          <a:r>
            <a:rPr lang="en-US" sz="2300" kern="1200" dirty="0"/>
            <a:t>).</a:t>
          </a:r>
        </a:p>
      </dsp:txBody>
      <dsp:txXfrm>
        <a:off x="1042590" y="1108904"/>
        <a:ext cx="4589573" cy="233849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85212A-F75B-45FE-8C36-F148E992B17D}">
      <dsp:nvSpPr>
        <dsp:cNvPr id="0" name=""/>
        <dsp:cNvSpPr/>
      </dsp:nvSpPr>
      <dsp:spPr>
        <a:xfrm>
          <a:off x="0" y="41134"/>
          <a:ext cx="4415721" cy="147953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Selain</a:t>
          </a:r>
          <a:r>
            <a:rPr lang="en-US" sz="1800" kern="1200" dirty="0"/>
            <a:t> </a:t>
          </a:r>
          <a:r>
            <a:rPr lang="en-US" sz="1800" kern="1200" dirty="0" err="1"/>
            <a:t>kedua</a:t>
          </a:r>
          <a:r>
            <a:rPr lang="en-US" sz="1800" kern="1200" dirty="0"/>
            <a:t> </a:t>
          </a:r>
          <a:r>
            <a:rPr lang="en-US" sz="1800" kern="1200" dirty="0" err="1"/>
            <a:t>perintah</a:t>
          </a:r>
          <a:r>
            <a:rPr lang="en-US" sz="1800" kern="1200" dirty="0"/>
            <a:t> </a:t>
          </a:r>
          <a:r>
            <a:rPr lang="en-US" sz="1800" kern="1200" dirty="0" err="1"/>
            <a:t>tersebut</a:t>
          </a:r>
          <a:r>
            <a:rPr lang="en-US" sz="1800" kern="1200" dirty="0"/>
            <a:t>, stack </a:t>
          </a:r>
          <a:r>
            <a:rPr lang="en-US" sz="1800" kern="1200" dirty="0" err="1"/>
            <a:t>mendukung</a:t>
          </a:r>
          <a:r>
            <a:rPr lang="en-US" sz="1800" kern="1200" dirty="0"/>
            <a:t> </a:t>
          </a:r>
          <a:r>
            <a:rPr lang="en-US" sz="1800" kern="1200" dirty="0" err="1"/>
            <a:t>metode</a:t>
          </a:r>
          <a:r>
            <a:rPr lang="en-US" sz="1800" kern="1200" dirty="0"/>
            <a:t> accessor </a:t>
          </a:r>
          <a:r>
            <a:rPr lang="en-US" sz="1800" kern="1200" dirty="0" err="1"/>
            <a:t>seperti</a:t>
          </a:r>
          <a:r>
            <a:rPr lang="en-US" sz="1800" kern="1200" dirty="0"/>
            <a:t> </a:t>
          </a:r>
          <a:r>
            <a:rPr lang="en-US" sz="1800" kern="1200" dirty="0" err="1"/>
            <a:t>berikut</a:t>
          </a:r>
          <a:r>
            <a:rPr lang="en-US" sz="1800" kern="1200" dirty="0"/>
            <a:t>:</a:t>
          </a:r>
        </a:p>
      </dsp:txBody>
      <dsp:txXfrm>
        <a:off x="0" y="41134"/>
        <a:ext cx="4415721" cy="986358"/>
      </dsp:txXfrm>
    </dsp:sp>
    <dsp:sp modelId="{6791D776-A47D-42F9-AEAE-E92BB39F532C}">
      <dsp:nvSpPr>
        <dsp:cNvPr id="0" name=""/>
        <dsp:cNvSpPr/>
      </dsp:nvSpPr>
      <dsp:spPr>
        <a:xfrm>
          <a:off x="904424" y="1027492"/>
          <a:ext cx="4415721" cy="2786400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top()	: </a:t>
          </a:r>
          <a:r>
            <a:rPr lang="en-US" sz="1800" kern="1200" dirty="0" err="1"/>
            <a:t>Mengembalikan</a:t>
          </a:r>
          <a:r>
            <a:rPr lang="en-US" sz="1800" kern="1200" dirty="0"/>
            <a:t> </a:t>
          </a:r>
          <a:r>
            <a:rPr lang="en-US" sz="1800" kern="1200" dirty="0" err="1"/>
            <a:t>elemen</a:t>
          </a:r>
          <a:r>
            <a:rPr lang="en-US" sz="1800" kern="1200" dirty="0"/>
            <a:t> </a:t>
          </a:r>
          <a:r>
            <a:rPr lang="en-US" sz="1800" kern="1200" dirty="0" err="1"/>
            <a:t>ke</a:t>
          </a:r>
          <a:r>
            <a:rPr lang="en-US" sz="1800" kern="1200" dirty="0"/>
            <a:t> </a:t>
          </a:r>
          <a:r>
            <a:rPr lang="en-US" sz="1800" kern="1200" dirty="0" err="1"/>
            <a:t>posisi</a:t>
          </a:r>
          <a:r>
            <a:rPr lang="en-US" sz="1800" kern="1200" dirty="0"/>
            <a:t> </a:t>
          </a:r>
          <a:r>
            <a:rPr lang="en-US" sz="1800" kern="1200" dirty="0" err="1"/>
            <a:t>teratas</a:t>
          </a:r>
          <a:r>
            <a:rPr lang="en-US" sz="1800" kern="1200" dirty="0"/>
            <a:t>, </a:t>
          </a:r>
          <a:r>
            <a:rPr lang="en-US" sz="1800" kern="1200" dirty="0" err="1"/>
            <a:t>tanpa</a:t>
          </a:r>
          <a:r>
            <a:rPr lang="en-US" sz="1800" kern="1200" dirty="0"/>
            <a:t> </a:t>
          </a:r>
          <a:r>
            <a:rPr lang="en-US" sz="1800" kern="1200" dirty="0" err="1"/>
            <a:t>melakukan</a:t>
          </a:r>
          <a:r>
            <a:rPr lang="en-US" sz="1800" kern="1200" dirty="0"/>
            <a:t> </a:t>
          </a:r>
          <a:r>
            <a:rPr lang="en-US" sz="1800" kern="1200" dirty="0" err="1"/>
            <a:t>penghapusan</a:t>
          </a:r>
          <a:r>
            <a:rPr lang="en-US" sz="1800" kern="1200" dirty="0"/>
            <a:t> </a:t>
          </a:r>
          <a:r>
            <a:rPr lang="en-US" sz="1800" kern="1200" dirty="0" err="1"/>
            <a:t>terhadap</a:t>
          </a:r>
          <a:r>
            <a:rPr lang="en-US" sz="1800" kern="1200" dirty="0"/>
            <a:t> </a:t>
          </a:r>
          <a:r>
            <a:rPr lang="en-US" sz="1800" kern="1200" dirty="0" err="1"/>
            <a:t>elemen</a:t>
          </a:r>
          <a:r>
            <a:rPr lang="en-US" sz="1800" kern="1200" dirty="0"/>
            <a:t> </a:t>
          </a:r>
          <a:r>
            <a:rPr lang="en-US" sz="1800" kern="1200" dirty="0" err="1"/>
            <a:t>tersebut</a:t>
          </a:r>
          <a:r>
            <a:rPr lang="en-US" sz="1800" kern="1200" dirty="0"/>
            <a:t>. (</a:t>
          </a:r>
          <a:r>
            <a:rPr lang="en-US" sz="1800" kern="1200" dirty="0" err="1"/>
            <a:t>bernilai</a:t>
          </a:r>
          <a:r>
            <a:rPr lang="en-US" sz="1800" kern="1200" dirty="0"/>
            <a:t> null </a:t>
          </a:r>
          <a:r>
            <a:rPr lang="en-US" sz="1800" kern="1200" dirty="0" err="1"/>
            <a:t>jika</a:t>
          </a:r>
          <a:r>
            <a:rPr lang="en-US" sz="1800" kern="1200" dirty="0"/>
            <a:t> stack </a:t>
          </a:r>
          <a:r>
            <a:rPr lang="en-US" sz="1800" kern="1200" dirty="0" err="1"/>
            <a:t>tersebut</a:t>
          </a:r>
          <a:r>
            <a:rPr lang="en-US" sz="1800" kern="1200" dirty="0"/>
            <a:t> </a:t>
          </a:r>
          <a:r>
            <a:rPr lang="en-US" sz="1800" kern="1200" dirty="0" err="1"/>
            <a:t>tidak</a:t>
          </a:r>
          <a:r>
            <a:rPr lang="en-US" sz="1800" kern="1200" dirty="0"/>
            <a:t> </a:t>
          </a:r>
          <a:r>
            <a:rPr lang="en-US" sz="1800" kern="1200" dirty="0" err="1"/>
            <a:t>memiliki</a:t>
          </a:r>
          <a:r>
            <a:rPr lang="en-US" sz="1800" kern="1200" dirty="0"/>
            <a:t> </a:t>
          </a:r>
          <a:r>
            <a:rPr lang="en-US" sz="1800" kern="1200" dirty="0" err="1"/>
            <a:t>elemen</a:t>
          </a:r>
          <a:r>
            <a:rPr lang="en-US" sz="1800" kern="1200" dirty="0"/>
            <a:t>).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size()	: </a:t>
          </a:r>
          <a:r>
            <a:rPr lang="en-US" sz="1800" kern="1200" dirty="0" err="1"/>
            <a:t>Mengembalikan</a:t>
          </a:r>
          <a:r>
            <a:rPr lang="en-US" sz="1800" kern="1200" dirty="0"/>
            <a:t> </a:t>
          </a:r>
          <a:r>
            <a:rPr lang="en-US" sz="1800" kern="1200" dirty="0" err="1"/>
            <a:t>urutan</a:t>
          </a:r>
          <a:r>
            <a:rPr lang="en-US" sz="1800" kern="1200" dirty="0"/>
            <a:t> </a:t>
          </a:r>
          <a:r>
            <a:rPr lang="en-US" sz="1800" kern="1200" dirty="0" err="1"/>
            <a:t>elemen</a:t>
          </a:r>
          <a:r>
            <a:rPr lang="en-US" sz="1800" kern="1200" dirty="0"/>
            <a:t> </a:t>
          </a:r>
          <a:r>
            <a:rPr lang="en-US" sz="1800" kern="1200" dirty="0" err="1"/>
            <a:t>kedalam</a:t>
          </a:r>
          <a:r>
            <a:rPr lang="en-US" sz="1800" kern="1200" dirty="0"/>
            <a:t> stack.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/>
            <a:t>isEmpty</a:t>
          </a:r>
          <a:r>
            <a:rPr lang="en-US" sz="1800" kern="1200" dirty="0"/>
            <a:t>(): </a:t>
          </a:r>
          <a:r>
            <a:rPr lang="en-US" sz="1800" kern="1200" dirty="0" err="1"/>
            <a:t>Mengembalikan</a:t>
          </a:r>
          <a:r>
            <a:rPr lang="en-US" sz="1800" kern="1200" dirty="0"/>
            <a:t> </a:t>
          </a:r>
          <a:r>
            <a:rPr lang="en-US" sz="1800" kern="1200" dirty="0" err="1"/>
            <a:t>nilai</a:t>
          </a:r>
          <a:r>
            <a:rPr lang="en-US" sz="1800" kern="1200" dirty="0"/>
            <a:t> </a:t>
          </a:r>
          <a:r>
            <a:rPr lang="en-US" sz="1800" kern="1200" dirty="0" err="1"/>
            <a:t>boolean</a:t>
          </a:r>
          <a:r>
            <a:rPr lang="en-US" sz="1800" kern="1200" dirty="0"/>
            <a:t> </a:t>
          </a:r>
          <a:r>
            <a:rPr lang="en-US" sz="1800" kern="1200" dirty="0" err="1"/>
            <a:t>jika</a:t>
          </a:r>
          <a:r>
            <a:rPr lang="en-US" sz="1800" kern="1200" dirty="0"/>
            <a:t> stack </a:t>
          </a:r>
          <a:r>
            <a:rPr lang="en-US" sz="1800" kern="1200" dirty="0" err="1"/>
            <a:t>dalam</a:t>
          </a:r>
          <a:r>
            <a:rPr lang="en-US" sz="1800" kern="1200" dirty="0"/>
            <a:t> </a:t>
          </a:r>
          <a:r>
            <a:rPr lang="en-US" sz="1800" kern="1200" dirty="0" err="1"/>
            <a:t>keadaan</a:t>
          </a:r>
          <a:r>
            <a:rPr lang="en-US" sz="1800" kern="1200" dirty="0"/>
            <a:t> </a:t>
          </a:r>
          <a:r>
            <a:rPr lang="en-US" sz="1800" kern="1200" dirty="0" err="1"/>
            <a:t>kosong</a:t>
          </a:r>
          <a:r>
            <a:rPr lang="en-US" sz="1800" kern="1200" dirty="0"/>
            <a:t>.</a:t>
          </a:r>
        </a:p>
      </dsp:txBody>
      <dsp:txXfrm>
        <a:off x="986035" y="1109103"/>
        <a:ext cx="4252499" cy="262317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7928BB-E10A-4FB9-A769-790FF4CE7EEA}">
      <dsp:nvSpPr>
        <dsp:cNvPr id="0" name=""/>
        <dsp:cNvSpPr/>
      </dsp:nvSpPr>
      <dsp:spPr>
        <a:xfrm rot="5400000">
          <a:off x="1947710" y="160678"/>
          <a:ext cx="1298506" cy="2160685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34CB31E-96EA-427C-99CE-001CD08227E5}">
      <dsp:nvSpPr>
        <dsp:cNvPr id="0" name=""/>
        <dsp:cNvSpPr/>
      </dsp:nvSpPr>
      <dsp:spPr>
        <a:xfrm>
          <a:off x="1730957" y="806257"/>
          <a:ext cx="1950678" cy="170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Semoga</a:t>
          </a:r>
          <a:r>
            <a:rPr lang="en-US" sz="1600" kern="1200" dirty="0"/>
            <a:t> </a:t>
          </a:r>
          <a:r>
            <a:rPr lang="en-US" sz="1600" kern="1200" dirty="0" err="1"/>
            <a:t>ilmunya</a:t>
          </a:r>
          <a:r>
            <a:rPr lang="en-US" sz="1600" kern="1200" dirty="0"/>
            <a:t> </a:t>
          </a:r>
          <a:r>
            <a:rPr lang="en-US" sz="1600" kern="1200" dirty="0" err="1"/>
            <a:t>bermanfaat</a:t>
          </a:r>
          <a:r>
            <a:rPr lang="en-US" sz="1600" kern="1200" dirty="0"/>
            <a:t>.</a:t>
          </a:r>
        </a:p>
      </dsp:txBody>
      <dsp:txXfrm>
        <a:off x="1730957" y="806257"/>
        <a:ext cx="1950678" cy="1709884"/>
      </dsp:txXfrm>
    </dsp:sp>
    <dsp:sp modelId="{86C0A7AD-E1E2-40C4-94BA-6677C720CDE0}">
      <dsp:nvSpPr>
        <dsp:cNvPr id="0" name=""/>
        <dsp:cNvSpPr/>
      </dsp:nvSpPr>
      <dsp:spPr>
        <a:xfrm>
          <a:off x="3313583" y="1606"/>
          <a:ext cx="368052" cy="368052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4">
                <a:hueOff val="5197846"/>
                <a:satOff val="-23984"/>
                <a:lumOff val="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5197846"/>
                <a:satOff val="-23984"/>
                <a:lumOff val="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5197846"/>
                <a:satOff val="-23984"/>
                <a:lumOff val="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35098C-9475-4DE1-813A-F503B0485EDB}">
      <dsp:nvSpPr>
        <dsp:cNvPr id="0" name=""/>
        <dsp:cNvSpPr/>
      </dsp:nvSpPr>
      <dsp:spPr>
        <a:xfrm rot="5400000">
          <a:off x="4335722" y="-430237"/>
          <a:ext cx="1298506" cy="2160685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4">
                <a:hueOff val="10395692"/>
                <a:satOff val="-47968"/>
                <a:lumOff val="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10395692"/>
                <a:satOff val="-47968"/>
                <a:lumOff val="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10395692"/>
                <a:satOff val="-47968"/>
                <a:lumOff val="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DD86BEE-E67D-4B30-B5E2-663820FC4B0E}">
      <dsp:nvSpPr>
        <dsp:cNvPr id="0" name=""/>
        <dsp:cNvSpPr/>
      </dsp:nvSpPr>
      <dsp:spPr>
        <a:xfrm>
          <a:off x="4118969" y="215341"/>
          <a:ext cx="1950678" cy="170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Sampai</a:t>
          </a:r>
          <a:r>
            <a:rPr lang="en-US" sz="1600" kern="1200" dirty="0"/>
            <a:t> </a:t>
          </a:r>
          <a:r>
            <a:rPr lang="en-US" sz="1600" kern="1200" dirty="0" err="1"/>
            <a:t>berjumpa</a:t>
          </a:r>
          <a:r>
            <a:rPr lang="en-US" sz="1600" kern="1200" dirty="0"/>
            <a:t> </a:t>
          </a:r>
          <a:r>
            <a:rPr lang="en-US" sz="1600" kern="1200" dirty="0" err="1"/>
            <a:t>lagi</a:t>
          </a:r>
          <a:r>
            <a:rPr lang="en-US" sz="1600" kern="1200" dirty="0"/>
            <a:t> di </a:t>
          </a:r>
          <a:r>
            <a:rPr lang="en-US" sz="1600" kern="1200" dirty="0" err="1"/>
            <a:t>inisiasi</a:t>
          </a:r>
          <a:r>
            <a:rPr lang="en-US" sz="1600" kern="1200" dirty="0"/>
            <a:t> </a:t>
          </a:r>
          <a:r>
            <a:rPr lang="en-US" sz="1600" kern="1200" dirty="0" err="1"/>
            <a:t>berikutnya</a:t>
          </a:r>
          <a:r>
            <a:rPr lang="en-US" sz="1600" kern="1200" dirty="0"/>
            <a:t> </a:t>
          </a:r>
          <a:r>
            <a:rPr lang="en-US" sz="1600" kern="1200" dirty="0" err="1"/>
            <a:t>Struktur</a:t>
          </a:r>
          <a:r>
            <a:rPr lang="en-US" sz="1600" kern="1200" dirty="0"/>
            <a:t> Data</a:t>
          </a:r>
        </a:p>
      </dsp:txBody>
      <dsp:txXfrm>
        <a:off x="4118969" y="215341"/>
        <a:ext cx="1950678" cy="17098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chitecture">
  <dgm:title val="Architecture Layout"/>
  <dgm:desc val="Use to show hierarchical relationships that build from the bottom up. This layout works well for showing architectural components or objects that build on other objects."/>
  <dgm:catLst>
    <dgm:cat type="hierarchy" pri="4500"/>
    <dgm:cat type="list" pri="24500"/>
    <dgm:cat type="relationship" pri="10500"/>
    <dgm:cat type="officeonline" pri="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b"/>
        </dgm:alg>
      </dgm:if>
      <dgm:else name="Name3">
        <dgm:alg type="lin">
          <dgm:param type="linDir" val="fromR"/>
          <dgm:param type="nodeVertAlign" val="b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B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b"/>
              </dgm:alg>
            </dgm:if>
            <dgm:else name="Name10">
              <dgm:alg type="lin">
                <dgm:param type="linDir" val="fromR"/>
                <dgm:param type="nodeVertAlign" val="b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B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b"/>
                    </dgm:alg>
                  </dgm:if>
                  <dgm:else name="Name17">
                    <dgm:alg type="lin">
                      <dgm:param type="linDir" val="fromR"/>
                      <dgm:param type="nodeVertAlign" val="b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B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b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b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B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b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b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chitecture">
  <dgm:title val="Architecture Layout"/>
  <dgm:desc val="Use to show hierarchical relationships that build from the bottom up. This layout works well for showing architectural components or objects that build on other objects."/>
  <dgm:catLst>
    <dgm:cat type="hierarchy" pri="4500"/>
    <dgm:cat type="list" pri="24500"/>
    <dgm:cat type="relationship" pri="10500"/>
    <dgm:cat type="officeonline" pri="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b"/>
        </dgm:alg>
      </dgm:if>
      <dgm:else name="Name3">
        <dgm:alg type="lin">
          <dgm:param type="linDir" val="fromR"/>
          <dgm:param type="nodeVertAlign" val="b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B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b"/>
              </dgm:alg>
            </dgm:if>
            <dgm:else name="Name10">
              <dgm:alg type="lin">
                <dgm:param type="linDir" val="fromR"/>
                <dgm:param type="nodeVertAlign" val="b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B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b"/>
                    </dgm:alg>
                  </dgm:if>
                  <dgm:else name="Name17">
                    <dgm:alg type="lin">
                      <dgm:param type="linDir" val="fromR"/>
                      <dgm:param type="nodeVertAlign" val="b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B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b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b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B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b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b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architecture">
  <dgm:title val="Architecture Layout"/>
  <dgm:desc val="Use to show hierarchical relationships that build from the bottom up. This layout works well for showing architectural components or objects that build on other objects."/>
  <dgm:catLst>
    <dgm:cat type="hierarchy" pri="4500"/>
    <dgm:cat type="list" pri="24500"/>
    <dgm:cat type="relationship" pri="10500"/>
    <dgm:cat type="officeonline" pri="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b"/>
        </dgm:alg>
      </dgm:if>
      <dgm:else name="Name3">
        <dgm:alg type="lin">
          <dgm:param type="linDir" val="fromR"/>
          <dgm:param type="nodeVertAlign" val="b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B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b"/>
              </dgm:alg>
            </dgm:if>
            <dgm:else name="Name10">
              <dgm:alg type="lin">
                <dgm:param type="linDir" val="fromR"/>
                <dgm:param type="nodeVertAlign" val="b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B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b"/>
                    </dgm:alg>
                  </dgm:if>
                  <dgm:else name="Name17">
                    <dgm:alg type="lin">
                      <dgm:param type="linDir" val="fromR"/>
                      <dgm:param type="nodeVertAlign" val="b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B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b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b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B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b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b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FF502-55E4-40A7-B8B9-019A639A219E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DE070-8B48-4B25-99A3-108D88F9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68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63DD617-6359-4ADA-974D-7CC774EA6C12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099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2BF5111-AC8A-4C9B-B4E5-1AF30EB51150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554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82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2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5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4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9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0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9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1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6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80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3" name="whoosh.wav"/>
          </p:stSnd>
        </p:sndAc>
      </p:transition>
    </mc:Choice>
    <mc:Fallback xmlns="">
      <p:transition spd="slow">
        <p:blinds dir="vert"/>
        <p:sndAc>
          <p:stSnd>
            <p:snd r:embed="rId15" name="whoosh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9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audio" Target="../media/audio2.wav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13" Type="http://schemas.openxmlformats.org/officeDocument/2006/relationships/diagramData" Target="../diagrams/data4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17" Type="http://schemas.microsoft.com/office/2007/relationships/diagramDrawing" Target="../diagrams/drawing4.xml"/><Relationship Id="rId2" Type="http://schemas.openxmlformats.org/officeDocument/2006/relationships/audio" Target="../media/audio2.wav"/><Relationship Id="rId16" Type="http://schemas.openxmlformats.org/officeDocument/2006/relationships/diagramColors" Target="../diagrams/colors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5" Type="http://schemas.openxmlformats.org/officeDocument/2006/relationships/diagramQuickStyle" Target="../diagrams/quickStyle4.xml"/><Relationship Id="rId10" Type="http://schemas.openxmlformats.org/officeDocument/2006/relationships/diagramQuickStyle" Target="../diagrams/quickStyle3.xml"/><Relationship Id="rId19" Type="http://schemas.openxmlformats.org/officeDocument/2006/relationships/audio" Target="../media/audio2.wav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Relationship Id="rId1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microsoft.com/office/2007/relationships/diagramDrawing" Target="../diagrams/drawing6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6.xml"/><Relationship Id="rId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6.xml"/><Relationship Id="rId19" Type="http://schemas.openxmlformats.org/officeDocument/2006/relationships/audio" Target="../media/audio2.wav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audio" Target="../media/audio1.wav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Relationship Id="rId9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1A2E0C4-4469-4635-975D-4193657FB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4894" y="1656396"/>
            <a:ext cx="8572500" cy="920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5441" dirty="0">
                <a:latin typeface="Britannic Bold" panose="020B0903060703020204" pitchFamily="34" charset="0"/>
              </a:rPr>
              <a:t>Stack</a:t>
            </a:r>
            <a:endParaRPr lang="id-ID" altLang="en-US" sz="2902" dirty="0">
              <a:solidFill>
                <a:srgbClr val="FF0000"/>
              </a:solidFill>
              <a:latin typeface="Britannic Bold" panose="020B0903060703020204" pitchFamily="34" charset="0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97B1CF91-EF0D-402C-9AE1-D42354A7E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997" y="4975578"/>
            <a:ext cx="2762295" cy="1096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Sistem</a:t>
            </a:r>
            <a:r>
              <a:rPr lang="en-US" altLang="en-US" sz="2176" b="1" dirty="0">
                <a:latin typeface="Century Gothic" panose="020B0502020202020204" pitchFamily="34" charset="0"/>
              </a:rPr>
              <a:t> </a:t>
            </a:r>
            <a:r>
              <a:rPr lang="en-US" altLang="en-US" sz="2176" b="1" dirty="0" err="1">
                <a:latin typeface="Century Gothic" panose="020B0502020202020204" pitchFamily="34" charset="0"/>
              </a:rPr>
              <a:t>Informasi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en-US" altLang="en-US" sz="2176" b="1" dirty="0">
                <a:latin typeface="Century Gothic" panose="020B0502020202020204" pitchFamily="34" charset="0"/>
              </a:rPr>
              <a:t>FMIPA</a:t>
            </a:r>
          </a:p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Universitas</a:t>
            </a:r>
            <a:r>
              <a:rPr lang="en-US" altLang="en-US" sz="2176" b="1" dirty="0">
                <a:latin typeface="Century Gothic" panose="020B0502020202020204" pitchFamily="34" charset="0"/>
              </a:rPr>
              <a:t> Terbuka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9D7302-F93A-4D97-8E33-80155288B365}"/>
              </a:ext>
            </a:extLst>
          </p:cNvPr>
          <p:cNvSpPr txBox="1"/>
          <p:nvPr/>
        </p:nvSpPr>
        <p:spPr>
          <a:xfrm>
            <a:off x="5055174" y="3815118"/>
            <a:ext cx="1931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MV Boli" panose="02000500030200090000" pitchFamily="2" charset="0"/>
                <a:cs typeface="MV Boli" panose="02000500030200090000" pitchFamily="2" charset="0"/>
              </a:rPr>
              <a:t>Dian Nursantika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E053C2-5BA2-4F6B-8F20-EB07D9FEFE91}"/>
              </a:ext>
            </a:extLst>
          </p:cNvPr>
          <p:cNvSpPr/>
          <p:nvPr/>
        </p:nvSpPr>
        <p:spPr>
          <a:xfrm>
            <a:off x="2836507" y="443369"/>
            <a:ext cx="9318171" cy="7509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64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6639204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539" dirty="0">
                <a:latin typeface="Berlin Sans FB" panose="020E0602020502020306" pitchFamily="34" charset="0"/>
              </a:rPr>
              <a:t>Stack</a:t>
            </a:r>
          </a:p>
        </p:txBody>
      </p:sp>
      <p:graphicFrame>
        <p:nvGraphicFramePr>
          <p:cNvPr id="3" name="Diagram 2"/>
          <p:cNvGraphicFramePr/>
          <p:nvPr/>
        </p:nvGraphicFramePr>
        <p:xfrm>
          <a:off x="921656" y="2423187"/>
          <a:ext cx="2735943" cy="1794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Chevron 4"/>
          <p:cNvSpPr/>
          <p:nvPr/>
        </p:nvSpPr>
        <p:spPr>
          <a:xfrm flipV="1">
            <a:off x="3657599" y="2911563"/>
            <a:ext cx="399144" cy="1139310"/>
          </a:xfrm>
          <a:prstGeom prst="chevron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6399" y="3158052"/>
            <a:ext cx="2177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penyisipan</a:t>
            </a:r>
            <a:endParaRPr lang="en-US" dirty="0"/>
          </a:p>
        </p:txBody>
      </p:sp>
      <p:sp>
        <p:nvSpPr>
          <p:cNvPr id="8" name="Chevron 7"/>
          <p:cNvSpPr/>
          <p:nvPr/>
        </p:nvSpPr>
        <p:spPr>
          <a:xfrm flipV="1">
            <a:off x="6487883" y="2911563"/>
            <a:ext cx="399144" cy="1139310"/>
          </a:xfrm>
          <a:prstGeom prst="chevron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Chevron 8"/>
          <p:cNvSpPr/>
          <p:nvPr/>
        </p:nvSpPr>
        <p:spPr>
          <a:xfrm flipV="1">
            <a:off x="8759017" y="2911563"/>
            <a:ext cx="399144" cy="1139310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91664" y="3158052"/>
            <a:ext cx="1866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maupun</a:t>
            </a:r>
            <a:r>
              <a:rPr lang="en-US" dirty="0"/>
              <a:t> </a:t>
            </a:r>
            <a:r>
              <a:rPr lang="en-US" dirty="0" err="1"/>
              <a:t>penghapusan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9517037" y="2751874"/>
            <a:ext cx="1513114" cy="145868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dengan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menggunakan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konsep</a:t>
            </a:r>
            <a:r>
              <a:rPr lang="en-US" sz="1400" dirty="0">
                <a:solidFill>
                  <a:schemeClr val="tx1"/>
                </a:solidFill>
              </a:rPr>
              <a:t> Last In First Out (LIFO)</a:t>
            </a:r>
          </a:p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883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8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  <p:bldP spid="5" grpId="0" animBg="1"/>
      <p:bldP spid="7" grpId="0"/>
      <p:bldP spid="8" grpId="0" animBg="1"/>
      <p:bldP spid="9" grpId="0" animBg="1"/>
      <p:bldP spid="10" grpId="0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Array Stack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4BA75F-497C-4776-ADEB-DE595FAA7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096" y="1331698"/>
            <a:ext cx="3724275" cy="46958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1CE0BD-F0C8-4C59-8FD2-A1F428F90D80}"/>
              </a:ext>
            </a:extLst>
          </p:cNvPr>
          <p:cNvSpPr txBox="1"/>
          <p:nvPr/>
        </p:nvSpPr>
        <p:spPr>
          <a:xfrm>
            <a:off x="201712" y="1525379"/>
            <a:ext cx="1999621" cy="1021556"/>
          </a:xfrm>
          <a:prstGeom prst="round2Diag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Gambaran</a:t>
            </a:r>
            <a:r>
              <a:rPr lang="en-US" dirty="0"/>
              <a:t> </a:t>
            </a:r>
            <a:r>
              <a:rPr lang="en-US" dirty="0" err="1"/>
              <a:t>umum</a:t>
            </a:r>
            <a:r>
              <a:rPr lang="en-US" dirty="0"/>
              <a:t> </a:t>
            </a:r>
            <a:r>
              <a:rPr lang="en-US" dirty="0" err="1"/>
              <a:t>penerapan</a:t>
            </a:r>
            <a:r>
              <a:rPr lang="en-US" dirty="0"/>
              <a:t> stack </a:t>
            </a:r>
            <a:r>
              <a:rPr lang="en-US" dirty="0" err="1"/>
              <a:t>dalam</a:t>
            </a:r>
            <a:r>
              <a:rPr lang="en-US" dirty="0"/>
              <a:t> array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3F8308-0AD7-4344-B849-623C8AD47AEC}"/>
              </a:ext>
            </a:extLst>
          </p:cNvPr>
          <p:cNvSpPr txBox="1"/>
          <p:nvPr/>
        </p:nvSpPr>
        <p:spPr>
          <a:xfrm>
            <a:off x="6724371" y="1467556"/>
            <a:ext cx="4209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Penambahan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indeks</a:t>
            </a:r>
            <a:r>
              <a:rPr lang="en-US" dirty="0"/>
              <a:t> ke-2, </a:t>
            </a:r>
            <a:r>
              <a:rPr lang="en-US" dirty="0" err="1"/>
              <a:t>yaitu</a:t>
            </a:r>
            <a:r>
              <a:rPr lang="en-US" dirty="0"/>
              <a:t> “e”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CBB214-BB49-4E33-A299-4D3DBAFC32A8}"/>
              </a:ext>
            </a:extLst>
          </p:cNvPr>
          <p:cNvSpPr txBox="1"/>
          <p:nvPr/>
        </p:nvSpPr>
        <p:spPr>
          <a:xfrm>
            <a:off x="6724371" y="1958648"/>
            <a:ext cx="4194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Penambahan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indeks</a:t>
            </a:r>
            <a:r>
              <a:rPr lang="en-US" dirty="0"/>
              <a:t> ke-5, </a:t>
            </a:r>
            <a:r>
              <a:rPr lang="en-US" dirty="0" err="1"/>
              <a:t>yaitu“r</a:t>
            </a:r>
            <a:r>
              <a:rPr lang="en-US" dirty="0"/>
              <a:t>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D8A319-68D6-4187-BA40-43B5BA7BE2F6}"/>
              </a:ext>
            </a:extLst>
          </p:cNvPr>
          <p:cNvSpPr txBox="1"/>
          <p:nvPr/>
        </p:nvSpPr>
        <p:spPr>
          <a:xfrm>
            <a:off x="6740394" y="3317327"/>
            <a:ext cx="3634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Penghapusan</a:t>
            </a:r>
            <a:r>
              <a:rPr lang="en-US" dirty="0"/>
              <a:t>  </a:t>
            </a:r>
            <a:r>
              <a:rPr lang="en-US" dirty="0" err="1"/>
              <a:t>elemen</a:t>
            </a:r>
            <a:r>
              <a:rPr lang="en-US" dirty="0"/>
              <a:t> ke-4, </a:t>
            </a:r>
            <a:r>
              <a:rPr lang="en-US" dirty="0" err="1"/>
              <a:t>yaitu</a:t>
            </a:r>
            <a:r>
              <a:rPr lang="en-US" dirty="0"/>
              <a:t> “d”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CFAEF7-B8D2-4748-8BEE-1EA3082D9E6F}"/>
              </a:ext>
            </a:extLst>
          </p:cNvPr>
          <p:cNvSpPr txBox="1"/>
          <p:nvPr/>
        </p:nvSpPr>
        <p:spPr>
          <a:xfrm>
            <a:off x="6724371" y="2454093"/>
            <a:ext cx="4209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Penambahan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indeks</a:t>
            </a:r>
            <a:r>
              <a:rPr lang="en-US" dirty="0"/>
              <a:t> ke-5, </a:t>
            </a:r>
            <a:r>
              <a:rPr lang="en-US" dirty="0" err="1"/>
              <a:t>yaitu</a:t>
            </a:r>
            <a:r>
              <a:rPr lang="en-US" dirty="0"/>
              <a:t> “e”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349E3F-FAB8-408E-B018-51E516BC4616}"/>
              </a:ext>
            </a:extLst>
          </p:cNvPr>
          <p:cNvSpPr txBox="1"/>
          <p:nvPr/>
        </p:nvSpPr>
        <p:spPr>
          <a:xfrm>
            <a:off x="6754137" y="3811229"/>
            <a:ext cx="3634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Penghapusan</a:t>
            </a:r>
            <a:r>
              <a:rPr lang="en-US" dirty="0"/>
              <a:t>  </a:t>
            </a:r>
            <a:r>
              <a:rPr lang="en-US" dirty="0" err="1"/>
              <a:t>elemen</a:t>
            </a:r>
            <a:r>
              <a:rPr lang="en-US" dirty="0"/>
              <a:t> ke-4, </a:t>
            </a:r>
            <a:r>
              <a:rPr lang="en-US" dirty="0" err="1"/>
              <a:t>yaitu</a:t>
            </a:r>
            <a:r>
              <a:rPr lang="en-US" dirty="0"/>
              <a:t> “e”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9375C3-5BE2-4625-AF9D-60A202575430}"/>
              </a:ext>
            </a:extLst>
          </p:cNvPr>
          <p:cNvSpPr txBox="1"/>
          <p:nvPr/>
        </p:nvSpPr>
        <p:spPr>
          <a:xfrm>
            <a:off x="6754137" y="4300716"/>
            <a:ext cx="3634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Penghapusan</a:t>
            </a:r>
            <a:r>
              <a:rPr lang="en-US" dirty="0"/>
              <a:t>  </a:t>
            </a:r>
            <a:r>
              <a:rPr lang="en-US" dirty="0" err="1"/>
              <a:t>elemen</a:t>
            </a:r>
            <a:r>
              <a:rPr lang="en-US" dirty="0"/>
              <a:t> ke-4, </a:t>
            </a:r>
            <a:r>
              <a:rPr lang="en-US" dirty="0" err="1"/>
              <a:t>yaitu</a:t>
            </a:r>
            <a:r>
              <a:rPr lang="en-US" dirty="0"/>
              <a:t> “r”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EDA253-527A-4D08-B94C-C64FB9D8E534}"/>
              </a:ext>
            </a:extLst>
          </p:cNvPr>
          <p:cNvSpPr txBox="1"/>
          <p:nvPr/>
        </p:nvSpPr>
        <p:spPr>
          <a:xfrm>
            <a:off x="6754137" y="5205778"/>
            <a:ext cx="500656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Perubahan</a:t>
            </a:r>
            <a:r>
              <a:rPr lang="en-US" dirty="0"/>
              <a:t> </a:t>
            </a:r>
            <a:r>
              <a:rPr lang="en-US" dirty="0" err="1"/>
              <a:t>indeks</a:t>
            </a:r>
            <a:r>
              <a:rPr lang="en-US" dirty="0"/>
              <a:t> ke-2,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“e” </a:t>
            </a:r>
            <a:r>
              <a:rPr lang="en-US" dirty="0" err="1"/>
              <a:t>menjadi</a:t>
            </a:r>
            <a:r>
              <a:rPr lang="en-US" dirty="0"/>
              <a:t> “</a:t>
            </a:r>
            <a:r>
              <a:rPr lang="en-US" dirty="0" err="1"/>
              <a:t>i</a:t>
            </a:r>
            <a:r>
              <a:rPr lang="en-US" dirty="0"/>
              <a:t>”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047661-7436-48E5-8789-C5CBBC040F07}"/>
              </a:ext>
            </a:extLst>
          </p:cNvPr>
          <p:cNvCxnSpPr/>
          <p:nvPr/>
        </p:nvCxnSpPr>
        <p:spPr>
          <a:xfrm>
            <a:off x="3022674" y="1636889"/>
            <a:ext cx="100584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FC2DD5E-B0AF-4C02-B1F0-C4BFC6A1C778}"/>
              </a:ext>
            </a:extLst>
          </p:cNvPr>
          <p:cNvSpPr/>
          <p:nvPr/>
        </p:nvSpPr>
        <p:spPr>
          <a:xfrm>
            <a:off x="5881511" y="1559246"/>
            <a:ext cx="711200" cy="31150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5E0078B-48E7-47EE-97AD-D45C2618547A}"/>
              </a:ext>
            </a:extLst>
          </p:cNvPr>
          <p:cNvSpPr/>
          <p:nvPr/>
        </p:nvSpPr>
        <p:spPr>
          <a:xfrm>
            <a:off x="5881511" y="2016471"/>
            <a:ext cx="711200" cy="31150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B6BE7ED-4C89-4813-A68A-9931F6A6FBE2}"/>
              </a:ext>
            </a:extLst>
          </p:cNvPr>
          <p:cNvSpPr/>
          <p:nvPr/>
        </p:nvSpPr>
        <p:spPr>
          <a:xfrm>
            <a:off x="3536883" y="1836888"/>
            <a:ext cx="182880" cy="274320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0C9A168-6CEC-4BB2-A5DF-C7464B0DDD71}"/>
              </a:ext>
            </a:extLst>
          </p:cNvPr>
          <p:cNvSpPr/>
          <p:nvPr/>
        </p:nvSpPr>
        <p:spPr>
          <a:xfrm>
            <a:off x="4226485" y="2289733"/>
            <a:ext cx="182880" cy="274320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0EB4301-62F8-458E-98C1-778619A613E4}"/>
              </a:ext>
            </a:extLst>
          </p:cNvPr>
          <p:cNvSpPr/>
          <p:nvPr/>
        </p:nvSpPr>
        <p:spPr>
          <a:xfrm>
            <a:off x="5881511" y="2483004"/>
            <a:ext cx="711200" cy="31150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66856E-CFDD-4044-842B-9321A331DFDE}"/>
              </a:ext>
            </a:extLst>
          </p:cNvPr>
          <p:cNvCxnSpPr/>
          <p:nvPr/>
        </p:nvCxnSpPr>
        <p:spPr>
          <a:xfrm>
            <a:off x="3056541" y="3019778"/>
            <a:ext cx="13716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4FB03B42-033A-469F-A846-75A5AF01EEF1}"/>
              </a:ext>
            </a:extLst>
          </p:cNvPr>
          <p:cNvSpPr/>
          <p:nvPr/>
        </p:nvSpPr>
        <p:spPr>
          <a:xfrm>
            <a:off x="5881511" y="3415168"/>
            <a:ext cx="842860" cy="31150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3D61CFC-2923-4DF4-8C88-AC513106BB1E}"/>
              </a:ext>
            </a:extLst>
          </p:cNvPr>
          <p:cNvSpPr/>
          <p:nvPr/>
        </p:nvSpPr>
        <p:spPr>
          <a:xfrm>
            <a:off x="5870221" y="3885000"/>
            <a:ext cx="858883" cy="31150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29CC5B4-C060-4F5D-B769-D0AF2FC0E0CC}"/>
              </a:ext>
            </a:extLst>
          </p:cNvPr>
          <p:cNvSpPr/>
          <p:nvPr/>
        </p:nvSpPr>
        <p:spPr>
          <a:xfrm>
            <a:off x="5881511" y="4335961"/>
            <a:ext cx="842860" cy="31150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2B4A84C-9B8B-40F5-B026-88AD4AD05F5C}"/>
              </a:ext>
            </a:extLst>
          </p:cNvPr>
          <p:cNvSpPr/>
          <p:nvPr/>
        </p:nvSpPr>
        <p:spPr>
          <a:xfrm>
            <a:off x="5881511" y="5257267"/>
            <a:ext cx="711200" cy="31150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4977C13-A9CE-4FB3-84BF-6084EFC82842}"/>
              </a:ext>
            </a:extLst>
          </p:cNvPr>
          <p:cNvSpPr/>
          <p:nvPr/>
        </p:nvSpPr>
        <p:spPr>
          <a:xfrm>
            <a:off x="4238557" y="3198303"/>
            <a:ext cx="182880" cy="274320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C3AC9C3-27AE-421A-B0D0-4106209AABEE}"/>
              </a:ext>
            </a:extLst>
          </p:cNvPr>
          <p:cNvSpPr/>
          <p:nvPr/>
        </p:nvSpPr>
        <p:spPr>
          <a:xfrm>
            <a:off x="3996903" y="3654029"/>
            <a:ext cx="182880" cy="27432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2B2946E-C5D7-40AD-9028-262EFA6B0BDA}"/>
              </a:ext>
            </a:extLst>
          </p:cNvPr>
          <p:cNvSpPr/>
          <p:nvPr/>
        </p:nvSpPr>
        <p:spPr>
          <a:xfrm>
            <a:off x="3994647" y="4125348"/>
            <a:ext cx="182880" cy="27432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03B73FF-2F28-476E-951D-FEAF7236A2E9}"/>
              </a:ext>
            </a:extLst>
          </p:cNvPr>
          <p:cNvSpPr/>
          <p:nvPr/>
        </p:nvSpPr>
        <p:spPr>
          <a:xfrm>
            <a:off x="3548172" y="5083951"/>
            <a:ext cx="182880" cy="27432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EBAE60C-8DC4-42C3-8839-C65617E4D3E1}"/>
              </a:ext>
            </a:extLst>
          </p:cNvPr>
          <p:cNvSpPr/>
          <p:nvPr/>
        </p:nvSpPr>
        <p:spPr>
          <a:xfrm>
            <a:off x="3525594" y="5534026"/>
            <a:ext cx="182880" cy="27432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4801EDF-C52F-46C9-BDC0-09C32823FC0F}"/>
              </a:ext>
            </a:extLst>
          </p:cNvPr>
          <p:cNvSpPr/>
          <p:nvPr/>
        </p:nvSpPr>
        <p:spPr>
          <a:xfrm>
            <a:off x="3994647" y="3211936"/>
            <a:ext cx="182880" cy="27432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820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/>
      <p:bldP spid="9" grpId="0"/>
      <p:bldP spid="11" grpId="0"/>
      <p:bldP spid="12" grpId="0"/>
      <p:bldP spid="13" grpId="0"/>
      <p:bldP spid="16" grpId="0" animBg="1"/>
      <p:bldP spid="18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6639204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539" dirty="0" err="1">
                <a:latin typeface="Berlin Sans FB" panose="020E0602020502020306" pitchFamily="34" charset="0"/>
              </a:rPr>
              <a:t>Implementasi</a:t>
            </a:r>
            <a:r>
              <a:rPr lang="en-US" altLang="en-US" sz="2539" dirty="0">
                <a:latin typeface="Berlin Sans FB" panose="020E0602020502020306" pitchFamily="34" charset="0"/>
              </a:rPr>
              <a:t> Stack </a:t>
            </a:r>
            <a:r>
              <a:rPr lang="en-US" altLang="en-US" sz="2539" dirty="0" err="1">
                <a:latin typeface="Berlin Sans FB" panose="020E0602020502020306" pitchFamily="34" charset="0"/>
              </a:rPr>
              <a:t>Berbasis</a:t>
            </a:r>
            <a:r>
              <a:rPr lang="en-US" altLang="en-US" sz="2539" dirty="0">
                <a:latin typeface="Berlin Sans FB" panose="020E0602020502020306" pitchFamily="34" charset="0"/>
              </a:rPr>
              <a:t> Array</a:t>
            </a:r>
          </a:p>
        </p:txBody>
      </p:sp>
      <p:graphicFrame>
        <p:nvGraphicFramePr>
          <p:cNvPr id="43" name="Diagram 42"/>
          <p:cNvGraphicFramePr/>
          <p:nvPr/>
        </p:nvGraphicFramePr>
        <p:xfrm>
          <a:off x="2537887" y="4856120"/>
          <a:ext cx="2287210" cy="9610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4" name="Diagram 43"/>
          <p:cNvGraphicFramePr/>
          <p:nvPr/>
        </p:nvGraphicFramePr>
        <p:xfrm>
          <a:off x="4739047" y="1451477"/>
          <a:ext cx="2526092" cy="9778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45" name="Diagram 44"/>
          <p:cNvGraphicFramePr/>
          <p:nvPr/>
        </p:nvGraphicFramePr>
        <p:xfrm>
          <a:off x="6030124" y="4839275"/>
          <a:ext cx="2670719" cy="9778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cxnSp>
        <p:nvCxnSpPr>
          <p:cNvPr id="47" name="Straight Arrow Connector 46"/>
          <p:cNvCxnSpPr>
            <a:cxnSpLocks/>
            <a:stCxn id="20" idx="3"/>
            <a:endCxn id="43" idx="0"/>
          </p:cNvCxnSpPr>
          <p:nvPr/>
        </p:nvCxnSpPr>
        <p:spPr>
          <a:xfrm flipH="1">
            <a:off x="3681492" y="3871808"/>
            <a:ext cx="4375033" cy="9843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cxnSpLocks/>
            <a:stCxn id="18" idx="4"/>
            <a:endCxn id="45" idx="0"/>
          </p:cNvCxnSpPr>
          <p:nvPr/>
        </p:nvCxnSpPr>
        <p:spPr>
          <a:xfrm flipH="1">
            <a:off x="7365483" y="3913611"/>
            <a:ext cx="2313127" cy="9256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cxnSpLocks/>
            <a:endCxn id="44" idx="1"/>
          </p:cNvCxnSpPr>
          <p:nvPr/>
        </p:nvCxnSpPr>
        <p:spPr>
          <a:xfrm flipV="1">
            <a:off x="3681492" y="1940405"/>
            <a:ext cx="1057555" cy="12386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C0C7B3E-A90A-4E4E-85F3-93AE421499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517138"/>
              </p:ext>
            </p:extLst>
          </p:nvPr>
        </p:nvGraphicFramePr>
        <p:xfrm>
          <a:off x="3253014" y="3135772"/>
          <a:ext cx="6678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013">
                  <a:extLst>
                    <a:ext uri="{9D8B030D-6E8A-4147-A177-3AD203B41FA5}">
                      <a16:colId xmlns:a16="http://schemas.microsoft.com/office/drawing/2014/main" val="1676278649"/>
                    </a:ext>
                  </a:extLst>
                </a:gridCol>
                <a:gridCol w="477013">
                  <a:extLst>
                    <a:ext uri="{9D8B030D-6E8A-4147-A177-3AD203B41FA5}">
                      <a16:colId xmlns:a16="http://schemas.microsoft.com/office/drawing/2014/main" val="3363306842"/>
                    </a:ext>
                  </a:extLst>
                </a:gridCol>
                <a:gridCol w="477013">
                  <a:extLst>
                    <a:ext uri="{9D8B030D-6E8A-4147-A177-3AD203B41FA5}">
                      <a16:colId xmlns:a16="http://schemas.microsoft.com/office/drawing/2014/main" val="2306785965"/>
                    </a:ext>
                  </a:extLst>
                </a:gridCol>
                <a:gridCol w="477013">
                  <a:extLst>
                    <a:ext uri="{9D8B030D-6E8A-4147-A177-3AD203B41FA5}">
                      <a16:colId xmlns:a16="http://schemas.microsoft.com/office/drawing/2014/main" val="2571904828"/>
                    </a:ext>
                  </a:extLst>
                </a:gridCol>
                <a:gridCol w="477013">
                  <a:extLst>
                    <a:ext uri="{9D8B030D-6E8A-4147-A177-3AD203B41FA5}">
                      <a16:colId xmlns:a16="http://schemas.microsoft.com/office/drawing/2014/main" val="771670780"/>
                    </a:ext>
                  </a:extLst>
                </a:gridCol>
                <a:gridCol w="477013">
                  <a:extLst>
                    <a:ext uri="{9D8B030D-6E8A-4147-A177-3AD203B41FA5}">
                      <a16:colId xmlns:a16="http://schemas.microsoft.com/office/drawing/2014/main" val="2627057072"/>
                    </a:ext>
                  </a:extLst>
                </a:gridCol>
                <a:gridCol w="477013">
                  <a:extLst>
                    <a:ext uri="{9D8B030D-6E8A-4147-A177-3AD203B41FA5}">
                      <a16:colId xmlns:a16="http://schemas.microsoft.com/office/drawing/2014/main" val="758685590"/>
                    </a:ext>
                  </a:extLst>
                </a:gridCol>
                <a:gridCol w="477013">
                  <a:extLst>
                    <a:ext uri="{9D8B030D-6E8A-4147-A177-3AD203B41FA5}">
                      <a16:colId xmlns:a16="http://schemas.microsoft.com/office/drawing/2014/main" val="665642790"/>
                    </a:ext>
                  </a:extLst>
                </a:gridCol>
                <a:gridCol w="477013">
                  <a:extLst>
                    <a:ext uri="{9D8B030D-6E8A-4147-A177-3AD203B41FA5}">
                      <a16:colId xmlns:a16="http://schemas.microsoft.com/office/drawing/2014/main" val="4007747656"/>
                    </a:ext>
                  </a:extLst>
                </a:gridCol>
                <a:gridCol w="477013">
                  <a:extLst>
                    <a:ext uri="{9D8B030D-6E8A-4147-A177-3AD203B41FA5}">
                      <a16:colId xmlns:a16="http://schemas.microsoft.com/office/drawing/2014/main" val="3065075158"/>
                    </a:ext>
                  </a:extLst>
                </a:gridCol>
                <a:gridCol w="477013">
                  <a:extLst>
                    <a:ext uri="{9D8B030D-6E8A-4147-A177-3AD203B41FA5}">
                      <a16:colId xmlns:a16="http://schemas.microsoft.com/office/drawing/2014/main" val="424072429"/>
                    </a:ext>
                  </a:extLst>
                </a:gridCol>
                <a:gridCol w="477013">
                  <a:extLst>
                    <a:ext uri="{9D8B030D-6E8A-4147-A177-3AD203B41FA5}">
                      <a16:colId xmlns:a16="http://schemas.microsoft.com/office/drawing/2014/main" val="2716430323"/>
                    </a:ext>
                  </a:extLst>
                </a:gridCol>
                <a:gridCol w="477013">
                  <a:extLst>
                    <a:ext uri="{9D8B030D-6E8A-4147-A177-3AD203B41FA5}">
                      <a16:colId xmlns:a16="http://schemas.microsoft.com/office/drawing/2014/main" val="3558101761"/>
                    </a:ext>
                  </a:extLst>
                </a:gridCol>
                <a:gridCol w="477013">
                  <a:extLst>
                    <a:ext uri="{9D8B030D-6E8A-4147-A177-3AD203B41FA5}">
                      <a16:colId xmlns:a16="http://schemas.microsoft.com/office/drawing/2014/main" val="13298968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58338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61646B1-427E-4E5F-8541-F394CA8009CA}"/>
              </a:ext>
            </a:extLst>
          </p:cNvPr>
          <p:cNvSpPr txBox="1"/>
          <p:nvPr/>
        </p:nvSpPr>
        <p:spPr>
          <a:xfrm>
            <a:off x="1960946" y="3137280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AA764E9-483D-436E-A150-796B51A86E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5919464"/>
              </p:ext>
            </p:extLst>
          </p:nvPr>
        </p:nvGraphicFramePr>
        <p:xfrm>
          <a:off x="3171877" y="3516568"/>
          <a:ext cx="675932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809">
                  <a:extLst>
                    <a:ext uri="{9D8B030D-6E8A-4147-A177-3AD203B41FA5}">
                      <a16:colId xmlns:a16="http://schemas.microsoft.com/office/drawing/2014/main" val="4074189550"/>
                    </a:ext>
                  </a:extLst>
                </a:gridCol>
                <a:gridCol w="482809">
                  <a:extLst>
                    <a:ext uri="{9D8B030D-6E8A-4147-A177-3AD203B41FA5}">
                      <a16:colId xmlns:a16="http://schemas.microsoft.com/office/drawing/2014/main" val="1397356304"/>
                    </a:ext>
                  </a:extLst>
                </a:gridCol>
                <a:gridCol w="482809">
                  <a:extLst>
                    <a:ext uri="{9D8B030D-6E8A-4147-A177-3AD203B41FA5}">
                      <a16:colId xmlns:a16="http://schemas.microsoft.com/office/drawing/2014/main" val="224492364"/>
                    </a:ext>
                  </a:extLst>
                </a:gridCol>
                <a:gridCol w="482809">
                  <a:extLst>
                    <a:ext uri="{9D8B030D-6E8A-4147-A177-3AD203B41FA5}">
                      <a16:colId xmlns:a16="http://schemas.microsoft.com/office/drawing/2014/main" val="3689253874"/>
                    </a:ext>
                  </a:extLst>
                </a:gridCol>
                <a:gridCol w="482809">
                  <a:extLst>
                    <a:ext uri="{9D8B030D-6E8A-4147-A177-3AD203B41FA5}">
                      <a16:colId xmlns:a16="http://schemas.microsoft.com/office/drawing/2014/main" val="1752809240"/>
                    </a:ext>
                  </a:extLst>
                </a:gridCol>
                <a:gridCol w="482809">
                  <a:extLst>
                    <a:ext uri="{9D8B030D-6E8A-4147-A177-3AD203B41FA5}">
                      <a16:colId xmlns:a16="http://schemas.microsoft.com/office/drawing/2014/main" val="260320533"/>
                    </a:ext>
                  </a:extLst>
                </a:gridCol>
                <a:gridCol w="482809">
                  <a:extLst>
                    <a:ext uri="{9D8B030D-6E8A-4147-A177-3AD203B41FA5}">
                      <a16:colId xmlns:a16="http://schemas.microsoft.com/office/drawing/2014/main" val="44875995"/>
                    </a:ext>
                  </a:extLst>
                </a:gridCol>
                <a:gridCol w="482809">
                  <a:extLst>
                    <a:ext uri="{9D8B030D-6E8A-4147-A177-3AD203B41FA5}">
                      <a16:colId xmlns:a16="http://schemas.microsoft.com/office/drawing/2014/main" val="4208325347"/>
                    </a:ext>
                  </a:extLst>
                </a:gridCol>
                <a:gridCol w="482809">
                  <a:extLst>
                    <a:ext uri="{9D8B030D-6E8A-4147-A177-3AD203B41FA5}">
                      <a16:colId xmlns:a16="http://schemas.microsoft.com/office/drawing/2014/main" val="4003738125"/>
                    </a:ext>
                  </a:extLst>
                </a:gridCol>
                <a:gridCol w="482809">
                  <a:extLst>
                    <a:ext uri="{9D8B030D-6E8A-4147-A177-3AD203B41FA5}">
                      <a16:colId xmlns:a16="http://schemas.microsoft.com/office/drawing/2014/main" val="3474994010"/>
                    </a:ext>
                  </a:extLst>
                </a:gridCol>
                <a:gridCol w="482809">
                  <a:extLst>
                    <a:ext uri="{9D8B030D-6E8A-4147-A177-3AD203B41FA5}">
                      <a16:colId xmlns:a16="http://schemas.microsoft.com/office/drawing/2014/main" val="2077304184"/>
                    </a:ext>
                  </a:extLst>
                </a:gridCol>
                <a:gridCol w="482809">
                  <a:extLst>
                    <a:ext uri="{9D8B030D-6E8A-4147-A177-3AD203B41FA5}">
                      <a16:colId xmlns:a16="http://schemas.microsoft.com/office/drawing/2014/main" val="270839315"/>
                    </a:ext>
                  </a:extLst>
                </a:gridCol>
                <a:gridCol w="482809">
                  <a:extLst>
                    <a:ext uri="{9D8B030D-6E8A-4147-A177-3AD203B41FA5}">
                      <a16:colId xmlns:a16="http://schemas.microsoft.com/office/drawing/2014/main" val="3580905191"/>
                    </a:ext>
                  </a:extLst>
                </a:gridCol>
                <a:gridCol w="482809">
                  <a:extLst>
                    <a:ext uri="{9D8B030D-6E8A-4147-A177-3AD203B41FA5}">
                      <a16:colId xmlns:a16="http://schemas.microsoft.com/office/drawing/2014/main" val="29292227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n-1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509028"/>
                  </a:ext>
                </a:extLst>
              </a:tr>
            </a:tbl>
          </a:graphicData>
        </a:graphic>
      </p:graphicFrame>
      <p:sp>
        <p:nvSpPr>
          <p:cNvPr id="18" name="Oval 17">
            <a:extLst>
              <a:ext uri="{FF2B5EF4-FFF2-40B4-BE49-F238E27FC236}">
                <a16:creationId xmlns:a16="http://schemas.microsoft.com/office/drawing/2014/main" id="{5556BBEE-07A3-4286-8E52-3D5D7CE4CEAF}"/>
              </a:ext>
            </a:extLst>
          </p:cNvPr>
          <p:cNvSpPr/>
          <p:nvPr/>
        </p:nvSpPr>
        <p:spPr>
          <a:xfrm>
            <a:off x="9379463" y="3548130"/>
            <a:ext cx="598293" cy="36548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47">
            <a:extLst>
              <a:ext uri="{FF2B5EF4-FFF2-40B4-BE49-F238E27FC236}">
                <a16:creationId xmlns:a16="http://schemas.microsoft.com/office/drawing/2014/main" id="{4013FF17-F587-4410-B4A9-878194211800}"/>
              </a:ext>
            </a:extLst>
          </p:cNvPr>
          <p:cNvSpPr/>
          <p:nvPr/>
        </p:nvSpPr>
        <p:spPr>
          <a:xfrm>
            <a:off x="3309459" y="3189010"/>
            <a:ext cx="5120640" cy="27432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DDE0FEE-26B4-4141-843F-B922012A6F17}"/>
              </a:ext>
            </a:extLst>
          </p:cNvPr>
          <p:cNvSpPr/>
          <p:nvPr/>
        </p:nvSpPr>
        <p:spPr>
          <a:xfrm>
            <a:off x="7968907" y="3559850"/>
            <a:ext cx="598293" cy="36548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C610EF7-3624-4553-A245-CBBC5F6F684E}"/>
              </a:ext>
            </a:extLst>
          </p:cNvPr>
          <p:cNvCxnSpPr>
            <a:cxnSpLocks/>
            <a:stCxn id="3" idx="3"/>
            <a:endCxn id="2" idx="1"/>
          </p:cNvCxnSpPr>
          <p:nvPr/>
        </p:nvCxnSpPr>
        <p:spPr>
          <a:xfrm flipV="1">
            <a:off x="2581500" y="3321192"/>
            <a:ext cx="671514" cy="754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184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19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3" grpId="0">
        <p:bldAsOne/>
      </p:bldGraphic>
      <p:bldGraphic spid="44" grpId="0">
        <p:bldAsOne/>
      </p:bldGraphic>
      <p:bldGraphic spid="45" grpId="0">
        <p:bldAsOne/>
      </p:bldGraphic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6639204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539" dirty="0" err="1">
                <a:latin typeface="Berlin Sans FB" panose="020E0602020502020306" pitchFamily="34" charset="0"/>
              </a:rPr>
              <a:t>Operasi</a:t>
            </a:r>
            <a:r>
              <a:rPr lang="en-US" altLang="en-US" sz="2539" dirty="0">
                <a:latin typeface="Berlin Sans FB" panose="020E0602020502020306" pitchFamily="34" charset="0"/>
              </a:rPr>
              <a:t> </a:t>
            </a:r>
            <a:r>
              <a:rPr lang="en-US" altLang="en-US" sz="2539" dirty="0" err="1">
                <a:latin typeface="Berlin Sans FB" panose="020E0602020502020306" pitchFamily="34" charset="0"/>
              </a:rPr>
              <a:t>dalam</a:t>
            </a:r>
            <a:r>
              <a:rPr lang="en-US" altLang="en-US" sz="2539" dirty="0">
                <a:latin typeface="Berlin Sans FB" panose="020E0602020502020306" pitchFamily="34" charset="0"/>
              </a:rPr>
              <a:t> Stack</a:t>
            </a: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173264376"/>
              </p:ext>
            </p:extLst>
          </p:nvPr>
        </p:nvGraphicFramePr>
        <p:xfrm>
          <a:off x="269856" y="1672935"/>
          <a:ext cx="5704918" cy="36629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5" name="Diagram 14"/>
          <p:cNvGraphicFramePr/>
          <p:nvPr>
            <p:extLst>
              <p:ext uri="{D42A27DB-BD31-4B8C-83A1-F6EECF244321}">
                <p14:modId xmlns:p14="http://schemas.microsoft.com/office/powerpoint/2010/main" val="2711506950"/>
              </p:ext>
            </p:extLst>
          </p:nvPr>
        </p:nvGraphicFramePr>
        <p:xfrm>
          <a:off x="6587837" y="1672935"/>
          <a:ext cx="5320146" cy="38550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987036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19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  <p:bldGraphic spid="15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6639204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539" dirty="0" err="1">
                <a:latin typeface="Berlin Sans FB" panose="020E0602020502020306" pitchFamily="34" charset="0"/>
              </a:rPr>
              <a:t>Penerapan</a:t>
            </a:r>
            <a:r>
              <a:rPr lang="en-US" altLang="en-US" sz="2539" dirty="0">
                <a:latin typeface="Berlin Sans FB" panose="020E0602020502020306" pitchFamily="34" charset="0"/>
              </a:rPr>
              <a:t> </a:t>
            </a:r>
            <a:r>
              <a:rPr lang="en-US" altLang="en-US" sz="2539" dirty="0" err="1">
                <a:latin typeface="Berlin Sans FB" panose="020E0602020502020306" pitchFamily="34" charset="0"/>
              </a:rPr>
              <a:t>Operasi</a:t>
            </a:r>
            <a:r>
              <a:rPr lang="en-US" altLang="en-US" sz="2539" dirty="0">
                <a:latin typeface="Berlin Sans FB" panose="020E0602020502020306" pitchFamily="34" charset="0"/>
              </a:rPr>
              <a:t> </a:t>
            </a:r>
            <a:r>
              <a:rPr lang="en-US" altLang="en-US" sz="2539" dirty="0" err="1">
                <a:latin typeface="Berlin Sans FB" panose="020E0602020502020306" pitchFamily="34" charset="0"/>
              </a:rPr>
              <a:t>dalam</a:t>
            </a:r>
            <a:r>
              <a:rPr lang="en-US" altLang="en-US" sz="2539" dirty="0">
                <a:latin typeface="Berlin Sans FB" panose="020E0602020502020306" pitchFamily="34" charset="0"/>
              </a:rPr>
              <a:t> Stack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812698"/>
              </p:ext>
            </p:extLst>
          </p:nvPr>
        </p:nvGraphicFramePr>
        <p:xfrm>
          <a:off x="159998" y="1303019"/>
          <a:ext cx="3376962" cy="4959519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125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5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9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Method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Return Value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Stack Contents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95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push(5)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push(6)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size()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pop()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isEmpty</a:t>
                      </a:r>
                      <a:r>
                        <a:rPr lang="en-US" sz="1200" dirty="0">
                          <a:effectLst/>
                        </a:rPr>
                        <a:t>()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pop()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isEmpty</a:t>
                      </a:r>
                      <a:r>
                        <a:rPr lang="en-US" sz="1200" dirty="0">
                          <a:effectLst/>
                        </a:rPr>
                        <a:t>()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pop()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push(14)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push(18)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top()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push(8)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size()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pop()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push(12)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push(16)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pop()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-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-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6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False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True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Null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-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-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18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-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8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-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-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16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(10)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(10, 6)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(10,6)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(10)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(10)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(14)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(14, 18)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(14, 18)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(14, 18, 8)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(14, 18, 8)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(14, 18)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(14, 18 12)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</a:rPr>
                        <a:t>(14, 18, 12, 16)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(14, 18, 12)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246858" y="2763983"/>
            <a:ext cx="987136" cy="24938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8592" y="2504211"/>
            <a:ext cx="987136" cy="24938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323" y="3004642"/>
            <a:ext cx="714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Size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429235" y="4598349"/>
            <a:ext cx="987136" cy="24938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4246711" y="1517073"/>
            <a:ext cx="987136" cy="1516098"/>
            <a:chOff x="3851857" y="1454727"/>
            <a:chExt cx="987136" cy="1516098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3851857" y="1454727"/>
              <a:ext cx="0" cy="1506682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4838993" y="1464143"/>
              <a:ext cx="0" cy="1506682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3851857" y="2961409"/>
              <a:ext cx="987136" cy="9416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Rounded Rectangle 24"/>
          <p:cNvSpPr/>
          <p:nvPr/>
        </p:nvSpPr>
        <p:spPr>
          <a:xfrm>
            <a:off x="5499819" y="2763983"/>
            <a:ext cx="987136" cy="24938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5488738" y="1516098"/>
            <a:ext cx="987136" cy="1516098"/>
            <a:chOff x="3851857" y="1454727"/>
            <a:chExt cx="987136" cy="1516098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3851857" y="1454727"/>
              <a:ext cx="0" cy="1506682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4838993" y="1464143"/>
              <a:ext cx="0" cy="1506682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851857" y="2961409"/>
              <a:ext cx="987136" cy="9416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ounded Rectangle 29"/>
          <p:cNvSpPr/>
          <p:nvPr/>
        </p:nvSpPr>
        <p:spPr>
          <a:xfrm>
            <a:off x="6725451" y="2763983"/>
            <a:ext cx="987136" cy="24938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6725304" y="1517073"/>
            <a:ext cx="987136" cy="1516098"/>
            <a:chOff x="3851857" y="1454727"/>
            <a:chExt cx="987136" cy="1516098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3851857" y="1454727"/>
              <a:ext cx="0" cy="1506682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4838993" y="1464143"/>
              <a:ext cx="0" cy="1506682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3851857" y="2961409"/>
              <a:ext cx="987136" cy="9416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>
            <a:off x="7961870" y="1513611"/>
            <a:ext cx="987136" cy="1516098"/>
            <a:chOff x="3851857" y="1454727"/>
            <a:chExt cx="987136" cy="1516098"/>
          </a:xfrm>
        </p:grpSpPr>
        <p:cxnSp>
          <p:nvCxnSpPr>
            <p:cNvPr id="36" name="Straight Connector 35"/>
            <p:cNvCxnSpPr/>
            <p:nvPr/>
          </p:nvCxnSpPr>
          <p:spPr>
            <a:xfrm>
              <a:off x="3851857" y="1454727"/>
              <a:ext cx="0" cy="1506682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4838993" y="1464143"/>
              <a:ext cx="0" cy="1506682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851857" y="2961409"/>
              <a:ext cx="987136" cy="9416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ounded Rectangle 38"/>
          <p:cNvSpPr/>
          <p:nvPr/>
        </p:nvSpPr>
        <p:spPr>
          <a:xfrm>
            <a:off x="9198435" y="2770912"/>
            <a:ext cx="987136" cy="24938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9198288" y="1524002"/>
            <a:ext cx="987136" cy="1516098"/>
            <a:chOff x="3851857" y="1454727"/>
            <a:chExt cx="987136" cy="1516098"/>
          </a:xfrm>
        </p:grpSpPr>
        <p:cxnSp>
          <p:nvCxnSpPr>
            <p:cNvPr id="41" name="Straight Connector 40"/>
            <p:cNvCxnSpPr/>
            <p:nvPr/>
          </p:nvCxnSpPr>
          <p:spPr>
            <a:xfrm>
              <a:off x="3851857" y="1454727"/>
              <a:ext cx="0" cy="1506682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4838993" y="1464143"/>
              <a:ext cx="0" cy="1506682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3851857" y="2961409"/>
              <a:ext cx="987136" cy="9416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ounded Rectangle 43"/>
          <p:cNvSpPr/>
          <p:nvPr/>
        </p:nvSpPr>
        <p:spPr>
          <a:xfrm>
            <a:off x="10429235" y="2520556"/>
            <a:ext cx="987136" cy="24938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440462" y="2780328"/>
            <a:ext cx="987136" cy="24938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10429381" y="1532443"/>
            <a:ext cx="987136" cy="1516098"/>
            <a:chOff x="3851857" y="1454727"/>
            <a:chExt cx="987136" cy="1516098"/>
          </a:xfrm>
        </p:grpSpPr>
        <p:cxnSp>
          <p:nvCxnSpPr>
            <p:cNvPr id="47" name="Straight Connector 46"/>
            <p:cNvCxnSpPr/>
            <p:nvPr/>
          </p:nvCxnSpPr>
          <p:spPr>
            <a:xfrm>
              <a:off x="3851857" y="1454727"/>
              <a:ext cx="0" cy="1506682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4838993" y="1464143"/>
              <a:ext cx="0" cy="1506682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3851857" y="2961409"/>
              <a:ext cx="987136" cy="9416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ounded Rectangle 49"/>
          <p:cNvSpPr/>
          <p:nvPr/>
        </p:nvSpPr>
        <p:spPr>
          <a:xfrm>
            <a:off x="10429778" y="4857146"/>
            <a:ext cx="987136" cy="24938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441005" y="5116918"/>
            <a:ext cx="987136" cy="24938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10429924" y="3869033"/>
            <a:ext cx="987136" cy="1516098"/>
            <a:chOff x="3851857" y="1454727"/>
            <a:chExt cx="987136" cy="1516098"/>
          </a:xfrm>
        </p:grpSpPr>
        <p:cxnSp>
          <p:nvCxnSpPr>
            <p:cNvPr id="53" name="Straight Connector 52"/>
            <p:cNvCxnSpPr/>
            <p:nvPr/>
          </p:nvCxnSpPr>
          <p:spPr>
            <a:xfrm>
              <a:off x="3851857" y="1454727"/>
              <a:ext cx="0" cy="1506682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4838993" y="1464143"/>
              <a:ext cx="0" cy="1506682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3851857" y="2961409"/>
              <a:ext cx="987136" cy="9416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Rounded Rectangle 61"/>
          <p:cNvSpPr/>
          <p:nvPr/>
        </p:nvSpPr>
        <p:spPr>
          <a:xfrm>
            <a:off x="9199877" y="4602300"/>
            <a:ext cx="987136" cy="24938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200420" y="4861097"/>
            <a:ext cx="987136" cy="24938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211647" y="5120869"/>
            <a:ext cx="987136" cy="24938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  <p:grpSp>
        <p:nvGrpSpPr>
          <p:cNvPr id="65" name="Group 64"/>
          <p:cNvGrpSpPr/>
          <p:nvPr/>
        </p:nvGrpSpPr>
        <p:grpSpPr>
          <a:xfrm>
            <a:off x="9200566" y="3872984"/>
            <a:ext cx="987136" cy="1516098"/>
            <a:chOff x="3851857" y="1454727"/>
            <a:chExt cx="987136" cy="1516098"/>
          </a:xfrm>
        </p:grpSpPr>
        <p:cxnSp>
          <p:nvCxnSpPr>
            <p:cNvPr id="66" name="Straight Connector 65"/>
            <p:cNvCxnSpPr/>
            <p:nvPr/>
          </p:nvCxnSpPr>
          <p:spPr>
            <a:xfrm>
              <a:off x="3851857" y="1454727"/>
              <a:ext cx="0" cy="1506682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4838993" y="1464143"/>
              <a:ext cx="0" cy="1506682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3851857" y="2961409"/>
              <a:ext cx="987136" cy="9416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Rounded Rectangle 68"/>
          <p:cNvSpPr/>
          <p:nvPr/>
        </p:nvSpPr>
        <p:spPr>
          <a:xfrm>
            <a:off x="7963164" y="4611716"/>
            <a:ext cx="987136" cy="24938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963707" y="4870513"/>
            <a:ext cx="987136" cy="24938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974934" y="5130285"/>
            <a:ext cx="987136" cy="24938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  <p:grpSp>
        <p:nvGrpSpPr>
          <p:cNvPr id="72" name="Group 71"/>
          <p:cNvGrpSpPr/>
          <p:nvPr/>
        </p:nvGrpSpPr>
        <p:grpSpPr>
          <a:xfrm>
            <a:off x="7963853" y="3882400"/>
            <a:ext cx="987136" cy="1516098"/>
            <a:chOff x="3851857" y="1454727"/>
            <a:chExt cx="987136" cy="1516098"/>
          </a:xfrm>
        </p:grpSpPr>
        <p:cxnSp>
          <p:nvCxnSpPr>
            <p:cNvPr id="73" name="Straight Connector 72"/>
            <p:cNvCxnSpPr/>
            <p:nvPr/>
          </p:nvCxnSpPr>
          <p:spPr>
            <a:xfrm>
              <a:off x="3851857" y="1454727"/>
              <a:ext cx="0" cy="1506682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4838993" y="1464143"/>
              <a:ext cx="0" cy="1506682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3851857" y="2961409"/>
              <a:ext cx="987136" cy="9416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ounded Rectangle 82"/>
          <p:cNvSpPr/>
          <p:nvPr/>
        </p:nvSpPr>
        <p:spPr>
          <a:xfrm>
            <a:off x="7970318" y="4351121"/>
            <a:ext cx="987136" cy="24938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16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737532" y="4619674"/>
            <a:ext cx="987136" cy="24938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738075" y="4878471"/>
            <a:ext cx="987136" cy="24938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749302" y="5138243"/>
            <a:ext cx="987136" cy="24938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  <p:grpSp>
        <p:nvGrpSpPr>
          <p:cNvPr id="87" name="Group 86"/>
          <p:cNvGrpSpPr/>
          <p:nvPr/>
        </p:nvGrpSpPr>
        <p:grpSpPr>
          <a:xfrm>
            <a:off x="6738221" y="3890358"/>
            <a:ext cx="987136" cy="1516098"/>
            <a:chOff x="3851857" y="1454727"/>
            <a:chExt cx="987136" cy="1516098"/>
          </a:xfrm>
        </p:grpSpPr>
        <p:cxnSp>
          <p:nvCxnSpPr>
            <p:cNvPr id="88" name="Straight Connector 87"/>
            <p:cNvCxnSpPr/>
            <p:nvPr/>
          </p:nvCxnSpPr>
          <p:spPr>
            <a:xfrm>
              <a:off x="3851857" y="1454727"/>
              <a:ext cx="0" cy="1506682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>
              <a:off x="4838993" y="1464143"/>
              <a:ext cx="0" cy="1506682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>
              <a:off x="3851857" y="2961409"/>
              <a:ext cx="987136" cy="9416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Oval 90"/>
          <p:cNvSpPr/>
          <p:nvPr/>
        </p:nvSpPr>
        <p:spPr>
          <a:xfrm>
            <a:off x="5735405" y="2483271"/>
            <a:ext cx="488373" cy="29110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/>
          <p:cNvSpPr/>
          <p:nvPr/>
        </p:nvSpPr>
        <p:spPr>
          <a:xfrm>
            <a:off x="6968224" y="2739739"/>
            <a:ext cx="488373" cy="29110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/>
          <p:cNvSpPr/>
          <p:nvPr/>
        </p:nvSpPr>
        <p:spPr>
          <a:xfrm>
            <a:off x="10665393" y="2491052"/>
            <a:ext cx="488373" cy="291103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Left Brace 95"/>
          <p:cNvSpPr/>
          <p:nvPr/>
        </p:nvSpPr>
        <p:spPr>
          <a:xfrm>
            <a:off x="5344599" y="2433143"/>
            <a:ext cx="178760" cy="66003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/>
          <p:cNvSpPr txBox="1"/>
          <p:nvPr/>
        </p:nvSpPr>
        <p:spPr>
          <a:xfrm>
            <a:off x="10536212" y="5382964"/>
            <a:ext cx="714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Size 3</a:t>
            </a:r>
          </a:p>
        </p:txBody>
      </p:sp>
      <p:sp>
        <p:nvSpPr>
          <p:cNvPr id="99" name="Left Brace 98"/>
          <p:cNvSpPr/>
          <p:nvPr/>
        </p:nvSpPr>
        <p:spPr>
          <a:xfrm>
            <a:off x="10286634" y="4502185"/>
            <a:ext cx="172613" cy="96931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/>
          <p:cNvSpPr/>
          <p:nvPr/>
        </p:nvSpPr>
        <p:spPr>
          <a:xfrm>
            <a:off x="10670245" y="4570402"/>
            <a:ext cx="488373" cy="29110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/>
          <p:cNvSpPr/>
          <p:nvPr/>
        </p:nvSpPr>
        <p:spPr>
          <a:xfrm>
            <a:off x="8212741" y="4328571"/>
            <a:ext cx="488373" cy="29110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Curved Left Arrow 101"/>
          <p:cNvSpPr/>
          <p:nvPr/>
        </p:nvSpPr>
        <p:spPr>
          <a:xfrm>
            <a:off x="11524842" y="2780328"/>
            <a:ext cx="402274" cy="1233269"/>
          </a:xfrm>
          <a:prstGeom prst="curvedLef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59998" y="1856707"/>
            <a:ext cx="3657600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Left Brace 13"/>
          <p:cNvSpPr/>
          <p:nvPr/>
        </p:nvSpPr>
        <p:spPr>
          <a:xfrm rot="16200000">
            <a:off x="4593102" y="2511466"/>
            <a:ext cx="301865" cy="120112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431513" y="3175474"/>
            <a:ext cx="7587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Area stack</a:t>
            </a:r>
          </a:p>
        </p:txBody>
      </p:sp>
      <p:cxnSp>
        <p:nvCxnSpPr>
          <p:cNvPr id="95" name="Straight Connector 94"/>
          <p:cNvCxnSpPr/>
          <p:nvPr/>
        </p:nvCxnSpPr>
        <p:spPr>
          <a:xfrm>
            <a:off x="159998" y="2117965"/>
            <a:ext cx="3657600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>
            <a:off x="159998" y="2400485"/>
            <a:ext cx="3657600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>
            <a:off x="159998" y="2690938"/>
            <a:ext cx="3657600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159998" y="2961097"/>
            <a:ext cx="3657600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>
            <a:off x="159998" y="3229904"/>
            <a:ext cx="3657600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>
            <a:off x="159998" y="3502047"/>
            <a:ext cx="3657600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159998" y="3778148"/>
            <a:ext cx="3657600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>
            <a:off x="159998" y="4057946"/>
            <a:ext cx="3657600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>
            <a:off x="159998" y="4329098"/>
            <a:ext cx="3657600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159998" y="4609542"/>
            <a:ext cx="3657600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>
            <a:off x="159998" y="4874644"/>
            <a:ext cx="3657600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>
            <a:off x="159998" y="5149147"/>
            <a:ext cx="3657600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/>
          <p:nvPr/>
        </p:nvCxnSpPr>
        <p:spPr>
          <a:xfrm>
            <a:off x="159998" y="5430402"/>
            <a:ext cx="3657600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/>
          <p:nvPr/>
        </p:nvCxnSpPr>
        <p:spPr>
          <a:xfrm>
            <a:off x="159998" y="5707933"/>
            <a:ext cx="3657600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>
            <a:off x="159998" y="5978083"/>
            <a:ext cx="3657600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/>
          <p:nvPr/>
        </p:nvCxnSpPr>
        <p:spPr>
          <a:xfrm>
            <a:off x="159998" y="6271953"/>
            <a:ext cx="3657600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8116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4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  <p:bldP spid="12" grpId="0" animBg="1"/>
      <p:bldP spid="25" grpId="0" animBg="1"/>
      <p:bldP spid="30" grpId="0" animBg="1"/>
      <p:bldP spid="39" grpId="0" animBg="1"/>
      <p:bldP spid="44" grpId="0" animBg="1"/>
      <p:bldP spid="45" grpId="0" animBg="1"/>
      <p:bldP spid="50" grpId="0" animBg="1"/>
      <p:bldP spid="51" grpId="0" animBg="1"/>
      <p:bldP spid="62" grpId="0" animBg="1"/>
      <p:bldP spid="63" grpId="0" animBg="1"/>
      <p:bldP spid="64" grpId="0" animBg="1"/>
      <p:bldP spid="69" grpId="0" animBg="1"/>
      <p:bldP spid="70" grpId="0" animBg="1"/>
      <p:bldP spid="71" grpId="0" animBg="1"/>
      <p:bldP spid="83" grpId="0" animBg="1"/>
      <p:bldP spid="84" grpId="0" animBg="1"/>
      <p:bldP spid="85" grpId="0" animBg="1"/>
      <p:bldP spid="86" grpId="0" animBg="1"/>
      <p:bldP spid="91" grpId="0" animBg="1"/>
      <p:bldP spid="92" grpId="0" animBg="1"/>
      <p:bldP spid="93" grpId="0" animBg="1"/>
      <p:bldP spid="96" grpId="0" animBg="1"/>
      <p:bldP spid="98" grpId="0"/>
      <p:bldP spid="99" grpId="0" animBg="1"/>
      <p:bldP spid="100" grpId="0" animBg="1"/>
      <p:bldP spid="101" grpId="0" animBg="1"/>
      <p:bldP spid="102" grpId="0" animBg="1"/>
      <p:bldP spid="14" grpId="0" animBg="1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6639204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539" dirty="0" err="1">
                <a:latin typeface="Berlin Sans FB" panose="020E0602020502020306" pitchFamily="34" charset="0"/>
              </a:rPr>
              <a:t>Perintah</a:t>
            </a:r>
            <a:r>
              <a:rPr lang="en-US" altLang="en-US" sz="2539" dirty="0">
                <a:latin typeface="Berlin Sans FB" panose="020E0602020502020306" pitchFamily="34" charset="0"/>
              </a:rPr>
              <a:t> Stack </a:t>
            </a:r>
            <a:r>
              <a:rPr lang="en-US" altLang="en-US" sz="2539" dirty="0" err="1">
                <a:latin typeface="Berlin Sans FB" panose="020E0602020502020306" pitchFamily="34" charset="0"/>
              </a:rPr>
              <a:t>dalam</a:t>
            </a:r>
            <a:r>
              <a:rPr lang="en-US" altLang="en-US" sz="2539" dirty="0">
                <a:latin typeface="Berlin Sans FB" panose="020E0602020502020306" pitchFamily="34" charset="0"/>
              </a:rPr>
              <a:t> Java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043556"/>
              </p:ext>
            </p:extLst>
          </p:nvPr>
        </p:nvGraphicFramePr>
        <p:xfrm>
          <a:off x="3128758" y="1968373"/>
          <a:ext cx="6108760" cy="2396107"/>
        </p:xfrm>
        <a:graphic>
          <a:graphicData uri="http://schemas.openxmlformats.org/drawingml/2006/table">
            <a:tbl>
              <a:tblPr firstRow="1" firstCol="1" bandRow="1">
                <a:tableStyleId>{912C8C85-51F0-491E-9774-3900AFEF0FD7}</a:tableStyleId>
              </a:tblPr>
              <a:tblGrid>
                <a:gridCol w="12977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1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9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78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Stack ADT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Class </a:t>
                      </a:r>
                      <a:r>
                        <a:rPr lang="en-US" sz="1400" dirty="0" err="1">
                          <a:effectLst/>
                        </a:rPr>
                        <a:t>java.util.Stack</a:t>
                      </a:r>
                      <a:r>
                        <a:rPr lang="en-US" sz="1400" dirty="0">
                          <a:effectLst/>
                        </a:rPr>
                        <a:t> (Bahasa Java)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Keterangan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8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Size()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Size()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Jumlah</a:t>
                      </a:r>
                      <a:r>
                        <a:rPr lang="en-US" sz="1400" baseline="0" dirty="0">
                          <a:effectLst/>
                        </a:rPr>
                        <a:t> </a:t>
                      </a:r>
                      <a:r>
                        <a:rPr lang="en-US" sz="1400" baseline="0" dirty="0" err="1">
                          <a:effectLst/>
                        </a:rPr>
                        <a:t>elemen</a:t>
                      </a:r>
                      <a:r>
                        <a:rPr lang="en-US" sz="1400" baseline="0" dirty="0">
                          <a:effectLst/>
                        </a:rPr>
                        <a:t> </a:t>
                      </a:r>
                      <a:r>
                        <a:rPr lang="en-US" sz="1400" baseline="0" dirty="0" err="1">
                          <a:effectLst/>
                        </a:rPr>
                        <a:t>dalam</a:t>
                      </a:r>
                      <a:r>
                        <a:rPr lang="en-US" sz="1400" baseline="0" dirty="0">
                          <a:effectLst/>
                        </a:rPr>
                        <a:t> stack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8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isEmpty</a:t>
                      </a:r>
                      <a:r>
                        <a:rPr lang="en-US" sz="1400" dirty="0">
                          <a:effectLst/>
                        </a:rPr>
                        <a:t>()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Empty()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Stack </a:t>
                      </a:r>
                      <a:r>
                        <a:rPr lang="en-US" sz="1400" dirty="0" err="1">
                          <a:effectLst/>
                        </a:rPr>
                        <a:t>tidak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ada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isinya</a:t>
                      </a:r>
                      <a:r>
                        <a:rPr lang="en-US" sz="1400" dirty="0">
                          <a:effectLst/>
                        </a:rPr>
                        <a:t> / </a:t>
                      </a:r>
                      <a:r>
                        <a:rPr lang="en-US" sz="1400" dirty="0" err="1">
                          <a:effectLst/>
                        </a:rPr>
                        <a:t>kosong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8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Push(e)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Push(e)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Memasukkan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elemen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8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Pop()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Pop()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Menghapus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elemen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teratas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8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Top()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Peek()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Elemen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teratas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4325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4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>
                <a:latin typeface="Berlin Sans FB" panose="020E0602020502020306" pitchFamily="34" charset="0"/>
                <a:cs typeface="MV Boli" panose="02000500030200090000" pitchFamily="2" charset="0"/>
              </a:rPr>
              <a:t>Fast Array Stack</a:t>
            </a:r>
            <a:endParaRPr lang="en-US" altLang="en-US" sz="2539" dirty="0">
              <a:latin typeface="Berlin Sans FB" panose="020E0602020502020306" pitchFamily="34" charset="0"/>
              <a:cs typeface="MV Boli" panose="0200050003020009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A60BB6-4D19-4A6D-94FC-D2A15E699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2287" y="1214437"/>
            <a:ext cx="6191250" cy="4429125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6A8C0E19-8CE0-4D07-94A7-C0B8E638154B}"/>
              </a:ext>
            </a:extLst>
          </p:cNvPr>
          <p:cNvSpPr/>
          <p:nvPr/>
        </p:nvSpPr>
        <p:spPr>
          <a:xfrm>
            <a:off x="5960534" y="1828800"/>
            <a:ext cx="1715911" cy="3612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0BDC93-A15F-4B9C-9D06-AF3E43606057}"/>
              </a:ext>
            </a:extLst>
          </p:cNvPr>
          <p:cNvSpPr/>
          <p:nvPr/>
        </p:nvSpPr>
        <p:spPr>
          <a:xfrm>
            <a:off x="5960534" y="2940755"/>
            <a:ext cx="1715911" cy="3612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FA88AE3-3CE0-487F-9715-B5EE8B0C7F72}"/>
              </a:ext>
            </a:extLst>
          </p:cNvPr>
          <p:cNvSpPr/>
          <p:nvPr/>
        </p:nvSpPr>
        <p:spPr>
          <a:xfrm>
            <a:off x="5960534" y="4303711"/>
            <a:ext cx="1715911" cy="3612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815A56A-86CA-42DF-AC3F-A9C6C7276C9A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4024492" y="2009423"/>
            <a:ext cx="1936042" cy="1264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F466F6D-C13E-47A3-ADDA-D7200B6CE4C6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4024490" y="3121378"/>
            <a:ext cx="1936044" cy="152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8C701FA-3C62-48D6-A073-0F6F8A1D0A87}"/>
              </a:ext>
            </a:extLst>
          </p:cNvPr>
          <p:cNvCxnSpPr>
            <a:cxnSpLocks/>
            <a:stCxn id="12" idx="2"/>
          </p:cNvCxnSpPr>
          <p:nvPr/>
        </p:nvCxnSpPr>
        <p:spPr>
          <a:xfrm flipH="1" flipV="1">
            <a:off x="4024490" y="3273778"/>
            <a:ext cx="1936044" cy="1210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6446063-1B56-42AB-B19A-DD5CFF4FD21F}"/>
              </a:ext>
            </a:extLst>
          </p:cNvPr>
          <p:cNvSpPr txBox="1"/>
          <p:nvPr/>
        </p:nvSpPr>
        <p:spPr>
          <a:xfrm>
            <a:off x="570979" y="3089112"/>
            <a:ext cx="3453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Copy </a:t>
            </a:r>
            <a:r>
              <a:rPr lang="en-US" dirty="0" err="1"/>
              <a:t>seluruh</a:t>
            </a:r>
            <a:r>
              <a:rPr lang="en-US" dirty="0"/>
              <a:t> data </a:t>
            </a:r>
            <a:r>
              <a:rPr lang="en-US" dirty="0" err="1"/>
              <a:t>pada</a:t>
            </a:r>
            <a:r>
              <a:rPr lang="en-US" dirty="0"/>
              <a:t> array stack</a:t>
            </a:r>
          </a:p>
        </p:txBody>
      </p:sp>
    </p:spTree>
    <p:extLst>
      <p:ext uri="{BB962C8B-B14F-4D97-AF65-F5344CB8AC3E}">
        <p14:creationId xmlns:p14="http://schemas.microsoft.com/office/powerpoint/2010/main" val="218983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 err="1">
                <a:latin typeface="Berlin Sans FB" panose="020E0602020502020306" pitchFamily="34" charset="0"/>
                <a:cs typeface="MV Boli" panose="02000500030200090000" pitchFamily="2" charset="0"/>
              </a:rPr>
              <a:t>Penutup</a:t>
            </a:r>
            <a:endParaRPr lang="en-US" altLang="en-US" sz="2539" dirty="0">
              <a:latin typeface="Berlin Sans FB" panose="020E0602020502020306" pitchFamily="34" charset="0"/>
              <a:cs typeface="MV Boli" panose="02000500030200090000" pitchFamily="2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ED3EB03-E8C0-48B1-B363-B5BCA5E58A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885468"/>
              </p:ext>
            </p:extLst>
          </p:nvPr>
        </p:nvGraphicFramePr>
        <p:xfrm>
          <a:off x="2121257" y="2721935"/>
          <a:ext cx="7586269" cy="25169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3172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1491</TotalTime>
  <Words>504</Words>
  <Application>Microsoft Office PowerPoint</Application>
  <PresentationFormat>Widescreen</PresentationFormat>
  <Paragraphs>153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Berlin Sans FB</vt:lpstr>
      <vt:lpstr>Britannic Bold</vt:lpstr>
      <vt:lpstr>Calibri</vt:lpstr>
      <vt:lpstr>Calibri Light</vt:lpstr>
      <vt:lpstr>Century Gothic</vt:lpstr>
      <vt:lpstr>MV Boli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user</dc:creator>
  <cp:lastModifiedBy>Dian Nursantika, S.Kom., M.Cs.</cp:lastModifiedBy>
  <cp:revision>104</cp:revision>
  <dcterms:created xsi:type="dcterms:W3CDTF">2018-01-15T03:36:45Z</dcterms:created>
  <dcterms:modified xsi:type="dcterms:W3CDTF">2023-09-03T06:24:51Z</dcterms:modified>
</cp:coreProperties>
</file>