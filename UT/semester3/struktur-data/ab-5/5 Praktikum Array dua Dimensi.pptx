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310" r:id="rId3"/>
    <p:sldId id="312" r:id="rId4"/>
    <p:sldId id="318" r:id="rId5"/>
    <p:sldId id="319" r:id="rId6"/>
    <p:sldId id="331" r:id="rId7"/>
    <p:sldId id="332" r:id="rId8"/>
    <p:sldId id="27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AFB6"/>
    <a:srgbClr val="BAEDF0"/>
    <a:srgbClr val="176367"/>
    <a:srgbClr val="D2F3F6"/>
    <a:srgbClr val="EB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1" autoAdjust="0"/>
    <p:restoredTop sz="94630" autoAdjust="0"/>
  </p:normalViewPr>
  <p:slideViewPr>
    <p:cSldViewPr snapToGrid="0">
      <p:cViewPr varScale="1">
        <p:scale>
          <a:sx n="90" d="100"/>
          <a:sy n="90" d="100"/>
        </p:scale>
        <p:origin x="10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55C064-4326-45CC-AD07-992A7136AAF6}" type="doc">
      <dgm:prSet loTypeId="urn:microsoft.com/office/officeart/2008/layout/VerticalCurvedLis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ABFB600F-DD9A-494C-9BDD-3162B93BA873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sz="1600" dirty="0" err="1"/>
            <a:t>Mencetak</a:t>
          </a:r>
          <a:r>
            <a:rPr lang="en-US" sz="1600" dirty="0"/>
            <a:t> </a:t>
          </a:r>
          <a:r>
            <a:rPr lang="en-US" sz="1600" dirty="0" err="1"/>
            <a:t>seluruh</a:t>
          </a:r>
          <a:r>
            <a:rPr lang="en-US" sz="1600" dirty="0"/>
            <a:t> </a:t>
          </a:r>
          <a:r>
            <a:rPr lang="en-US" sz="1600" dirty="0" err="1"/>
            <a:t>isi</a:t>
          </a:r>
          <a:r>
            <a:rPr lang="en-US" sz="1600" dirty="0"/>
            <a:t> array </a:t>
          </a:r>
          <a:r>
            <a:rPr lang="en-US" sz="1600" dirty="0" err="1"/>
            <a:t>cetakA</a:t>
          </a:r>
          <a:r>
            <a:rPr lang="en-US" sz="1600" dirty="0"/>
            <a:t>, </a:t>
          </a:r>
          <a:r>
            <a:rPr lang="en-US" sz="1600" dirty="0" err="1"/>
            <a:t>dimulai</a:t>
          </a:r>
          <a:r>
            <a:rPr lang="en-US" sz="1600" dirty="0"/>
            <a:t> </a:t>
          </a:r>
          <a:r>
            <a:rPr lang="en-US" sz="1600" dirty="0" err="1"/>
            <a:t>dari</a:t>
          </a:r>
          <a:r>
            <a:rPr lang="en-US" sz="1600" dirty="0"/>
            <a:t> </a:t>
          </a:r>
          <a:r>
            <a:rPr lang="en-US" sz="1600" dirty="0" err="1"/>
            <a:t>cetakA</a:t>
          </a:r>
          <a:r>
            <a:rPr lang="en-US" sz="1600" dirty="0"/>
            <a:t>[0][0] </a:t>
          </a:r>
          <a:r>
            <a:rPr lang="en-US" sz="1600" dirty="0" err="1"/>
            <a:t>sampai</a:t>
          </a:r>
          <a:r>
            <a:rPr lang="en-US" sz="1600" dirty="0"/>
            <a:t> </a:t>
          </a:r>
          <a:r>
            <a:rPr lang="en-US" sz="1600" dirty="0" err="1"/>
            <a:t>cetakA</a:t>
          </a:r>
          <a:r>
            <a:rPr lang="en-US" sz="1600" dirty="0"/>
            <a:t>[1][4]</a:t>
          </a:r>
        </a:p>
      </dgm:t>
    </dgm:pt>
    <dgm:pt modelId="{FC797734-C855-4E21-B085-B0A9BB96A82F}" type="parTrans" cxnId="{926704DC-5172-4E3C-BFEA-812AE5D73230}">
      <dgm:prSet/>
      <dgm:spPr/>
      <dgm:t>
        <a:bodyPr/>
        <a:lstStyle/>
        <a:p>
          <a:endParaRPr lang="en-US" sz="1600"/>
        </a:p>
      </dgm:t>
    </dgm:pt>
    <dgm:pt modelId="{350EC546-59DE-491F-9BC2-485DB544F45F}" type="sibTrans" cxnId="{926704DC-5172-4E3C-BFEA-812AE5D73230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endParaRPr lang="en-US" sz="1600"/>
        </a:p>
      </dgm:t>
    </dgm:pt>
    <dgm:pt modelId="{241644B4-2F6E-48CB-83E2-0452EF4E4A5B}" type="pres">
      <dgm:prSet presAssocID="{5855C064-4326-45CC-AD07-992A7136AAF6}" presName="Name0" presStyleCnt="0">
        <dgm:presLayoutVars>
          <dgm:chMax val="7"/>
          <dgm:chPref val="7"/>
          <dgm:dir/>
        </dgm:presLayoutVars>
      </dgm:prSet>
      <dgm:spPr/>
    </dgm:pt>
    <dgm:pt modelId="{6F1D4949-5906-48CA-A128-D6BB9BE9CE44}" type="pres">
      <dgm:prSet presAssocID="{5855C064-4326-45CC-AD07-992A7136AAF6}" presName="Name1" presStyleCnt="0"/>
      <dgm:spPr/>
    </dgm:pt>
    <dgm:pt modelId="{283651ED-4655-48CB-82F5-36BF8B722753}" type="pres">
      <dgm:prSet presAssocID="{5855C064-4326-45CC-AD07-992A7136AAF6}" presName="cycle" presStyleCnt="0"/>
      <dgm:spPr/>
    </dgm:pt>
    <dgm:pt modelId="{29AA00DA-4001-4D59-AA1B-D93EBFD76024}" type="pres">
      <dgm:prSet presAssocID="{5855C064-4326-45CC-AD07-992A7136AAF6}" presName="srcNode" presStyleLbl="node1" presStyleIdx="0" presStyleCnt="1"/>
      <dgm:spPr/>
    </dgm:pt>
    <dgm:pt modelId="{ACD8D142-268C-42AC-BEB3-B8E89081EA99}" type="pres">
      <dgm:prSet presAssocID="{5855C064-4326-45CC-AD07-992A7136AAF6}" presName="conn" presStyleLbl="parChTrans1D2" presStyleIdx="0" presStyleCnt="1"/>
      <dgm:spPr/>
    </dgm:pt>
    <dgm:pt modelId="{883E48E7-4073-4601-8574-15B9F4F8DE91}" type="pres">
      <dgm:prSet presAssocID="{5855C064-4326-45CC-AD07-992A7136AAF6}" presName="extraNode" presStyleLbl="node1" presStyleIdx="0" presStyleCnt="1"/>
      <dgm:spPr/>
    </dgm:pt>
    <dgm:pt modelId="{F820E447-A48B-41D3-AF88-4A76F2311ABA}" type="pres">
      <dgm:prSet presAssocID="{5855C064-4326-45CC-AD07-992A7136AAF6}" presName="dstNode" presStyleLbl="node1" presStyleIdx="0" presStyleCnt="1"/>
      <dgm:spPr/>
    </dgm:pt>
    <dgm:pt modelId="{28DA0CF1-35FD-4479-B4A6-795907E2D398}" type="pres">
      <dgm:prSet presAssocID="{ABFB600F-DD9A-494C-9BDD-3162B93BA873}" presName="text_1" presStyleLbl="node1" presStyleIdx="0" presStyleCnt="1">
        <dgm:presLayoutVars>
          <dgm:bulletEnabled val="1"/>
        </dgm:presLayoutVars>
      </dgm:prSet>
      <dgm:spPr/>
    </dgm:pt>
    <dgm:pt modelId="{704631D3-94A8-40ED-9289-4DDD3F0D87CA}" type="pres">
      <dgm:prSet presAssocID="{ABFB600F-DD9A-494C-9BDD-3162B93BA873}" presName="accent_1" presStyleCnt="0"/>
      <dgm:spPr/>
    </dgm:pt>
    <dgm:pt modelId="{8BAEDE0C-217D-4959-BA00-CAEC969CC248}" type="pres">
      <dgm:prSet presAssocID="{ABFB600F-DD9A-494C-9BDD-3162B93BA873}" presName="accentRepeatNode" presStyleLbl="solidFgAcc1" presStyleIdx="0" presStyleCn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</dgm:pt>
  </dgm:ptLst>
  <dgm:cxnLst>
    <dgm:cxn modelId="{33EA9E4E-B4F8-461E-90B5-7C8CBCFA55F4}" type="presOf" srcId="{350EC546-59DE-491F-9BC2-485DB544F45F}" destId="{ACD8D142-268C-42AC-BEB3-B8E89081EA99}" srcOrd="0" destOrd="0" presId="urn:microsoft.com/office/officeart/2008/layout/VerticalCurvedList"/>
    <dgm:cxn modelId="{2DE5785C-205D-4EC5-A1FD-DED5CE0DCA3D}" type="presOf" srcId="{ABFB600F-DD9A-494C-9BDD-3162B93BA873}" destId="{28DA0CF1-35FD-4479-B4A6-795907E2D398}" srcOrd="0" destOrd="0" presId="urn:microsoft.com/office/officeart/2008/layout/VerticalCurvedList"/>
    <dgm:cxn modelId="{DC64BEBA-714F-4DC4-871C-70E0472747A0}" type="presOf" srcId="{5855C064-4326-45CC-AD07-992A7136AAF6}" destId="{241644B4-2F6E-48CB-83E2-0452EF4E4A5B}" srcOrd="0" destOrd="0" presId="urn:microsoft.com/office/officeart/2008/layout/VerticalCurvedList"/>
    <dgm:cxn modelId="{926704DC-5172-4E3C-BFEA-812AE5D73230}" srcId="{5855C064-4326-45CC-AD07-992A7136AAF6}" destId="{ABFB600F-DD9A-494C-9BDD-3162B93BA873}" srcOrd="0" destOrd="0" parTransId="{FC797734-C855-4E21-B085-B0A9BB96A82F}" sibTransId="{350EC546-59DE-491F-9BC2-485DB544F45F}"/>
    <dgm:cxn modelId="{2F6E8763-F62C-4B74-9BC3-14B9B22BA0EC}" type="presParOf" srcId="{241644B4-2F6E-48CB-83E2-0452EF4E4A5B}" destId="{6F1D4949-5906-48CA-A128-D6BB9BE9CE44}" srcOrd="0" destOrd="0" presId="urn:microsoft.com/office/officeart/2008/layout/VerticalCurvedList"/>
    <dgm:cxn modelId="{7730ED94-8F9C-4434-8D0B-563BB90100BD}" type="presParOf" srcId="{6F1D4949-5906-48CA-A128-D6BB9BE9CE44}" destId="{283651ED-4655-48CB-82F5-36BF8B722753}" srcOrd="0" destOrd="0" presId="urn:microsoft.com/office/officeart/2008/layout/VerticalCurvedList"/>
    <dgm:cxn modelId="{6A5E9D9E-C932-459F-984B-5EE87E604E88}" type="presParOf" srcId="{283651ED-4655-48CB-82F5-36BF8B722753}" destId="{29AA00DA-4001-4D59-AA1B-D93EBFD76024}" srcOrd="0" destOrd="0" presId="urn:microsoft.com/office/officeart/2008/layout/VerticalCurvedList"/>
    <dgm:cxn modelId="{C9BB13CC-69DA-49CB-9B74-343904A34B7F}" type="presParOf" srcId="{283651ED-4655-48CB-82F5-36BF8B722753}" destId="{ACD8D142-268C-42AC-BEB3-B8E89081EA99}" srcOrd="1" destOrd="0" presId="urn:microsoft.com/office/officeart/2008/layout/VerticalCurvedList"/>
    <dgm:cxn modelId="{63D708CA-EFF1-42E3-A4E2-242159241DB8}" type="presParOf" srcId="{283651ED-4655-48CB-82F5-36BF8B722753}" destId="{883E48E7-4073-4601-8574-15B9F4F8DE91}" srcOrd="2" destOrd="0" presId="urn:microsoft.com/office/officeart/2008/layout/VerticalCurvedList"/>
    <dgm:cxn modelId="{673BADB5-E4B8-45BA-A26D-902E91432C8F}" type="presParOf" srcId="{283651ED-4655-48CB-82F5-36BF8B722753}" destId="{F820E447-A48B-41D3-AF88-4A76F2311ABA}" srcOrd="3" destOrd="0" presId="urn:microsoft.com/office/officeart/2008/layout/VerticalCurvedList"/>
    <dgm:cxn modelId="{1BC81B62-C39D-4EBB-92FA-1B2D4E7C42F5}" type="presParOf" srcId="{6F1D4949-5906-48CA-A128-D6BB9BE9CE44}" destId="{28DA0CF1-35FD-4479-B4A6-795907E2D398}" srcOrd="1" destOrd="0" presId="urn:microsoft.com/office/officeart/2008/layout/VerticalCurvedList"/>
    <dgm:cxn modelId="{2F6E3BF8-7901-4310-A5A5-09AEAD46CA56}" type="presParOf" srcId="{6F1D4949-5906-48CA-A128-D6BB9BE9CE44}" destId="{704631D3-94A8-40ED-9289-4DDD3F0D87CA}" srcOrd="2" destOrd="0" presId="urn:microsoft.com/office/officeart/2008/layout/VerticalCurvedList"/>
    <dgm:cxn modelId="{E1181B9A-47CC-4E8B-9EEE-1F33097FCC44}" type="presParOf" srcId="{704631D3-94A8-40ED-9289-4DDD3F0D87CA}" destId="{8BAEDE0C-217D-4959-BA00-CAEC969CC24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55C064-4326-45CC-AD07-992A7136AAF6}" type="doc">
      <dgm:prSet loTypeId="urn:microsoft.com/office/officeart/2008/layout/VerticalCurvedLis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19BF1FAA-8543-4C4A-8E3A-032EF4B772FE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sz="1600" dirty="0" err="1"/>
            <a:t>Memasukkan</a:t>
          </a:r>
          <a:r>
            <a:rPr lang="en-US" sz="1600" dirty="0"/>
            <a:t> data </a:t>
          </a:r>
          <a:r>
            <a:rPr lang="en-US" sz="1600" dirty="0" err="1"/>
            <a:t>nama</a:t>
          </a:r>
          <a:r>
            <a:rPr lang="en-US" sz="1600" dirty="0"/>
            <a:t> Negara </a:t>
          </a:r>
          <a:r>
            <a:rPr lang="en-US" sz="1600" dirty="0" err="1"/>
            <a:t>pada</a:t>
          </a:r>
          <a:r>
            <a:rPr lang="en-US" sz="1600" dirty="0"/>
            <a:t> </a:t>
          </a:r>
          <a:r>
            <a:rPr lang="en-US" sz="1600" dirty="0" err="1"/>
            <a:t>baris</a:t>
          </a:r>
          <a:r>
            <a:rPr lang="en-US" sz="1600" dirty="0"/>
            <a:t> </a:t>
          </a:r>
          <a:r>
            <a:rPr lang="en-US" sz="1600" dirty="0" err="1"/>
            <a:t>ke</a:t>
          </a:r>
          <a:r>
            <a:rPr lang="en-US" sz="1600" dirty="0"/>
            <a:t>[0] </a:t>
          </a:r>
          <a:r>
            <a:rPr lang="en-US" sz="1600" dirty="0" err="1"/>
            <a:t>dan</a:t>
          </a:r>
          <a:r>
            <a:rPr lang="en-US" sz="1600" dirty="0"/>
            <a:t> </a:t>
          </a:r>
          <a:r>
            <a:rPr lang="en-US" sz="1600" dirty="0" err="1"/>
            <a:t>memasukkan</a:t>
          </a:r>
          <a:r>
            <a:rPr lang="en-US" sz="1600" dirty="0"/>
            <a:t> </a:t>
          </a:r>
          <a:r>
            <a:rPr lang="en-US" sz="1600" dirty="0" err="1"/>
            <a:t>nama</a:t>
          </a:r>
          <a:r>
            <a:rPr lang="en-US" sz="1600" dirty="0"/>
            <a:t> </a:t>
          </a:r>
          <a:r>
            <a:rPr lang="en-US" sz="1600" dirty="0" err="1"/>
            <a:t>ibukota</a:t>
          </a:r>
          <a:r>
            <a:rPr lang="en-US" sz="1600" dirty="0"/>
            <a:t> </a:t>
          </a:r>
          <a:r>
            <a:rPr lang="en-US" sz="1600" dirty="0" err="1"/>
            <a:t>pada</a:t>
          </a:r>
          <a:r>
            <a:rPr lang="en-US" sz="1600" dirty="0"/>
            <a:t> </a:t>
          </a:r>
          <a:r>
            <a:rPr lang="en-US" sz="1600" dirty="0" err="1"/>
            <a:t>baris</a:t>
          </a:r>
          <a:r>
            <a:rPr lang="en-US" sz="1600" dirty="0"/>
            <a:t> </a:t>
          </a:r>
          <a:r>
            <a:rPr lang="en-US" sz="1600" dirty="0" err="1"/>
            <a:t>ke</a:t>
          </a:r>
          <a:r>
            <a:rPr lang="en-US" sz="1600" dirty="0"/>
            <a:t>[1]</a:t>
          </a:r>
        </a:p>
      </dgm:t>
    </dgm:pt>
    <dgm:pt modelId="{B8AA7DEF-A7FF-43AB-A135-D923DD73ED41}" type="parTrans" cxnId="{80F9892E-466A-480B-8E12-970D48375B32}">
      <dgm:prSet/>
      <dgm:spPr/>
      <dgm:t>
        <a:bodyPr/>
        <a:lstStyle/>
        <a:p>
          <a:endParaRPr lang="en-US" sz="1600"/>
        </a:p>
      </dgm:t>
    </dgm:pt>
    <dgm:pt modelId="{6686169C-0A71-4EAF-86ED-4EF9243296A5}" type="sibTrans" cxnId="{80F9892E-466A-480B-8E12-970D48375B32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endParaRPr lang="en-US" sz="1600"/>
        </a:p>
      </dgm:t>
    </dgm:pt>
    <dgm:pt modelId="{241644B4-2F6E-48CB-83E2-0452EF4E4A5B}" type="pres">
      <dgm:prSet presAssocID="{5855C064-4326-45CC-AD07-992A7136AAF6}" presName="Name0" presStyleCnt="0">
        <dgm:presLayoutVars>
          <dgm:chMax val="7"/>
          <dgm:chPref val="7"/>
          <dgm:dir/>
        </dgm:presLayoutVars>
      </dgm:prSet>
      <dgm:spPr/>
    </dgm:pt>
    <dgm:pt modelId="{6F1D4949-5906-48CA-A128-D6BB9BE9CE44}" type="pres">
      <dgm:prSet presAssocID="{5855C064-4326-45CC-AD07-992A7136AAF6}" presName="Name1" presStyleCnt="0"/>
      <dgm:spPr/>
    </dgm:pt>
    <dgm:pt modelId="{283651ED-4655-48CB-82F5-36BF8B722753}" type="pres">
      <dgm:prSet presAssocID="{5855C064-4326-45CC-AD07-992A7136AAF6}" presName="cycle" presStyleCnt="0"/>
      <dgm:spPr/>
    </dgm:pt>
    <dgm:pt modelId="{29AA00DA-4001-4D59-AA1B-D93EBFD76024}" type="pres">
      <dgm:prSet presAssocID="{5855C064-4326-45CC-AD07-992A7136AAF6}" presName="srcNode" presStyleLbl="node1" presStyleIdx="0" presStyleCnt="1"/>
      <dgm:spPr/>
    </dgm:pt>
    <dgm:pt modelId="{ACD8D142-268C-42AC-BEB3-B8E89081EA99}" type="pres">
      <dgm:prSet presAssocID="{5855C064-4326-45CC-AD07-992A7136AAF6}" presName="conn" presStyleLbl="parChTrans1D2" presStyleIdx="0" presStyleCnt="1"/>
      <dgm:spPr/>
    </dgm:pt>
    <dgm:pt modelId="{883E48E7-4073-4601-8574-15B9F4F8DE91}" type="pres">
      <dgm:prSet presAssocID="{5855C064-4326-45CC-AD07-992A7136AAF6}" presName="extraNode" presStyleLbl="node1" presStyleIdx="0" presStyleCnt="1"/>
      <dgm:spPr/>
    </dgm:pt>
    <dgm:pt modelId="{F820E447-A48B-41D3-AF88-4A76F2311ABA}" type="pres">
      <dgm:prSet presAssocID="{5855C064-4326-45CC-AD07-992A7136AAF6}" presName="dstNode" presStyleLbl="node1" presStyleIdx="0" presStyleCnt="1"/>
      <dgm:spPr/>
    </dgm:pt>
    <dgm:pt modelId="{100AA356-D81C-433E-99B2-6BEC001147F4}" type="pres">
      <dgm:prSet presAssocID="{19BF1FAA-8543-4C4A-8E3A-032EF4B772FE}" presName="text_1" presStyleLbl="node1" presStyleIdx="0" presStyleCnt="1">
        <dgm:presLayoutVars>
          <dgm:bulletEnabled val="1"/>
        </dgm:presLayoutVars>
      </dgm:prSet>
      <dgm:spPr/>
    </dgm:pt>
    <dgm:pt modelId="{67D7FFE8-490E-46BF-A2FA-D446874657A6}" type="pres">
      <dgm:prSet presAssocID="{19BF1FAA-8543-4C4A-8E3A-032EF4B772FE}" presName="accent_1" presStyleCnt="0"/>
      <dgm:spPr/>
    </dgm:pt>
    <dgm:pt modelId="{4212FAFC-ED63-4E88-B688-16B00C5B40DC}" type="pres">
      <dgm:prSet presAssocID="{19BF1FAA-8543-4C4A-8E3A-032EF4B772FE}" presName="accentRepeatNode" presStyleLbl="solidFgAcc1" presStyleIdx="0" presStyleCn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</dgm:pt>
  </dgm:ptLst>
  <dgm:cxnLst>
    <dgm:cxn modelId="{2801790A-5362-4954-BEBD-142557408053}" type="presOf" srcId="{6686169C-0A71-4EAF-86ED-4EF9243296A5}" destId="{ACD8D142-268C-42AC-BEB3-B8E89081EA99}" srcOrd="0" destOrd="0" presId="urn:microsoft.com/office/officeart/2008/layout/VerticalCurvedList"/>
    <dgm:cxn modelId="{80F9892E-466A-480B-8E12-970D48375B32}" srcId="{5855C064-4326-45CC-AD07-992A7136AAF6}" destId="{19BF1FAA-8543-4C4A-8E3A-032EF4B772FE}" srcOrd="0" destOrd="0" parTransId="{B8AA7DEF-A7FF-43AB-A135-D923DD73ED41}" sibTransId="{6686169C-0A71-4EAF-86ED-4EF9243296A5}"/>
    <dgm:cxn modelId="{04738576-81AE-46D6-9B92-570347FF17F9}" type="presOf" srcId="{19BF1FAA-8543-4C4A-8E3A-032EF4B772FE}" destId="{100AA356-D81C-433E-99B2-6BEC001147F4}" srcOrd="0" destOrd="0" presId="urn:microsoft.com/office/officeart/2008/layout/VerticalCurvedList"/>
    <dgm:cxn modelId="{87687EC1-3DA0-4523-87D6-916E7E932545}" type="presOf" srcId="{5855C064-4326-45CC-AD07-992A7136AAF6}" destId="{241644B4-2F6E-48CB-83E2-0452EF4E4A5B}" srcOrd="0" destOrd="0" presId="urn:microsoft.com/office/officeart/2008/layout/VerticalCurvedList"/>
    <dgm:cxn modelId="{A404549A-FE58-49F6-8805-6E574A1B79CC}" type="presParOf" srcId="{241644B4-2F6E-48CB-83E2-0452EF4E4A5B}" destId="{6F1D4949-5906-48CA-A128-D6BB9BE9CE44}" srcOrd="0" destOrd="0" presId="urn:microsoft.com/office/officeart/2008/layout/VerticalCurvedList"/>
    <dgm:cxn modelId="{74A2893F-8031-4D0D-9214-1D6E73158ABB}" type="presParOf" srcId="{6F1D4949-5906-48CA-A128-D6BB9BE9CE44}" destId="{283651ED-4655-48CB-82F5-36BF8B722753}" srcOrd="0" destOrd="0" presId="urn:microsoft.com/office/officeart/2008/layout/VerticalCurvedList"/>
    <dgm:cxn modelId="{6AD6E342-2694-499C-A332-33EEF053F064}" type="presParOf" srcId="{283651ED-4655-48CB-82F5-36BF8B722753}" destId="{29AA00DA-4001-4D59-AA1B-D93EBFD76024}" srcOrd="0" destOrd="0" presId="urn:microsoft.com/office/officeart/2008/layout/VerticalCurvedList"/>
    <dgm:cxn modelId="{E24091F8-4673-4638-A972-725BBE81A820}" type="presParOf" srcId="{283651ED-4655-48CB-82F5-36BF8B722753}" destId="{ACD8D142-268C-42AC-BEB3-B8E89081EA99}" srcOrd="1" destOrd="0" presId="urn:microsoft.com/office/officeart/2008/layout/VerticalCurvedList"/>
    <dgm:cxn modelId="{E778CD0E-30DD-4F27-9957-A5AE92C1F2B1}" type="presParOf" srcId="{283651ED-4655-48CB-82F5-36BF8B722753}" destId="{883E48E7-4073-4601-8574-15B9F4F8DE91}" srcOrd="2" destOrd="0" presId="urn:microsoft.com/office/officeart/2008/layout/VerticalCurvedList"/>
    <dgm:cxn modelId="{4EDA5FAA-E2A9-46E5-A8CB-F8A799CC1194}" type="presParOf" srcId="{283651ED-4655-48CB-82F5-36BF8B722753}" destId="{F820E447-A48B-41D3-AF88-4A76F2311ABA}" srcOrd="3" destOrd="0" presId="urn:microsoft.com/office/officeart/2008/layout/VerticalCurvedList"/>
    <dgm:cxn modelId="{982FA3D9-A37C-4E0A-A1CD-0009092BBC68}" type="presParOf" srcId="{6F1D4949-5906-48CA-A128-D6BB9BE9CE44}" destId="{100AA356-D81C-433E-99B2-6BEC001147F4}" srcOrd="1" destOrd="0" presId="urn:microsoft.com/office/officeart/2008/layout/VerticalCurvedList"/>
    <dgm:cxn modelId="{70169638-9902-43D4-97C6-A9A0921BA00A}" type="presParOf" srcId="{6F1D4949-5906-48CA-A128-D6BB9BE9CE44}" destId="{67D7FFE8-490E-46BF-A2FA-D446874657A6}" srcOrd="2" destOrd="0" presId="urn:microsoft.com/office/officeart/2008/layout/VerticalCurvedList"/>
    <dgm:cxn modelId="{F714DDAE-EC3E-437D-B223-C4A73D9FFEB0}" type="presParOf" srcId="{67D7FFE8-490E-46BF-A2FA-D446874657A6}" destId="{4212FAFC-ED63-4E88-B688-16B00C5B40D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55C064-4326-45CC-AD07-992A7136AAF6}" type="doc">
      <dgm:prSet loTypeId="urn:microsoft.com/office/officeart/2008/layout/VerticalCurvedLis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65A545CE-320E-4540-AA43-E9C1B53F8BC6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sz="1600" dirty="0" err="1"/>
            <a:t>Mencetak</a:t>
          </a:r>
          <a:r>
            <a:rPr lang="en-US" sz="1600" dirty="0"/>
            <a:t> array yang </a:t>
          </a:r>
          <a:r>
            <a:rPr lang="en-US" sz="1600" dirty="0" err="1"/>
            <a:t>ke</a:t>
          </a:r>
          <a:r>
            <a:rPr lang="en-US" sz="1600" dirty="0"/>
            <a:t> [0][1]</a:t>
          </a:r>
        </a:p>
      </dgm:t>
    </dgm:pt>
    <dgm:pt modelId="{4E812859-6AF5-4FC1-AEAC-6D67613040D0}" type="parTrans" cxnId="{24A4BEE9-0D9A-4401-B90B-A0B12C4455B4}">
      <dgm:prSet/>
      <dgm:spPr/>
      <dgm:t>
        <a:bodyPr/>
        <a:lstStyle/>
        <a:p>
          <a:endParaRPr lang="en-US" sz="2000"/>
        </a:p>
      </dgm:t>
    </dgm:pt>
    <dgm:pt modelId="{CFA3F6A8-280B-4F98-B5DA-1EBA36E77D2E}" type="sibTrans" cxnId="{24A4BEE9-0D9A-4401-B90B-A0B12C4455B4}">
      <dgm:prSet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endParaRPr lang="en-US" sz="2000"/>
        </a:p>
      </dgm:t>
    </dgm:pt>
    <dgm:pt modelId="{241644B4-2F6E-48CB-83E2-0452EF4E4A5B}" type="pres">
      <dgm:prSet presAssocID="{5855C064-4326-45CC-AD07-992A7136AAF6}" presName="Name0" presStyleCnt="0">
        <dgm:presLayoutVars>
          <dgm:chMax val="7"/>
          <dgm:chPref val="7"/>
          <dgm:dir/>
        </dgm:presLayoutVars>
      </dgm:prSet>
      <dgm:spPr/>
    </dgm:pt>
    <dgm:pt modelId="{6F1D4949-5906-48CA-A128-D6BB9BE9CE44}" type="pres">
      <dgm:prSet presAssocID="{5855C064-4326-45CC-AD07-992A7136AAF6}" presName="Name1" presStyleCnt="0"/>
      <dgm:spPr/>
    </dgm:pt>
    <dgm:pt modelId="{283651ED-4655-48CB-82F5-36BF8B722753}" type="pres">
      <dgm:prSet presAssocID="{5855C064-4326-45CC-AD07-992A7136AAF6}" presName="cycle" presStyleCnt="0"/>
      <dgm:spPr/>
    </dgm:pt>
    <dgm:pt modelId="{29AA00DA-4001-4D59-AA1B-D93EBFD76024}" type="pres">
      <dgm:prSet presAssocID="{5855C064-4326-45CC-AD07-992A7136AAF6}" presName="srcNode" presStyleLbl="node1" presStyleIdx="0" presStyleCnt="1"/>
      <dgm:spPr/>
    </dgm:pt>
    <dgm:pt modelId="{ACD8D142-268C-42AC-BEB3-B8E89081EA99}" type="pres">
      <dgm:prSet presAssocID="{5855C064-4326-45CC-AD07-992A7136AAF6}" presName="conn" presStyleLbl="parChTrans1D2" presStyleIdx="0" presStyleCnt="1"/>
      <dgm:spPr/>
    </dgm:pt>
    <dgm:pt modelId="{883E48E7-4073-4601-8574-15B9F4F8DE91}" type="pres">
      <dgm:prSet presAssocID="{5855C064-4326-45CC-AD07-992A7136AAF6}" presName="extraNode" presStyleLbl="node1" presStyleIdx="0" presStyleCnt="1"/>
      <dgm:spPr/>
    </dgm:pt>
    <dgm:pt modelId="{F820E447-A48B-41D3-AF88-4A76F2311ABA}" type="pres">
      <dgm:prSet presAssocID="{5855C064-4326-45CC-AD07-992A7136AAF6}" presName="dstNode" presStyleLbl="node1" presStyleIdx="0" presStyleCnt="1"/>
      <dgm:spPr/>
    </dgm:pt>
    <dgm:pt modelId="{F7FBD5F3-8961-4043-9CDC-4F54DD89E367}" type="pres">
      <dgm:prSet presAssocID="{65A545CE-320E-4540-AA43-E9C1B53F8BC6}" presName="text_1" presStyleLbl="node1" presStyleIdx="0" presStyleCnt="1">
        <dgm:presLayoutVars>
          <dgm:bulletEnabled val="1"/>
        </dgm:presLayoutVars>
      </dgm:prSet>
      <dgm:spPr/>
    </dgm:pt>
    <dgm:pt modelId="{EB2A9B10-09C7-4EED-976A-D7C791E1CF1F}" type="pres">
      <dgm:prSet presAssocID="{65A545CE-320E-4540-AA43-E9C1B53F8BC6}" presName="accent_1" presStyleCnt="0"/>
      <dgm:spPr/>
    </dgm:pt>
    <dgm:pt modelId="{B307DA1E-F3C5-4984-869E-302DBD7B4332}" type="pres">
      <dgm:prSet presAssocID="{65A545CE-320E-4540-AA43-E9C1B53F8BC6}" presName="accentRepeatNode" presStyleLbl="solidFgAcc1" presStyleIdx="0" presStyleCn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</dgm:pt>
  </dgm:ptLst>
  <dgm:cxnLst>
    <dgm:cxn modelId="{95CD5014-B6A6-4528-AE55-E5ADFD7E1BA5}" type="presOf" srcId="{CFA3F6A8-280B-4F98-B5DA-1EBA36E77D2E}" destId="{ACD8D142-268C-42AC-BEB3-B8E89081EA99}" srcOrd="0" destOrd="0" presId="urn:microsoft.com/office/officeart/2008/layout/VerticalCurvedList"/>
    <dgm:cxn modelId="{E4E4CD35-7FF3-4BD7-B9B4-2F80ACAB95E0}" type="presOf" srcId="{65A545CE-320E-4540-AA43-E9C1B53F8BC6}" destId="{F7FBD5F3-8961-4043-9CDC-4F54DD89E367}" srcOrd="0" destOrd="0" presId="urn:microsoft.com/office/officeart/2008/layout/VerticalCurvedList"/>
    <dgm:cxn modelId="{24A4BEE9-0D9A-4401-B90B-A0B12C4455B4}" srcId="{5855C064-4326-45CC-AD07-992A7136AAF6}" destId="{65A545CE-320E-4540-AA43-E9C1B53F8BC6}" srcOrd="0" destOrd="0" parTransId="{4E812859-6AF5-4FC1-AEAC-6D67613040D0}" sibTransId="{CFA3F6A8-280B-4F98-B5DA-1EBA36E77D2E}"/>
    <dgm:cxn modelId="{94F962FF-AAD0-4368-8148-7249F4854C6A}" type="presOf" srcId="{5855C064-4326-45CC-AD07-992A7136AAF6}" destId="{241644B4-2F6E-48CB-83E2-0452EF4E4A5B}" srcOrd="0" destOrd="0" presId="urn:microsoft.com/office/officeart/2008/layout/VerticalCurvedList"/>
    <dgm:cxn modelId="{8D28D57F-5726-4F3F-B88B-69D6C19897F0}" type="presParOf" srcId="{241644B4-2F6E-48CB-83E2-0452EF4E4A5B}" destId="{6F1D4949-5906-48CA-A128-D6BB9BE9CE44}" srcOrd="0" destOrd="0" presId="urn:microsoft.com/office/officeart/2008/layout/VerticalCurvedList"/>
    <dgm:cxn modelId="{00CABE66-83A1-4E75-8283-3D98EE969E03}" type="presParOf" srcId="{6F1D4949-5906-48CA-A128-D6BB9BE9CE44}" destId="{283651ED-4655-48CB-82F5-36BF8B722753}" srcOrd="0" destOrd="0" presId="urn:microsoft.com/office/officeart/2008/layout/VerticalCurvedList"/>
    <dgm:cxn modelId="{E0EF3BB1-6F1E-4B25-883D-5D5C3D4F219D}" type="presParOf" srcId="{283651ED-4655-48CB-82F5-36BF8B722753}" destId="{29AA00DA-4001-4D59-AA1B-D93EBFD76024}" srcOrd="0" destOrd="0" presId="urn:microsoft.com/office/officeart/2008/layout/VerticalCurvedList"/>
    <dgm:cxn modelId="{BB612E76-BCB4-4B8B-8412-CBE54BFB32D5}" type="presParOf" srcId="{283651ED-4655-48CB-82F5-36BF8B722753}" destId="{ACD8D142-268C-42AC-BEB3-B8E89081EA99}" srcOrd="1" destOrd="0" presId="urn:microsoft.com/office/officeart/2008/layout/VerticalCurvedList"/>
    <dgm:cxn modelId="{666E7CBA-9A63-40E2-9801-904D29BB0B23}" type="presParOf" srcId="{283651ED-4655-48CB-82F5-36BF8B722753}" destId="{883E48E7-4073-4601-8574-15B9F4F8DE91}" srcOrd="2" destOrd="0" presId="urn:microsoft.com/office/officeart/2008/layout/VerticalCurvedList"/>
    <dgm:cxn modelId="{25F5EDCD-7CD2-4418-8717-550384417EBD}" type="presParOf" srcId="{283651ED-4655-48CB-82F5-36BF8B722753}" destId="{F820E447-A48B-41D3-AF88-4A76F2311ABA}" srcOrd="3" destOrd="0" presId="urn:microsoft.com/office/officeart/2008/layout/VerticalCurvedList"/>
    <dgm:cxn modelId="{27384990-9906-4A18-9BB2-90608A3BF3C0}" type="presParOf" srcId="{6F1D4949-5906-48CA-A128-D6BB9BE9CE44}" destId="{F7FBD5F3-8961-4043-9CDC-4F54DD89E367}" srcOrd="1" destOrd="0" presId="urn:microsoft.com/office/officeart/2008/layout/VerticalCurvedList"/>
    <dgm:cxn modelId="{B141153C-3335-46AF-A3DD-3AD29E0D6550}" type="presParOf" srcId="{6F1D4949-5906-48CA-A128-D6BB9BE9CE44}" destId="{EB2A9B10-09C7-4EED-976A-D7C791E1CF1F}" srcOrd="2" destOrd="0" presId="urn:microsoft.com/office/officeart/2008/layout/VerticalCurvedList"/>
    <dgm:cxn modelId="{9FBFBED7-EBDE-44DE-B431-F46D0194062B}" type="presParOf" srcId="{EB2A9B10-09C7-4EED-976A-D7C791E1CF1F}" destId="{B307DA1E-F3C5-4984-869E-302DBD7B433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855C064-4326-45CC-AD07-992A7136AAF6}" type="doc">
      <dgm:prSet loTypeId="urn:microsoft.com/office/officeart/2008/layout/VerticalCurvedLis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47893C8F-34A6-4D38-95CB-F33FA65FA987}">
      <dgm:prSet phldrT="[Text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sz="1600" dirty="0" err="1"/>
            <a:t>Perulangan</a:t>
          </a:r>
          <a:r>
            <a:rPr lang="en-US" sz="1600" dirty="0"/>
            <a:t> </a:t>
          </a:r>
          <a:r>
            <a:rPr lang="en-US" sz="1600" dirty="0" err="1"/>
            <a:t>untuk</a:t>
          </a:r>
          <a:r>
            <a:rPr lang="en-US" sz="1600" dirty="0"/>
            <a:t> array yang </a:t>
          </a:r>
          <a:r>
            <a:rPr lang="en-US" sz="1600" dirty="0" err="1"/>
            <a:t>memiliki</a:t>
          </a:r>
          <a:r>
            <a:rPr lang="en-US" sz="1600" dirty="0"/>
            <a:t> 2 </a:t>
          </a:r>
          <a:r>
            <a:rPr lang="en-US" sz="1600" dirty="0" err="1"/>
            <a:t>baris</a:t>
          </a:r>
          <a:r>
            <a:rPr lang="en-US" sz="1600" dirty="0"/>
            <a:t> </a:t>
          </a:r>
          <a:r>
            <a:rPr lang="en-US" sz="1600" dirty="0" err="1"/>
            <a:t>dan</a:t>
          </a:r>
          <a:r>
            <a:rPr lang="en-US" sz="1600" dirty="0"/>
            <a:t> 5 </a:t>
          </a:r>
          <a:r>
            <a:rPr lang="en-US" sz="1600" dirty="0" err="1"/>
            <a:t>kolom</a:t>
          </a:r>
          <a:endParaRPr lang="en-US" sz="1600" dirty="0"/>
        </a:p>
      </dgm:t>
    </dgm:pt>
    <dgm:pt modelId="{127C4598-4314-4E61-BC28-A4456FED428D}" type="parTrans" cxnId="{40615DD6-038D-4CA3-86D6-14AD6BB78B56}">
      <dgm:prSet/>
      <dgm:spPr/>
      <dgm:t>
        <a:bodyPr/>
        <a:lstStyle/>
        <a:p>
          <a:endParaRPr lang="en-US" sz="2000"/>
        </a:p>
      </dgm:t>
    </dgm:pt>
    <dgm:pt modelId="{5176299D-1F9B-4D35-9607-15A4B244A160}" type="sibTrans" cxnId="{40615DD6-038D-4CA3-86D6-14AD6BB78B56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endParaRPr lang="en-US" sz="2000"/>
        </a:p>
      </dgm:t>
    </dgm:pt>
    <dgm:pt modelId="{241644B4-2F6E-48CB-83E2-0452EF4E4A5B}" type="pres">
      <dgm:prSet presAssocID="{5855C064-4326-45CC-AD07-992A7136AAF6}" presName="Name0" presStyleCnt="0">
        <dgm:presLayoutVars>
          <dgm:chMax val="7"/>
          <dgm:chPref val="7"/>
          <dgm:dir/>
        </dgm:presLayoutVars>
      </dgm:prSet>
      <dgm:spPr/>
    </dgm:pt>
    <dgm:pt modelId="{6F1D4949-5906-48CA-A128-D6BB9BE9CE44}" type="pres">
      <dgm:prSet presAssocID="{5855C064-4326-45CC-AD07-992A7136AAF6}" presName="Name1" presStyleCnt="0"/>
      <dgm:spPr/>
    </dgm:pt>
    <dgm:pt modelId="{283651ED-4655-48CB-82F5-36BF8B722753}" type="pres">
      <dgm:prSet presAssocID="{5855C064-4326-45CC-AD07-992A7136AAF6}" presName="cycle" presStyleCnt="0"/>
      <dgm:spPr/>
    </dgm:pt>
    <dgm:pt modelId="{29AA00DA-4001-4D59-AA1B-D93EBFD76024}" type="pres">
      <dgm:prSet presAssocID="{5855C064-4326-45CC-AD07-992A7136AAF6}" presName="srcNode" presStyleLbl="node1" presStyleIdx="0" presStyleCnt="1"/>
      <dgm:spPr/>
    </dgm:pt>
    <dgm:pt modelId="{ACD8D142-268C-42AC-BEB3-B8E89081EA99}" type="pres">
      <dgm:prSet presAssocID="{5855C064-4326-45CC-AD07-992A7136AAF6}" presName="conn" presStyleLbl="parChTrans1D2" presStyleIdx="0" presStyleCnt="1"/>
      <dgm:spPr/>
    </dgm:pt>
    <dgm:pt modelId="{883E48E7-4073-4601-8574-15B9F4F8DE91}" type="pres">
      <dgm:prSet presAssocID="{5855C064-4326-45CC-AD07-992A7136AAF6}" presName="extraNode" presStyleLbl="node1" presStyleIdx="0" presStyleCnt="1"/>
      <dgm:spPr/>
    </dgm:pt>
    <dgm:pt modelId="{F820E447-A48B-41D3-AF88-4A76F2311ABA}" type="pres">
      <dgm:prSet presAssocID="{5855C064-4326-45CC-AD07-992A7136AAF6}" presName="dstNode" presStyleLbl="node1" presStyleIdx="0" presStyleCnt="1"/>
      <dgm:spPr/>
    </dgm:pt>
    <dgm:pt modelId="{CB1AC86A-CF74-46AB-8CF4-D84344874778}" type="pres">
      <dgm:prSet presAssocID="{47893C8F-34A6-4D38-95CB-F33FA65FA987}" presName="text_1" presStyleLbl="node1" presStyleIdx="0" presStyleCnt="1">
        <dgm:presLayoutVars>
          <dgm:bulletEnabled val="1"/>
        </dgm:presLayoutVars>
      </dgm:prSet>
      <dgm:spPr/>
    </dgm:pt>
    <dgm:pt modelId="{2390AC17-5DD6-43F8-86BB-FF9EC1214A11}" type="pres">
      <dgm:prSet presAssocID="{47893C8F-34A6-4D38-95CB-F33FA65FA987}" presName="accent_1" presStyleCnt="0"/>
      <dgm:spPr/>
    </dgm:pt>
    <dgm:pt modelId="{FDC2443C-489A-47DC-973A-F3D93E334A13}" type="pres">
      <dgm:prSet presAssocID="{47893C8F-34A6-4D38-95CB-F33FA65FA987}" presName="accentRepeatNode" presStyleLbl="solidFgAcc1" presStyleIdx="0" presStyleCn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</dgm:pt>
  </dgm:ptLst>
  <dgm:cxnLst>
    <dgm:cxn modelId="{6A122C36-68B9-40F6-BF9E-01F8BE899FCC}" type="presOf" srcId="{5855C064-4326-45CC-AD07-992A7136AAF6}" destId="{241644B4-2F6E-48CB-83E2-0452EF4E4A5B}" srcOrd="0" destOrd="0" presId="urn:microsoft.com/office/officeart/2008/layout/VerticalCurvedList"/>
    <dgm:cxn modelId="{818824D0-B400-4F43-8D09-84C62AF7FC01}" type="presOf" srcId="{47893C8F-34A6-4D38-95CB-F33FA65FA987}" destId="{CB1AC86A-CF74-46AB-8CF4-D84344874778}" srcOrd="0" destOrd="0" presId="urn:microsoft.com/office/officeart/2008/layout/VerticalCurvedList"/>
    <dgm:cxn modelId="{40615DD6-038D-4CA3-86D6-14AD6BB78B56}" srcId="{5855C064-4326-45CC-AD07-992A7136AAF6}" destId="{47893C8F-34A6-4D38-95CB-F33FA65FA987}" srcOrd="0" destOrd="0" parTransId="{127C4598-4314-4E61-BC28-A4456FED428D}" sibTransId="{5176299D-1F9B-4D35-9607-15A4B244A160}"/>
    <dgm:cxn modelId="{62AA4BEA-C97E-48DF-AA24-68B4BEB7EFC4}" type="presOf" srcId="{5176299D-1F9B-4D35-9607-15A4B244A160}" destId="{ACD8D142-268C-42AC-BEB3-B8E89081EA99}" srcOrd="0" destOrd="0" presId="urn:microsoft.com/office/officeart/2008/layout/VerticalCurvedList"/>
    <dgm:cxn modelId="{FAD3BA0E-2918-4F2E-8575-AA723BC7D3A5}" type="presParOf" srcId="{241644B4-2F6E-48CB-83E2-0452EF4E4A5B}" destId="{6F1D4949-5906-48CA-A128-D6BB9BE9CE44}" srcOrd="0" destOrd="0" presId="urn:microsoft.com/office/officeart/2008/layout/VerticalCurvedList"/>
    <dgm:cxn modelId="{EBD29916-B799-4064-99F8-5F8C300F44DB}" type="presParOf" srcId="{6F1D4949-5906-48CA-A128-D6BB9BE9CE44}" destId="{283651ED-4655-48CB-82F5-36BF8B722753}" srcOrd="0" destOrd="0" presId="urn:microsoft.com/office/officeart/2008/layout/VerticalCurvedList"/>
    <dgm:cxn modelId="{41EBBC1F-32AB-45A7-B027-22CEB29538CC}" type="presParOf" srcId="{283651ED-4655-48CB-82F5-36BF8B722753}" destId="{29AA00DA-4001-4D59-AA1B-D93EBFD76024}" srcOrd="0" destOrd="0" presId="urn:microsoft.com/office/officeart/2008/layout/VerticalCurvedList"/>
    <dgm:cxn modelId="{F3B213FD-EEAA-459F-9599-B95A3E76C11B}" type="presParOf" srcId="{283651ED-4655-48CB-82F5-36BF8B722753}" destId="{ACD8D142-268C-42AC-BEB3-B8E89081EA99}" srcOrd="1" destOrd="0" presId="urn:microsoft.com/office/officeart/2008/layout/VerticalCurvedList"/>
    <dgm:cxn modelId="{4733979A-ACBB-4473-B503-916D4DC66BCB}" type="presParOf" srcId="{283651ED-4655-48CB-82F5-36BF8B722753}" destId="{883E48E7-4073-4601-8574-15B9F4F8DE91}" srcOrd="2" destOrd="0" presId="urn:microsoft.com/office/officeart/2008/layout/VerticalCurvedList"/>
    <dgm:cxn modelId="{2B260B75-84A8-4914-86CB-62A53ECF45E9}" type="presParOf" srcId="{283651ED-4655-48CB-82F5-36BF8B722753}" destId="{F820E447-A48B-41D3-AF88-4A76F2311ABA}" srcOrd="3" destOrd="0" presId="urn:microsoft.com/office/officeart/2008/layout/VerticalCurvedList"/>
    <dgm:cxn modelId="{CFD4EE50-A2D3-48BD-A4FA-3FC89D100541}" type="presParOf" srcId="{6F1D4949-5906-48CA-A128-D6BB9BE9CE44}" destId="{CB1AC86A-CF74-46AB-8CF4-D84344874778}" srcOrd="1" destOrd="0" presId="urn:microsoft.com/office/officeart/2008/layout/VerticalCurvedList"/>
    <dgm:cxn modelId="{AB9C1E3E-5D37-4391-9488-059022D39AA1}" type="presParOf" srcId="{6F1D4949-5906-48CA-A128-D6BB9BE9CE44}" destId="{2390AC17-5DD6-43F8-86BB-FF9EC1214A11}" srcOrd="2" destOrd="0" presId="urn:microsoft.com/office/officeart/2008/layout/VerticalCurvedList"/>
    <dgm:cxn modelId="{A4A25CED-33D4-4CD5-9B91-18A00005D395}" type="presParOf" srcId="{2390AC17-5DD6-43F8-86BB-FF9EC1214A11}" destId="{FDC2443C-489A-47DC-973A-F3D93E334A1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96726B1-4A41-46F7-83D4-8F7A06E2177E}" type="doc">
      <dgm:prSet loTypeId="urn:microsoft.com/office/officeart/2009/3/layout/StepUpProcess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76E8285-9AF6-4CE0-A508-E22048EFC234}">
      <dgm:prSet phldrT="[Text]" custT="1"/>
      <dgm:spPr/>
      <dgm:t>
        <a:bodyPr/>
        <a:lstStyle/>
        <a:p>
          <a:r>
            <a:rPr lang="en-US" sz="1600" dirty="0" err="1"/>
            <a:t>Semoga</a:t>
          </a:r>
          <a:r>
            <a:rPr lang="en-US" sz="1600" dirty="0"/>
            <a:t> </a:t>
          </a:r>
          <a:r>
            <a:rPr lang="en-US" sz="1600" dirty="0" err="1"/>
            <a:t>ilmunya</a:t>
          </a:r>
          <a:r>
            <a:rPr lang="en-US" sz="1600" dirty="0"/>
            <a:t> </a:t>
          </a:r>
          <a:r>
            <a:rPr lang="en-US" sz="1600" dirty="0" err="1"/>
            <a:t>bermanfaat</a:t>
          </a:r>
          <a:r>
            <a:rPr lang="en-US" sz="1600" dirty="0"/>
            <a:t>.</a:t>
          </a:r>
        </a:p>
      </dgm:t>
    </dgm:pt>
    <dgm:pt modelId="{660CB2B3-DD32-48A3-9DC8-EBC7140C3BEC}" type="parTrans" cxnId="{C64C83B1-6CB5-4BF5-ABDD-DD502939C2BD}">
      <dgm:prSet/>
      <dgm:spPr/>
      <dgm:t>
        <a:bodyPr/>
        <a:lstStyle/>
        <a:p>
          <a:endParaRPr lang="en-US" sz="1600"/>
        </a:p>
      </dgm:t>
    </dgm:pt>
    <dgm:pt modelId="{5861F86C-A090-4B59-BEBF-38A9993FB0E7}" type="sibTrans" cxnId="{C64C83B1-6CB5-4BF5-ABDD-DD502939C2BD}">
      <dgm:prSet/>
      <dgm:spPr/>
      <dgm:t>
        <a:bodyPr/>
        <a:lstStyle/>
        <a:p>
          <a:endParaRPr lang="en-US" sz="1600"/>
        </a:p>
      </dgm:t>
    </dgm:pt>
    <dgm:pt modelId="{C0DBF704-87C4-495C-8476-124308F435A3}">
      <dgm:prSet phldrT="[Text]" custT="1"/>
      <dgm:spPr/>
      <dgm:t>
        <a:bodyPr/>
        <a:lstStyle/>
        <a:p>
          <a:r>
            <a:rPr lang="en-US" sz="1600" dirty="0" err="1"/>
            <a:t>Sampai</a:t>
          </a:r>
          <a:r>
            <a:rPr lang="en-US" sz="1600" dirty="0"/>
            <a:t> </a:t>
          </a:r>
          <a:r>
            <a:rPr lang="en-US" sz="1600" dirty="0" err="1"/>
            <a:t>berjumpa</a:t>
          </a:r>
          <a:r>
            <a:rPr lang="en-US" sz="1600" dirty="0"/>
            <a:t> </a:t>
          </a:r>
          <a:r>
            <a:rPr lang="en-US" sz="1600" dirty="0" err="1"/>
            <a:t>lagi</a:t>
          </a:r>
          <a:r>
            <a:rPr lang="en-US" sz="1600" dirty="0"/>
            <a:t> di </a:t>
          </a:r>
          <a:r>
            <a:rPr lang="en-US" sz="1600" dirty="0" err="1"/>
            <a:t>inisiasi</a:t>
          </a:r>
          <a:r>
            <a:rPr lang="en-US" sz="1600" dirty="0"/>
            <a:t> 4 </a:t>
          </a:r>
          <a:r>
            <a:rPr lang="en-US" sz="1600" dirty="0" err="1"/>
            <a:t>Struktur</a:t>
          </a:r>
          <a:r>
            <a:rPr lang="en-US" sz="1600" dirty="0"/>
            <a:t> Data</a:t>
          </a:r>
        </a:p>
      </dgm:t>
    </dgm:pt>
    <dgm:pt modelId="{957424C2-1652-4267-9B22-E8E64B6A938F}" type="parTrans" cxnId="{3B458A9F-E2CC-4361-8022-4A62A703F743}">
      <dgm:prSet/>
      <dgm:spPr/>
      <dgm:t>
        <a:bodyPr/>
        <a:lstStyle/>
        <a:p>
          <a:endParaRPr lang="en-US" sz="1600"/>
        </a:p>
      </dgm:t>
    </dgm:pt>
    <dgm:pt modelId="{3145A2C8-EBC8-4218-9208-8154C0FE7396}" type="sibTrans" cxnId="{3B458A9F-E2CC-4361-8022-4A62A703F743}">
      <dgm:prSet/>
      <dgm:spPr/>
      <dgm:t>
        <a:bodyPr/>
        <a:lstStyle/>
        <a:p>
          <a:endParaRPr lang="en-US" sz="1600"/>
        </a:p>
      </dgm:t>
    </dgm:pt>
    <dgm:pt modelId="{D26B2535-4A9F-4E42-9014-DA4C9B28E598}" type="pres">
      <dgm:prSet presAssocID="{596726B1-4A41-46F7-83D4-8F7A06E2177E}" presName="rootnode" presStyleCnt="0">
        <dgm:presLayoutVars>
          <dgm:chMax/>
          <dgm:chPref/>
          <dgm:dir/>
          <dgm:animLvl val="lvl"/>
        </dgm:presLayoutVars>
      </dgm:prSet>
      <dgm:spPr/>
    </dgm:pt>
    <dgm:pt modelId="{8C04BE91-C908-4196-A599-BD9EEDD1858A}" type="pres">
      <dgm:prSet presAssocID="{376E8285-9AF6-4CE0-A508-E22048EFC234}" presName="composite" presStyleCnt="0"/>
      <dgm:spPr/>
    </dgm:pt>
    <dgm:pt modelId="{257928BB-E10A-4FB9-A769-790FF4CE7EEA}" type="pres">
      <dgm:prSet presAssocID="{376E8285-9AF6-4CE0-A508-E22048EFC234}" presName="LShape" presStyleLbl="alignNode1" presStyleIdx="0" presStyleCnt="3"/>
      <dgm:spPr/>
    </dgm:pt>
    <dgm:pt modelId="{034CB31E-96EA-427C-99CE-001CD08227E5}" type="pres">
      <dgm:prSet presAssocID="{376E8285-9AF6-4CE0-A508-E22048EFC234}" presName="Parent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86C0A7AD-E1E2-40C4-94BA-6677C720CDE0}" type="pres">
      <dgm:prSet presAssocID="{376E8285-9AF6-4CE0-A508-E22048EFC234}" presName="Triangle" presStyleLbl="alignNode1" presStyleIdx="1" presStyleCnt="3"/>
      <dgm:spPr/>
    </dgm:pt>
    <dgm:pt modelId="{330DF984-F85B-4F9C-A2DA-DE6A14930F48}" type="pres">
      <dgm:prSet presAssocID="{5861F86C-A090-4B59-BEBF-38A9993FB0E7}" presName="sibTrans" presStyleCnt="0"/>
      <dgm:spPr/>
    </dgm:pt>
    <dgm:pt modelId="{B212AA0B-168D-4105-85B3-945217B0FCA0}" type="pres">
      <dgm:prSet presAssocID="{5861F86C-A090-4B59-BEBF-38A9993FB0E7}" presName="space" presStyleCnt="0"/>
      <dgm:spPr/>
    </dgm:pt>
    <dgm:pt modelId="{2D38AA14-CFF0-4667-BC5F-76427C3276BB}" type="pres">
      <dgm:prSet presAssocID="{C0DBF704-87C4-495C-8476-124308F435A3}" presName="composite" presStyleCnt="0"/>
      <dgm:spPr/>
    </dgm:pt>
    <dgm:pt modelId="{2735098C-9475-4DE1-813A-F503B0485EDB}" type="pres">
      <dgm:prSet presAssocID="{C0DBF704-87C4-495C-8476-124308F435A3}" presName="LShape" presStyleLbl="alignNode1" presStyleIdx="2" presStyleCnt="3"/>
      <dgm:spPr/>
    </dgm:pt>
    <dgm:pt modelId="{DDD86BEE-E67D-4B30-B5E2-663820FC4B0E}" type="pres">
      <dgm:prSet presAssocID="{C0DBF704-87C4-495C-8476-124308F435A3}" presName="ParentText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404DA10D-BB54-4136-B3D6-21B3BBBE32A5}" type="presOf" srcId="{596726B1-4A41-46F7-83D4-8F7A06E2177E}" destId="{D26B2535-4A9F-4E42-9014-DA4C9B28E598}" srcOrd="0" destOrd="0" presId="urn:microsoft.com/office/officeart/2009/3/layout/StepUpProcess"/>
    <dgm:cxn modelId="{682BB452-F2B1-4C36-8371-E2F350FD90F7}" type="presOf" srcId="{C0DBF704-87C4-495C-8476-124308F435A3}" destId="{DDD86BEE-E67D-4B30-B5E2-663820FC4B0E}" srcOrd="0" destOrd="0" presId="urn:microsoft.com/office/officeart/2009/3/layout/StepUpProcess"/>
    <dgm:cxn modelId="{3B458A9F-E2CC-4361-8022-4A62A703F743}" srcId="{596726B1-4A41-46F7-83D4-8F7A06E2177E}" destId="{C0DBF704-87C4-495C-8476-124308F435A3}" srcOrd="1" destOrd="0" parTransId="{957424C2-1652-4267-9B22-E8E64B6A938F}" sibTransId="{3145A2C8-EBC8-4218-9208-8154C0FE7396}"/>
    <dgm:cxn modelId="{8B0C68AC-54BA-4DF0-9CC3-6414AC3D55BB}" type="presOf" srcId="{376E8285-9AF6-4CE0-A508-E22048EFC234}" destId="{034CB31E-96EA-427C-99CE-001CD08227E5}" srcOrd="0" destOrd="0" presId="urn:microsoft.com/office/officeart/2009/3/layout/StepUpProcess"/>
    <dgm:cxn modelId="{C64C83B1-6CB5-4BF5-ABDD-DD502939C2BD}" srcId="{596726B1-4A41-46F7-83D4-8F7A06E2177E}" destId="{376E8285-9AF6-4CE0-A508-E22048EFC234}" srcOrd="0" destOrd="0" parTransId="{660CB2B3-DD32-48A3-9DC8-EBC7140C3BEC}" sibTransId="{5861F86C-A090-4B59-BEBF-38A9993FB0E7}"/>
    <dgm:cxn modelId="{F6EBE218-A7D2-418F-9BFC-9F23655AE2B3}" type="presParOf" srcId="{D26B2535-4A9F-4E42-9014-DA4C9B28E598}" destId="{8C04BE91-C908-4196-A599-BD9EEDD1858A}" srcOrd="0" destOrd="0" presId="urn:microsoft.com/office/officeart/2009/3/layout/StepUpProcess"/>
    <dgm:cxn modelId="{026C0D6B-032D-4BBF-B686-697C9FE96F16}" type="presParOf" srcId="{8C04BE91-C908-4196-A599-BD9EEDD1858A}" destId="{257928BB-E10A-4FB9-A769-790FF4CE7EEA}" srcOrd="0" destOrd="0" presId="urn:microsoft.com/office/officeart/2009/3/layout/StepUpProcess"/>
    <dgm:cxn modelId="{EDBC14CE-F298-4A74-A01F-BEEC8549A80B}" type="presParOf" srcId="{8C04BE91-C908-4196-A599-BD9EEDD1858A}" destId="{034CB31E-96EA-427C-99CE-001CD08227E5}" srcOrd="1" destOrd="0" presId="urn:microsoft.com/office/officeart/2009/3/layout/StepUpProcess"/>
    <dgm:cxn modelId="{2EF16787-C572-4427-8E70-EC921DC4D491}" type="presParOf" srcId="{8C04BE91-C908-4196-A599-BD9EEDD1858A}" destId="{86C0A7AD-E1E2-40C4-94BA-6677C720CDE0}" srcOrd="2" destOrd="0" presId="urn:microsoft.com/office/officeart/2009/3/layout/StepUpProcess"/>
    <dgm:cxn modelId="{76FBCB22-6091-45A4-B4E7-6EB0A3F4413F}" type="presParOf" srcId="{D26B2535-4A9F-4E42-9014-DA4C9B28E598}" destId="{330DF984-F85B-4F9C-A2DA-DE6A14930F48}" srcOrd="1" destOrd="0" presId="urn:microsoft.com/office/officeart/2009/3/layout/StepUpProcess"/>
    <dgm:cxn modelId="{0E469D9F-573D-4EE6-A051-2F6E556F222D}" type="presParOf" srcId="{330DF984-F85B-4F9C-A2DA-DE6A14930F48}" destId="{B212AA0B-168D-4105-85B3-945217B0FCA0}" srcOrd="0" destOrd="0" presId="urn:microsoft.com/office/officeart/2009/3/layout/StepUpProcess"/>
    <dgm:cxn modelId="{F966C0A4-B74B-4F2C-9F96-55E77C1F4B85}" type="presParOf" srcId="{D26B2535-4A9F-4E42-9014-DA4C9B28E598}" destId="{2D38AA14-CFF0-4667-BC5F-76427C3276BB}" srcOrd="2" destOrd="0" presId="urn:microsoft.com/office/officeart/2009/3/layout/StepUpProcess"/>
    <dgm:cxn modelId="{62E8DC73-B19F-42FA-97CA-E396C4FC4ED0}" type="presParOf" srcId="{2D38AA14-CFF0-4667-BC5F-76427C3276BB}" destId="{2735098C-9475-4DE1-813A-F503B0485EDB}" srcOrd="0" destOrd="0" presId="urn:microsoft.com/office/officeart/2009/3/layout/StepUpProcess"/>
    <dgm:cxn modelId="{89D45E03-2310-4371-8D3C-FD7A975A48F3}" type="presParOf" srcId="{2D38AA14-CFF0-4667-BC5F-76427C3276BB}" destId="{DDD86BEE-E67D-4B30-B5E2-663820FC4B0E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D8D142-268C-42AC-BEB3-B8E89081EA99}">
      <dsp:nvSpPr>
        <dsp:cNvPr id="0" name=""/>
        <dsp:cNvSpPr/>
      </dsp:nvSpPr>
      <dsp:spPr>
        <a:xfrm>
          <a:off x="-1304438" y="-221775"/>
          <a:ext cx="1701549" cy="1701549"/>
        </a:xfrm>
        <a:prstGeom prst="blockArc">
          <a:avLst>
            <a:gd name="adj1" fmla="val 18900000"/>
            <a:gd name="adj2" fmla="val 2700000"/>
            <a:gd name="adj3" fmla="val 1269"/>
          </a:avLst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</dsp:sp>
    <dsp:sp modelId="{28DA0CF1-35FD-4479-B4A6-795907E2D398}">
      <dsp:nvSpPr>
        <dsp:cNvPr id="0" name=""/>
        <dsp:cNvSpPr/>
      </dsp:nvSpPr>
      <dsp:spPr>
        <a:xfrm>
          <a:off x="385458" y="320632"/>
          <a:ext cx="5130227" cy="616733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499268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Mencetak</a:t>
          </a:r>
          <a:r>
            <a:rPr lang="en-US" sz="1600" kern="1200" dirty="0"/>
            <a:t> </a:t>
          </a:r>
          <a:r>
            <a:rPr lang="en-US" sz="1600" kern="1200" dirty="0" err="1"/>
            <a:t>seluruh</a:t>
          </a:r>
          <a:r>
            <a:rPr lang="en-US" sz="1600" kern="1200" dirty="0"/>
            <a:t> </a:t>
          </a:r>
          <a:r>
            <a:rPr lang="en-US" sz="1600" kern="1200" dirty="0" err="1"/>
            <a:t>isi</a:t>
          </a:r>
          <a:r>
            <a:rPr lang="en-US" sz="1600" kern="1200" dirty="0"/>
            <a:t> array </a:t>
          </a:r>
          <a:r>
            <a:rPr lang="en-US" sz="1600" kern="1200" dirty="0" err="1"/>
            <a:t>cetakA</a:t>
          </a:r>
          <a:r>
            <a:rPr lang="en-US" sz="1600" kern="1200" dirty="0"/>
            <a:t>, </a:t>
          </a:r>
          <a:r>
            <a:rPr lang="en-US" sz="1600" kern="1200" dirty="0" err="1"/>
            <a:t>dimulai</a:t>
          </a:r>
          <a:r>
            <a:rPr lang="en-US" sz="1600" kern="1200" dirty="0"/>
            <a:t> </a:t>
          </a:r>
          <a:r>
            <a:rPr lang="en-US" sz="1600" kern="1200" dirty="0" err="1"/>
            <a:t>dari</a:t>
          </a:r>
          <a:r>
            <a:rPr lang="en-US" sz="1600" kern="1200" dirty="0"/>
            <a:t> </a:t>
          </a:r>
          <a:r>
            <a:rPr lang="en-US" sz="1600" kern="1200" dirty="0" err="1"/>
            <a:t>cetakA</a:t>
          </a:r>
          <a:r>
            <a:rPr lang="en-US" sz="1600" kern="1200" dirty="0"/>
            <a:t>[0][0] </a:t>
          </a:r>
          <a:r>
            <a:rPr lang="en-US" sz="1600" kern="1200" dirty="0" err="1"/>
            <a:t>sampai</a:t>
          </a:r>
          <a:r>
            <a:rPr lang="en-US" sz="1600" kern="1200" dirty="0"/>
            <a:t> </a:t>
          </a:r>
          <a:r>
            <a:rPr lang="en-US" sz="1600" kern="1200" dirty="0" err="1"/>
            <a:t>cetakA</a:t>
          </a:r>
          <a:r>
            <a:rPr lang="en-US" sz="1600" kern="1200" dirty="0"/>
            <a:t>[1][4]</a:t>
          </a:r>
        </a:p>
      </dsp:txBody>
      <dsp:txXfrm>
        <a:off x="385458" y="320632"/>
        <a:ext cx="5130227" cy="616733"/>
      </dsp:txXfrm>
    </dsp:sp>
    <dsp:sp modelId="{8BAEDE0C-217D-4959-BA00-CAEC969CC248}">
      <dsp:nvSpPr>
        <dsp:cNvPr id="0" name=""/>
        <dsp:cNvSpPr/>
      </dsp:nvSpPr>
      <dsp:spPr>
        <a:xfrm>
          <a:off x="0" y="243540"/>
          <a:ext cx="770916" cy="770916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D8D142-268C-42AC-BEB3-B8E89081EA99}">
      <dsp:nvSpPr>
        <dsp:cNvPr id="0" name=""/>
        <dsp:cNvSpPr/>
      </dsp:nvSpPr>
      <dsp:spPr>
        <a:xfrm>
          <a:off x="-1604463" y="-271540"/>
          <a:ext cx="2090411" cy="2090411"/>
        </a:xfrm>
        <a:prstGeom prst="blockArc">
          <a:avLst>
            <a:gd name="adj1" fmla="val 18900000"/>
            <a:gd name="adj2" fmla="val 2700000"/>
            <a:gd name="adj3" fmla="val 1033"/>
          </a:avLst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</dsp:sp>
    <dsp:sp modelId="{100AA356-D81C-433E-99B2-6BEC001147F4}">
      <dsp:nvSpPr>
        <dsp:cNvPr id="0" name=""/>
        <dsp:cNvSpPr/>
      </dsp:nvSpPr>
      <dsp:spPr>
        <a:xfrm>
          <a:off x="472306" y="395820"/>
          <a:ext cx="5200140" cy="755689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1409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Memasukkan</a:t>
          </a:r>
          <a:r>
            <a:rPr lang="en-US" sz="1600" kern="1200" dirty="0"/>
            <a:t> data </a:t>
          </a:r>
          <a:r>
            <a:rPr lang="en-US" sz="1600" kern="1200" dirty="0" err="1"/>
            <a:t>nama</a:t>
          </a:r>
          <a:r>
            <a:rPr lang="en-US" sz="1600" kern="1200" dirty="0"/>
            <a:t> Negara </a:t>
          </a:r>
          <a:r>
            <a:rPr lang="en-US" sz="1600" kern="1200" dirty="0" err="1"/>
            <a:t>pada</a:t>
          </a:r>
          <a:r>
            <a:rPr lang="en-US" sz="1600" kern="1200" dirty="0"/>
            <a:t> </a:t>
          </a:r>
          <a:r>
            <a:rPr lang="en-US" sz="1600" kern="1200" dirty="0" err="1"/>
            <a:t>baris</a:t>
          </a:r>
          <a:r>
            <a:rPr lang="en-US" sz="1600" kern="1200" dirty="0"/>
            <a:t> </a:t>
          </a:r>
          <a:r>
            <a:rPr lang="en-US" sz="1600" kern="1200" dirty="0" err="1"/>
            <a:t>ke</a:t>
          </a:r>
          <a:r>
            <a:rPr lang="en-US" sz="1600" kern="1200" dirty="0"/>
            <a:t>[0] </a:t>
          </a:r>
          <a:r>
            <a:rPr lang="en-US" sz="1600" kern="1200" dirty="0" err="1"/>
            <a:t>dan</a:t>
          </a:r>
          <a:r>
            <a:rPr lang="en-US" sz="1600" kern="1200" dirty="0"/>
            <a:t> </a:t>
          </a:r>
          <a:r>
            <a:rPr lang="en-US" sz="1600" kern="1200" dirty="0" err="1"/>
            <a:t>memasukkan</a:t>
          </a:r>
          <a:r>
            <a:rPr lang="en-US" sz="1600" kern="1200" dirty="0"/>
            <a:t> </a:t>
          </a:r>
          <a:r>
            <a:rPr lang="en-US" sz="1600" kern="1200" dirty="0" err="1"/>
            <a:t>nama</a:t>
          </a:r>
          <a:r>
            <a:rPr lang="en-US" sz="1600" kern="1200" dirty="0"/>
            <a:t> </a:t>
          </a:r>
          <a:r>
            <a:rPr lang="en-US" sz="1600" kern="1200" dirty="0" err="1"/>
            <a:t>ibukota</a:t>
          </a:r>
          <a:r>
            <a:rPr lang="en-US" sz="1600" kern="1200" dirty="0"/>
            <a:t> </a:t>
          </a:r>
          <a:r>
            <a:rPr lang="en-US" sz="1600" kern="1200" dirty="0" err="1"/>
            <a:t>pada</a:t>
          </a:r>
          <a:r>
            <a:rPr lang="en-US" sz="1600" kern="1200" dirty="0"/>
            <a:t> </a:t>
          </a:r>
          <a:r>
            <a:rPr lang="en-US" sz="1600" kern="1200" dirty="0" err="1"/>
            <a:t>baris</a:t>
          </a:r>
          <a:r>
            <a:rPr lang="en-US" sz="1600" kern="1200" dirty="0"/>
            <a:t> </a:t>
          </a:r>
          <a:r>
            <a:rPr lang="en-US" sz="1600" kern="1200" dirty="0" err="1"/>
            <a:t>ke</a:t>
          </a:r>
          <a:r>
            <a:rPr lang="en-US" sz="1600" kern="1200" dirty="0"/>
            <a:t>[1]</a:t>
          </a:r>
        </a:p>
      </dsp:txBody>
      <dsp:txXfrm>
        <a:off x="472306" y="395820"/>
        <a:ext cx="5200140" cy="755689"/>
      </dsp:txXfrm>
    </dsp:sp>
    <dsp:sp modelId="{4212FAFC-ED63-4E88-B688-16B00C5B40DC}">
      <dsp:nvSpPr>
        <dsp:cNvPr id="0" name=""/>
        <dsp:cNvSpPr/>
      </dsp:nvSpPr>
      <dsp:spPr>
        <a:xfrm>
          <a:off x="0" y="301358"/>
          <a:ext cx="944612" cy="944612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D8D142-268C-42AC-BEB3-B8E89081EA99}">
      <dsp:nvSpPr>
        <dsp:cNvPr id="0" name=""/>
        <dsp:cNvSpPr/>
      </dsp:nvSpPr>
      <dsp:spPr>
        <a:xfrm>
          <a:off x="-1281211" y="-217789"/>
          <a:ext cx="1670400" cy="1670400"/>
        </a:xfrm>
        <a:prstGeom prst="blockArc">
          <a:avLst>
            <a:gd name="adj1" fmla="val 18900000"/>
            <a:gd name="adj2" fmla="val 2700000"/>
            <a:gd name="adj3" fmla="val 1293"/>
          </a:avLst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  <dsp:sp modelId="{F7FBD5F3-8961-4043-9CDC-4F54DD89E367}">
      <dsp:nvSpPr>
        <dsp:cNvPr id="0" name=""/>
        <dsp:cNvSpPr/>
      </dsp:nvSpPr>
      <dsp:spPr>
        <a:xfrm>
          <a:off x="377342" y="315537"/>
          <a:ext cx="4380446" cy="603747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490070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Mencetak</a:t>
          </a:r>
          <a:r>
            <a:rPr lang="en-US" sz="1600" kern="1200" dirty="0"/>
            <a:t> array yang </a:t>
          </a:r>
          <a:r>
            <a:rPr lang="en-US" sz="1600" kern="1200" dirty="0" err="1"/>
            <a:t>ke</a:t>
          </a:r>
          <a:r>
            <a:rPr lang="en-US" sz="1600" kern="1200" dirty="0"/>
            <a:t> [0][1]</a:t>
          </a:r>
        </a:p>
      </dsp:txBody>
      <dsp:txXfrm>
        <a:off x="377342" y="315537"/>
        <a:ext cx="4380446" cy="603747"/>
      </dsp:txXfrm>
    </dsp:sp>
    <dsp:sp modelId="{B307DA1E-F3C5-4984-869E-302DBD7B4332}">
      <dsp:nvSpPr>
        <dsp:cNvPr id="0" name=""/>
        <dsp:cNvSpPr/>
      </dsp:nvSpPr>
      <dsp:spPr>
        <a:xfrm>
          <a:off x="0" y="240068"/>
          <a:ext cx="754684" cy="754684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D8D142-268C-42AC-BEB3-B8E89081EA99}">
      <dsp:nvSpPr>
        <dsp:cNvPr id="0" name=""/>
        <dsp:cNvSpPr/>
      </dsp:nvSpPr>
      <dsp:spPr>
        <a:xfrm>
          <a:off x="-1280861" y="-217564"/>
          <a:ext cx="1668640" cy="1668640"/>
        </a:xfrm>
        <a:prstGeom prst="blockArc">
          <a:avLst>
            <a:gd name="adj1" fmla="val 18900000"/>
            <a:gd name="adj2" fmla="val 2700000"/>
            <a:gd name="adj3" fmla="val 1294"/>
          </a:avLst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</dsp:sp>
    <dsp:sp modelId="{CB1AC86A-CF74-46AB-8CF4-D84344874778}">
      <dsp:nvSpPr>
        <dsp:cNvPr id="0" name=""/>
        <dsp:cNvSpPr/>
      </dsp:nvSpPr>
      <dsp:spPr>
        <a:xfrm>
          <a:off x="375498" y="316357"/>
          <a:ext cx="3673987" cy="600797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489550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Perulangan</a:t>
          </a:r>
          <a:r>
            <a:rPr lang="en-US" sz="1600" kern="1200" dirty="0"/>
            <a:t> </a:t>
          </a:r>
          <a:r>
            <a:rPr lang="en-US" sz="1600" kern="1200" dirty="0" err="1"/>
            <a:t>untuk</a:t>
          </a:r>
          <a:r>
            <a:rPr lang="en-US" sz="1600" kern="1200" dirty="0"/>
            <a:t> array yang </a:t>
          </a:r>
          <a:r>
            <a:rPr lang="en-US" sz="1600" kern="1200" dirty="0" err="1"/>
            <a:t>memiliki</a:t>
          </a:r>
          <a:r>
            <a:rPr lang="en-US" sz="1600" kern="1200" dirty="0"/>
            <a:t> 2 </a:t>
          </a:r>
          <a:r>
            <a:rPr lang="en-US" sz="1600" kern="1200" dirty="0" err="1"/>
            <a:t>baris</a:t>
          </a:r>
          <a:r>
            <a:rPr lang="en-US" sz="1600" kern="1200" dirty="0"/>
            <a:t> </a:t>
          </a:r>
          <a:r>
            <a:rPr lang="en-US" sz="1600" kern="1200" dirty="0" err="1"/>
            <a:t>dan</a:t>
          </a:r>
          <a:r>
            <a:rPr lang="en-US" sz="1600" kern="1200" dirty="0"/>
            <a:t> 5 </a:t>
          </a:r>
          <a:r>
            <a:rPr lang="en-US" sz="1600" kern="1200" dirty="0" err="1"/>
            <a:t>kolom</a:t>
          </a:r>
          <a:endParaRPr lang="en-US" sz="1600" kern="1200" dirty="0"/>
        </a:p>
      </dsp:txBody>
      <dsp:txXfrm>
        <a:off x="375498" y="316357"/>
        <a:ext cx="3673987" cy="600797"/>
      </dsp:txXfrm>
    </dsp:sp>
    <dsp:sp modelId="{FDC2443C-489A-47DC-973A-F3D93E334A13}">
      <dsp:nvSpPr>
        <dsp:cNvPr id="0" name=""/>
        <dsp:cNvSpPr/>
      </dsp:nvSpPr>
      <dsp:spPr>
        <a:xfrm>
          <a:off x="0" y="241257"/>
          <a:ext cx="750997" cy="750997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7928BB-E10A-4FB9-A769-790FF4CE7EEA}">
      <dsp:nvSpPr>
        <dsp:cNvPr id="0" name=""/>
        <dsp:cNvSpPr/>
      </dsp:nvSpPr>
      <dsp:spPr>
        <a:xfrm rot="5400000">
          <a:off x="1947710" y="160678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4CB31E-96EA-427C-99CE-001CD08227E5}">
      <dsp:nvSpPr>
        <dsp:cNvPr id="0" name=""/>
        <dsp:cNvSpPr/>
      </dsp:nvSpPr>
      <dsp:spPr>
        <a:xfrm>
          <a:off x="1730957" y="806257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Semoga</a:t>
          </a:r>
          <a:r>
            <a:rPr lang="en-US" sz="1600" kern="1200" dirty="0"/>
            <a:t> </a:t>
          </a:r>
          <a:r>
            <a:rPr lang="en-US" sz="1600" kern="1200" dirty="0" err="1"/>
            <a:t>ilmunya</a:t>
          </a:r>
          <a:r>
            <a:rPr lang="en-US" sz="1600" kern="1200" dirty="0"/>
            <a:t> </a:t>
          </a:r>
          <a:r>
            <a:rPr lang="en-US" sz="1600" kern="1200" dirty="0" err="1"/>
            <a:t>bermanfaat</a:t>
          </a:r>
          <a:r>
            <a:rPr lang="en-US" sz="1600" kern="1200" dirty="0"/>
            <a:t>.</a:t>
          </a:r>
        </a:p>
      </dsp:txBody>
      <dsp:txXfrm>
        <a:off x="1730957" y="806257"/>
        <a:ext cx="1950678" cy="1709884"/>
      </dsp:txXfrm>
    </dsp:sp>
    <dsp:sp modelId="{86C0A7AD-E1E2-40C4-94BA-6677C720CDE0}">
      <dsp:nvSpPr>
        <dsp:cNvPr id="0" name=""/>
        <dsp:cNvSpPr/>
      </dsp:nvSpPr>
      <dsp:spPr>
        <a:xfrm>
          <a:off x="3313583" y="1606"/>
          <a:ext cx="368052" cy="368052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197846"/>
                <a:satOff val="-23984"/>
                <a:lumOff val="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35098C-9475-4DE1-813A-F503B0485EDB}">
      <dsp:nvSpPr>
        <dsp:cNvPr id="0" name=""/>
        <dsp:cNvSpPr/>
      </dsp:nvSpPr>
      <dsp:spPr>
        <a:xfrm rot="5400000">
          <a:off x="4335722" y="-430237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D86BEE-E67D-4B30-B5E2-663820FC4B0E}">
      <dsp:nvSpPr>
        <dsp:cNvPr id="0" name=""/>
        <dsp:cNvSpPr/>
      </dsp:nvSpPr>
      <dsp:spPr>
        <a:xfrm>
          <a:off x="4118969" y="215341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Sampai</a:t>
          </a:r>
          <a:r>
            <a:rPr lang="en-US" sz="1600" kern="1200" dirty="0"/>
            <a:t> </a:t>
          </a:r>
          <a:r>
            <a:rPr lang="en-US" sz="1600" kern="1200" dirty="0" err="1"/>
            <a:t>berjumpa</a:t>
          </a:r>
          <a:r>
            <a:rPr lang="en-US" sz="1600" kern="1200" dirty="0"/>
            <a:t> </a:t>
          </a:r>
          <a:r>
            <a:rPr lang="en-US" sz="1600" kern="1200" dirty="0" err="1"/>
            <a:t>lagi</a:t>
          </a:r>
          <a:r>
            <a:rPr lang="en-US" sz="1600" kern="1200" dirty="0"/>
            <a:t> di </a:t>
          </a:r>
          <a:r>
            <a:rPr lang="en-US" sz="1600" kern="1200" dirty="0" err="1"/>
            <a:t>inisiasi</a:t>
          </a:r>
          <a:r>
            <a:rPr lang="en-US" sz="1600" kern="1200" dirty="0"/>
            <a:t> 4 </a:t>
          </a:r>
          <a:r>
            <a:rPr lang="en-US" sz="1600" kern="1200" dirty="0" err="1"/>
            <a:t>Struktur</a:t>
          </a:r>
          <a:r>
            <a:rPr lang="en-US" sz="1600" kern="1200" dirty="0"/>
            <a:t> Data</a:t>
          </a:r>
        </a:p>
      </dsp:txBody>
      <dsp:txXfrm>
        <a:off x="4118969" y="215341"/>
        <a:ext cx="1950678" cy="17098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8/30/23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BF5111-AC8A-4C9B-B4E5-1AF30EB51150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55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18" Type="http://schemas.openxmlformats.org/officeDocument/2006/relationships/diagramData" Target="../diagrams/data4.xml"/><Relationship Id="rId3" Type="http://schemas.openxmlformats.org/officeDocument/2006/relationships/diagramData" Target="../diagrams/data1.xml"/><Relationship Id="rId21" Type="http://schemas.openxmlformats.org/officeDocument/2006/relationships/diagramColors" Target="../diagrams/colors4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audio" Target="../media/audio2.wav"/><Relationship Id="rId16" Type="http://schemas.openxmlformats.org/officeDocument/2006/relationships/diagramColors" Target="../diagrams/colors3.xml"/><Relationship Id="rId20" Type="http://schemas.openxmlformats.org/officeDocument/2006/relationships/diagramQuickStyle" Target="../diagrams/quickStyl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23" Type="http://schemas.openxmlformats.org/officeDocument/2006/relationships/audio" Target="../media/audio2.wav"/><Relationship Id="rId10" Type="http://schemas.openxmlformats.org/officeDocument/2006/relationships/diagramQuickStyle" Target="../diagrams/quickStyle2.xml"/><Relationship Id="rId19" Type="http://schemas.openxmlformats.org/officeDocument/2006/relationships/diagramLayout" Target="../diagrams/layout4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Relationship Id="rId22" Type="http://schemas.microsoft.com/office/2007/relationships/diagramDrawing" Target="../diagrams/drawin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audio" Target="../media/audio1.wav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Relationship Id="rId9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>
            <a:extLst>
              <a:ext uri="{FF2B5EF4-FFF2-40B4-BE49-F238E27FC236}">
                <a16:creationId xmlns:a16="http://schemas.microsoft.com/office/drawing/2014/main" id="{8B2E021C-F2B5-470F-BA90-8F3C01E9B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894" y="1656396"/>
            <a:ext cx="8572500" cy="920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5441" dirty="0" err="1">
                <a:latin typeface="Britannic Bold" panose="020B0903060703020204" pitchFamily="34" charset="0"/>
              </a:rPr>
              <a:t>Praktikum</a:t>
            </a:r>
            <a:r>
              <a:rPr lang="en-US" altLang="en-US" sz="5441" dirty="0">
                <a:latin typeface="Britannic Bold" panose="020B0903060703020204" pitchFamily="34" charset="0"/>
              </a:rPr>
              <a:t> </a:t>
            </a:r>
            <a:r>
              <a:rPr lang="en-US" altLang="en-US" sz="5441" dirty="0" err="1">
                <a:latin typeface="Britannic Bold" panose="020B0903060703020204" pitchFamily="34" charset="0"/>
              </a:rPr>
              <a:t>Tipe</a:t>
            </a:r>
            <a:r>
              <a:rPr lang="en-US" altLang="en-US" sz="5441" dirty="0">
                <a:latin typeface="Britannic Bold" panose="020B0903060703020204" pitchFamily="34" charset="0"/>
              </a:rPr>
              <a:t> Data</a:t>
            </a:r>
            <a:endParaRPr lang="id-ID" altLang="en-US" sz="2902" dirty="0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7D4CDBD-5EC8-4365-A58B-3C437FF80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997" y="4975578"/>
            <a:ext cx="2762295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>
                <a:latin typeface="Century Gothic" panose="020B0502020202020204" pitchFamily="34" charset="0"/>
              </a:rPr>
              <a:t>FMIPA</a:t>
            </a: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4DFECD-46BA-4E23-B31E-CA52E4023BD6}"/>
              </a:ext>
            </a:extLst>
          </p:cNvPr>
          <p:cNvSpPr txBox="1"/>
          <p:nvPr/>
        </p:nvSpPr>
        <p:spPr>
          <a:xfrm>
            <a:off x="5055174" y="3815118"/>
            <a:ext cx="1931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MV Boli" panose="02000500030200090000" pitchFamily="2" charset="0"/>
                <a:cs typeface="MV Boli" panose="02000500030200090000" pitchFamily="2" charset="0"/>
              </a:rPr>
              <a:t>Dian Nursantika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8A999-A9AC-4969-983B-AEFAE83D05FC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>
                <a:latin typeface="MV Boli" panose="02000500030200090000" pitchFamily="2" charset="0"/>
                <a:cs typeface="MV Boli" panose="02000500030200090000" pitchFamily="2" charset="0"/>
              </a:rPr>
              <a:t>Two-dimensional Array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83755" y="1919514"/>
            <a:ext cx="11213326" cy="1754326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arrayDuaDimensi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 public static void main (String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[] 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{ String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[][] = {{“Australia”,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Ceko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”,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Jepang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”, “Indonesia”,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Kanada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”},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{“Canberra”, “Praha”, “Tokyo”, “Jakarta”, “Ottawa”}};    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902770" y="2786743"/>
            <a:ext cx="606716" cy="1553028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2452915" y="2786743"/>
            <a:ext cx="204423" cy="1900555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3012746" y="2694558"/>
            <a:ext cx="546166" cy="1820089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3285829" y="2680484"/>
            <a:ext cx="670346" cy="1768400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 Diagonal Corner Rectangle 13"/>
          <p:cNvSpPr/>
          <p:nvPr/>
        </p:nvSpPr>
        <p:spPr>
          <a:xfrm>
            <a:off x="4020457" y="2491015"/>
            <a:ext cx="7373257" cy="305662"/>
          </a:xfrm>
          <a:prstGeom prst="round2DiagRect">
            <a:avLst/>
          </a:prstGeom>
          <a:noFill/>
          <a:ln>
            <a:solidFill>
              <a:srgbClr val="28AFB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 Diagonal Corner Rectangle 14"/>
          <p:cNvSpPr/>
          <p:nvPr/>
        </p:nvSpPr>
        <p:spPr>
          <a:xfrm>
            <a:off x="3106057" y="2776765"/>
            <a:ext cx="7040880" cy="305662"/>
          </a:xfrm>
          <a:prstGeom prst="round2DiagRect">
            <a:avLst/>
          </a:prstGeom>
          <a:noFill/>
          <a:ln>
            <a:solidFill>
              <a:srgbClr val="28AFB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10531412" y="2786743"/>
            <a:ext cx="426874" cy="1553028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7604019" y="3076232"/>
            <a:ext cx="498439" cy="1611066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242945" y="4023417"/>
            <a:ext cx="1393970" cy="1327761"/>
            <a:chOff x="145721" y="245"/>
            <a:chExt cx="1908741" cy="1908741"/>
          </a:xfrm>
          <a:solidFill>
            <a:srgbClr val="BAEDF0"/>
          </a:solidFill>
        </p:grpSpPr>
        <p:sp>
          <p:nvSpPr>
            <p:cNvPr id="26" name="Oval 25"/>
            <p:cNvSpPr/>
            <p:nvPr/>
          </p:nvSpPr>
          <p:spPr>
            <a:xfrm>
              <a:off x="145721" y="245"/>
              <a:ext cx="1908741" cy="1908741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27" name="Oval 4"/>
            <p:cNvSpPr/>
            <p:nvPr/>
          </p:nvSpPr>
          <p:spPr>
            <a:xfrm>
              <a:off x="425250" y="279774"/>
              <a:ext cx="1349683" cy="134968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105044" tIns="29210" rIns="105044" bIns="29210" numCol="1" spcCol="1270" anchor="ctr" anchorCtr="0">
              <a:noAutofit/>
            </a:bodyPr>
            <a:lstStyle/>
            <a:p>
              <a:pPr lvl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err="1"/>
                <a:t>Tipe</a:t>
              </a:r>
              <a:r>
                <a:rPr lang="en-US" sz="1600" kern="1200" dirty="0"/>
                <a:t> data array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753081" y="4493853"/>
            <a:ext cx="1393970" cy="1327761"/>
            <a:chOff x="1672714" y="245"/>
            <a:chExt cx="1908741" cy="1908741"/>
          </a:xfrm>
          <a:solidFill>
            <a:srgbClr val="BAEDF0"/>
          </a:solidFill>
        </p:grpSpPr>
        <p:sp>
          <p:nvSpPr>
            <p:cNvPr id="29" name="Oval 28"/>
            <p:cNvSpPr/>
            <p:nvPr/>
          </p:nvSpPr>
          <p:spPr>
            <a:xfrm>
              <a:off x="1672714" y="245"/>
              <a:ext cx="1908741" cy="1908741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30" name="Oval 4"/>
            <p:cNvSpPr/>
            <p:nvPr/>
          </p:nvSpPr>
          <p:spPr>
            <a:xfrm>
              <a:off x="1952243" y="279774"/>
              <a:ext cx="1349683" cy="134968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105044" tIns="29210" rIns="105044" bIns="29210" numCol="1" spcCol="1270" anchor="ctr" anchorCtr="0">
              <a:noAutofit/>
            </a:bodyPr>
            <a:lstStyle/>
            <a:p>
              <a:pPr lvl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/>
                <a:t>Nama variable array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194013" y="4179904"/>
            <a:ext cx="1393970" cy="1327761"/>
            <a:chOff x="3199708" y="245"/>
            <a:chExt cx="1908741" cy="1908741"/>
          </a:xfrm>
          <a:solidFill>
            <a:srgbClr val="BAEDF0"/>
          </a:solidFill>
        </p:grpSpPr>
        <p:sp>
          <p:nvSpPr>
            <p:cNvPr id="32" name="Oval 31"/>
            <p:cNvSpPr/>
            <p:nvPr/>
          </p:nvSpPr>
          <p:spPr>
            <a:xfrm>
              <a:off x="3199708" y="245"/>
              <a:ext cx="1908741" cy="1908741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33" name="Oval 4"/>
            <p:cNvSpPr/>
            <p:nvPr/>
          </p:nvSpPr>
          <p:spPr>
            <a:xfrm>
              <a:off x="3479237" y="279774"/>
              <a:ext cx="1349683" cy="134968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105044" tIns="29210" rIns="105044" bIns="29210" numCol="1" spcCol="1270" anchor="ctr" anchorCtr="0">
              <a:noAutofit/>
            </a:bodyPr>
            <a:lstStyle/>
            <a:p>
              <a:pPr lvl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err="1"/>
                <a:t>Tanda</a:t>
              </a:r>
              <a:r>
                <a:rPr lang="en-US" sz="1600" kern="1200" dirty="0"/>
                <a:t> array </a:t>
              </a:r>
              <a:r>
                <a:rPr lang="en-US" sz="1600" kern="1200" dirty="0" err="1"/>
                <a:t>dua</a:t>
              </a:r>
              <a:r>
                <a:rPr lang="en-US" sz="1600" kern="1200" dirty="0"/>
                <a:t> </a:t>
              </a:r>
              <a:r>
                <a:rPr lang="en-US" sz="1600" kern="1200" dirty="0" err="1"/>
                <a:t>dimensi</a:t>
              </a:r>
              <a:endParaRPr lang="en-US" sz="1600" kern="1200" dirty="0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7377417" y="4305791"/>
            <a:ext cx="1394095" cy="1327880"/>
            <a:chOff x="1098587" y="160"/>
            <a:chExt cx="1908912" cy="1908912"/>
          </a:xfrm>
          <a:solidFill>
            <a:srgbClr val="BAEDF0"/>
          </a:solidFill>
        </p:grpSpPr>
        <p:sp>
          <p:nvSpPr>
            <p:cNvPr id="35" name="Oval 34"/>
            <p:cNvSpPr/>
            <p:nvPr/>
          </p:nvSpPr>
          <p:spPr>
            <a:xfrm>
              <a:off x="1098587" y="160"/>
              <a:ext cx="1908912" cy="1908912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36" name="Oval 4"/>
            <p:cNvSpPr/>
            <p:nvPr/>
          </p:nvSpPr>
          <p:spPr>
            <a:xfrm>
              <a:off x="1378141" y="279714"/>
              <a:ext cx="1349804" cy="134980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105054" tIns="33020" rIns="105054" bIns="33020" numCol="1" spcCol="1270" anchor="ctr" anchorCtr="0">
              <a:noAutofit/>
            </a:bodyPr>
            <a:lstStyle/>
            <a:p>
              <a:pPr lvl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/>
                <a:t>Isi array </a:t>
              </a:r>
              <a:r>
                <a:rPr lang="en-US" sz="1600" kern="1200" dirty="0" err="1"/>
                <a:t>baris</a:t>
              </a:r>
              <a:r>
                <a:rPr lang="en-US" sz="1600" kern="1200" dirty="0"/>
                <a:t> </a:t>
              </a:r>
              <a:r>
                <a:rPr lang="en-US" sz="1600" kern="1200" dirty="0" err="1"/>
                <a:t>kedua</a:t>
              </a:r>
              <a:endParaRPr lang="en-US" sz="16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9834364" y="4179785"/>
            <a:ext cx="1394095" cy="1327880"/>
            <a:chOff x="2625717" y="160"/>
            <a:chExt cx="1908912" cy="1908912"/>
          </a:xfrm>
          <a:solidFill>
            <a:srgbClr val="BAEDF0"/>
          </a:solidFill>
        </p:grpSpPr>
        <p:sp>
          <p:nvSpPr>
            <p:cNvPr id="38" name="Oval 37"/>
            <p:cNvSpPr/>
            <p:nvPr/>
          </p:nvSpPr>
          <p:spPr>
            <a:xfrm>
              <a:off x="2625717" y="160"/>
              <a:ext cx="1908912" cy="1908912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alpha val="50000"/>
                <a:hueOff val="10395692"/>
                <a:satOff val="-47968"/>
                <a:lumOff val="1765"/>
                <a:alphaOff val="0"/>
              </a:schemeClr>
            </a:fillRef>
            <a:effectRef idx="0">
              <a:schemeClr val="accent4">
                <a:alpha val="50000"/>
                <a:hueOff val="10395692"/>
                <a:satOff val="-47968"/>
                <a:lumOff val="1765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39" name="Oval 4"/>
            <p:cNvSpPr/>
            <p:nvPr/>
          </p:nvSpPr>
          <p:spPr>
            <a:xfrm>
              <a:off x="2905271" y="279714"/>
              <a:ext cx="1349804" cy="134980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105054" tIns="33020" rIns="105054" bIns="33020" numCol="1" spcCol="1270" anchor="ctr" anchorCtr="0">
              <a:noAutofit/>
            </a:bodyPr>
            <a:lstStyle/>
            <a:p>
              <a:pPr lvl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/>
                <a:t>Isi array </a:t>
              </a:r>
              <a:r>
                <a:rPr lang="en-US" sz="1600" kern="1200" dirty="0" err="1"/>
                <a:t>baris</a:t>
              </a:r>
              <a:r>
                <a:rPr lang="en-US" sz="1600" kern="1200" dirty="0"/>
                <a:t> </a:t>
              </a:r>
              <a:r>
                <a:rPr lang="en-US" sz="1600" kern="1200" dirty="0" err="1"/>
                <a:t>pertama</a:t>
              </a:r>
              <a:endParaRPr lang="en-US" sz="1600" kern="1200" dirty="0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B166D57-F6BF-4AE2-A200-C6A306D17DD9}"/>
              </a:ext>
            </a:extLst>
          </p:cNvPr>
          <p:cNvSpPr txBox="1"/>
          <p:nvPr/>
        </p:nvSpPr>
        <p:spPr>
          <a:xfrm>
            <a:off x="8451569" y="1253722"/>
            <a:ext cx="3390736" cy="490776"/>
          </a:xfrm>
          <a:prstGeom prst="frame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Deklarasi</a:t>
            </a:r>
            <a:r>
              <a:rPr lang="en-US" dirty="0"/>
              <a:t> array 2 </a:t>
            </a:r>
            <a:r>
              <a:rPr lang="en-US" dirty="0" err="1"/>
              <a:t>dimensi</a:t>
            </a:r>
            <a:r>
              <a:rPr lang="en-US" dirty="0"/>
              <a:t> </a:t>
            </a:r>
            <a:r>
              <a:rPr lang="en-US" dirty="0" err="1"/>
              <a:t>Bernilai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482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3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>
                <a:latin typeface="MV Boli" panose="02000500030200090000" pitchFamily="2" charset="0"/>
                <a:cs typeface="MV Boli" panose="02000500030200090000" pitchFamily="2" charset="0"/>
              </a:rPr>
              <a:t>Two-dimensional Array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860" y="1427050"/>
            <a:ext cx="7702750" cy="5262979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arrayCetak2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 public static void main (String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[]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{ String [][]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cetakA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cetakA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new String[2][5];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cetakA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[0][0] = “Australia”;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cetakA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[0][1] = “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Ceko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”;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cetakA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[0][2] = “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Jepang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”;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cetakA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[0][3] = “Indonesia”;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cetakA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[0][4] = “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Kanada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”;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cetakA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[1][0] = “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Carberra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”;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cetakA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[1][1] = “Praha”;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cetakA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[1][2] = “Tokyo”;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cetakA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[1][3] = “Jakarta”;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cetakA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[1][4] = “Ottawa”;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Menampilkan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urutan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ke-2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yaitu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:”);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cetakA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[0][1]);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&lt;2;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{ for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j=0; j&lt;5; j++)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Menampilkan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seluruh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urutan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array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yaitu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:”);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cetakA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][j]);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715024520"/>
              </p:ext>
            </p:extLst>
          </p:nvPr>
        </p:nvGraphicFramePr>
        <p:xfrm>
          <a:off x="5133767" y="5533632"/>
          <a:ext cx="5515686" cy="1257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433590222"/>
              </p:ext>
            </p:extLst>
          </p:nvPr>
        </p:nvGraphicFramePr>
        <p:xfrm>
          <a:off x="5980987" y="1680905"/>
          <a:ext cx="5672447" cy="1547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" name="Right Brace 1"/>
          <p:cNvSpPr/>
          <p:nvPr/>
        </p:nvSpPr>
        <p:spPr>
          <a:xfrm>
            <a:off x="4165600" y="2090057"/>
            <a:ext cx="391886" cy="2394857"/>
          </a:xfrm>
          <a:prstGeom prst="rightBrace">
            <a:avLst/>
          </a:prstGeom>
          <a:ln>
            <a:solidFill>
              <a:srgbClr val="28AF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cxnSpLocks/>
            <a:stCxn id="7" idx="1"/>
          </p:cNvCxnSpPr>
          <p:nvPr/>
        </p:nvCxnSpPr>
        <p:spPr>
          <a:xfrm flipH="1">
            <a:off x="4552820" y="2454570"/>
            <a:ext cx="1428167" cy="718140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75159709"/>
              </p:ext>
            </p:extLst>
          </p:nvPr>
        </p:nvGraphicFramePr>
        <p:xfrm>
          <a:off x="5255621" y="3015240"/>
          <a:ext cx="4757789" cy="1234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3816123562"/>
              </p:ext>
            </p:extLst>
          </p:nvPr>
        </p:nvGraphicFramePr>
        <p:xfrm>
          <a:off x="7204350" y="4007990"/>
          <a:ext cx="4049486" cy="1233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cxnSp>
        <p:nvCxnSpPr>
          <p:cNvPr id="14" name="Straight Arrow Connector 13"/>
          <p:cNvCxnSpPr>
            <a:cxnSpLocks/>
            <a:stCxn id="11" idx="1"/>
          </p:cNvCxnSpPr>
          <p:nvPr/>
        </p:nvCxnSpPr>
        <p:spPr>
          <a:xfrm flipH="1">
            <a:off x="4028263" y="3632651"/>
            <a:ext cx="1227358" cy="1225903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3149601" y="4714818"/>
            <a:ext cx="4238170" cy="234553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3338286" y="4833257"/>
            <a:ext cx="4049485" cy="314664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3722914" y="5708591"/>
            <a:ext cx="1640114" cy="501198"/>
          </a:xfrm>
          <a:custGeom>
            <a:avLst/>
            <a:gdLst>
              <a:gd name="connsiteX0" fmla="*/ 1640114 w 1640114"/>
              <a:gd name="connsiteY0" fmla="*/ 377371 h 501198"/>
              <a:gd name="connsiteX1" fmla="*/ 827314 w 1640114"/>
              <a:gd name="connsiteY1" fmla="*/ 478971 h 501198"/>
              <a:gd name="connsiteX2" fmla="*/ 0 w 1640114"/>
              <a:gd name="connsiteY2" fmla="*/ 0 h 501198"/>
              <a:gd name="connsiteX3" fmla="*/ 0 w 1640114"/>
              <a:gd name="connsiteY3" fmla="*/ 0 h 501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0114" h="501198">
                <a:moveTo>
                  <a:pt x="1640114" y="377371"/>
                </a:moveTo>
                <a:cubicBezTo>
                  <a:pt x="1370390" y="459618"/>
                  <a:pt x="1100666" y="541866"/>
                  <a:pt x="827314" y="478971"/>
                </a:cubicBezTo>
                <a:cubicBezTo>
                  <a:pt x="553962" y="416076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>
            <a:solidFill>
              <a:srgbClr val="28AFB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12E8EA-3240-49EC-BA60-873D3413BF25}"/>
              </a:ext>
            </a:extLst>
          </p:cNvPr>
          <p:cNvSpPr txBox="1"/>
          <p:nvPr/>
        </p:nvSpPr>
        <p:spPr>
          <a:xfrm>
            <a:off x="9315111" y="1216149"/>
            <a:ext cx="2712375" cy="490776"/>
          </a:xfrm>
          <a:prstGeom prst="frame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Mencetak</a:t>
            </a:r>
            <a:r>
              <a:rPr lang="en-US" dirty="0"/>
              <a:t> array 2 </a:t>
            </a:r>
            <a:r>
              <a:rPr lang="en-US" dirty="0" err="1"/>
              <a:t>dimensi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60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23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Graphic spid="6" grpId="0">
        <p:bldAsOne/>
      </p:bldGraphic>
      <p:bldGraphic spid="7" grpId="0">
        <p:bldAsOne/>
      </p:bldGraphic>
      <p:bldP spid="2" grpId="0" animBg="1"/>
      <p:bldGraphic spid="11" grpId="0">
        <p:bldAsOne/>
      </p:bldGraphic>
      <p:bldGraphic spid="12" grpId="0">
        <p:bldAsOne/>
      </p:bldGraphic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>
                <a:latin typeface="MV Boli" panose="02000500030200090000" pitchFamily="2" charset="0"/>
                <a:cs typeface="MV Boli" panose="02000500030200090000" pitchFamily="2" charset="0"/>
              </a:rPr>
              <a:t>Two-dimensional Array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403678" y="3328385"/>
            <a:ext cx="5739072" cy="15696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negaraA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  public static void main (String[]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{ Scanner input = new Scanner(System.in);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String[][]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new String[2][5];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198524" y="2226929"/>
            <a:ext cx="2427779" cy="758681"/>
            <a:chOff x="101348" y="455343"/>
            <a:chExt cx="2427779" cy="758681"/>
          </a:xfrm>
        </p:grpSpPr>
        <p:sp>
          <p:nvSpPr>
            <p:cNvPr id="7" name="Rectangle 6"/>
            <p:cNvSpPr/>
            <p:nvPr/>
          </p:nvSpPr>
          <p:spPr>
            <a:xfrm>
              <a:off x="101348" y="455343"/>
              <a:ext cx="2427779" cy="758681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101348" y="455343"/>
              <a:ext cx="2427779" cy="758681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0" vert="horz" wrap="square" lIns="513880" tIns="53340" rIns="53340" bIns="53340" numCol="1" spcCol="1270" anchor="ctr" anchorCtr="0">
              <a:noAutofit/>
            </a:bodyPr>
            <a:lstStyle/>
            <a:p>
              <a:pPr lvl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kern="1200" dirty="0"/>
                <a:t>Import class </a:t>
              </a:r>
              <a:r>
                <a:rPr lang="en-US" sz="1400" kern="1200" dirty="0" err="1"/>
                <a:t>sebagai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tanda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pengenal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untuk</a:t>
              </a:r>
              <a:r>
                <a:rPr lang="en-US" sz="1400" kern="1200" dirty="0"/>
                <a:t> input data </a:t>
              </a:r>
              <a:r>
                <a:rPr lang="en-US" sz="1400" kern="1200" dirty="0" err="1"/>
                <a:t>dari</a:t>
              </a:r>
              <a:r>
                <a:rPr lang="en-US" sz="1400" kern="1200" dirty="0"/>
                <a:t> keyboard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86285" y="3599414"/>
            <a:ext cx="2427779" cy="758681"/>
            <a:chOff x="2742618" y="455343"/>
            <a:chExt cx="2427779" cy="758681"/>
          </a:xfrm>
        </p:grpSpPr>
        <p:sp>
          <p:nvSpPr>
            <p:cNvPr id="10" name="Rectangle 9"/>
            <p:cNvSpPr/>
            <p:nvPr/>
          </p:nvSpPr>
          <p:spPr>
            <a:xfrm>
              <a:off x="2742618" y="455343"/>
              <a:ext cx="2427779" cy="758681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2742618" y="455343"/>
              <a:ext cx="2427779" cy="758681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13880" tIns="53340" rIns="53340" bIns="53340" numCol="1" spcCol="1270" anchor="ctr" anchorCtr="0">
              <a:noAutofit/>
            </a:bodyPr>
            <a:lstStyle/>
            <a:p>
              <a:pPr lvl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kern="1200" dirty="0" err="1"/>
                <a:t>Tipe</a:t>
              </a:r>
              <a:r>
                <a:rPr lang="en-US" sz="1400" kern="1200" dirty="0"/>
                <a:t> data scanner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059325" y="2080208"/>
            <a:ext cx="2427779" cy="758681"/>
            <a:chOff x="5383888" y="455343"/>
            <a:chExt cx="2427779" cy="758681"/>
          </a:xfrm>
        </p:grpSpPr>
        <p:sp>
          <p:nvSpPr>
            <p:cNvPr id="13" name="Rectangle 12"/>
            <p:cNvSpPr/>
            <p:nvPr/>
          </p:nvSpPr>
          <p:spPr>
            <a:xfrm>
              <a:off x="5383888" y="455343"/>
              <a:ext cx="2427779" cy="758681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14" name="Rectangle 13"/>
            <p:cNvSpPr/>
            <p:nvPr/>
          </p:nvSpPr>
          <p:spPr>
            <a:xfrm>
              <a:off x="5383888" y="455343"/>
              <a:ext cx="2427779" cy="758681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513880" tIns="53340" rIns="53340" bIns="53340" numCol="1" spcCol="1270" anchor="ctr" anchorCtr="0">
              <a:noAutofit/>
            </a:bodyPr>
            <a:lstStyle/>
            <a:p>
              <a:pPr lvl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kern="1200" dirty="0"/>
                <a:t>Nama variable input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9142750" y="2226929"/>
            <a:ext cx="2427779" cy="758681"/>
            <a:chOff x="101348" y="1410438"/>
            <a:chExt cx="2427779" cy="758681"/>
          </a:xfrm>
        </p:grpSpPr>
        <p:sp>
          <p:nvSpPr>
            <p:cNvPr id="16" name="Rectangle 15"/>
            <p:cNvSpPr/>
            <p:nvPr/>
          </p:nvSpPr>
          <p:spPr>
            <a:xfrm>
              <a:off x="101348" y="1410438"/>
              <a:ext cx="2427779" cy="758681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sp>
        <p:sp>
          <p:nvSpPr>
            <p:cNvPr id="17" name="Rectangle 16"/>
            <p:cNvSpPr/>
            <p:nvPr/>
          </p:nvSpPr>
          <p:spPr>
            <a:xfrm>
              <a:off x="101348" y="1410438"/>
              <a:ext cx="2427779" cy="758681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spcFirstLastPara="0" vert="horz" wrap="square" lIns="513880" tIns="53340" rIns="53340" bIns="53340" numCol="1" spcCol="1270" anchor="ctr" anchorCtr="0">
              <a:noAutofit/>
            </a:bodyPr>
            <a:lstStyle/>
            <a:p>
              <a:pPr lvl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kern="1200" dirty="0" err="1"/>
                <a:t>Menggunakan</a:t>
              </a:r>
              <a:r>
                <a:rPr lang="en-US" sz="1400" kern="1200" dirty="0"/>
                <a:t> class </a:t>
              </a:r>
              <a:r>
                <a:rPr lang="en-US" sz="1400" kern="1200" dirty="0" err="1"/>
                <a:t>untuk</a:t>
              </a:r>
              <a:r>
                <a:rPr lang="en-US" sz="1400" kern="1200" dirty="0"/>
                <a:t> input keyboard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86285" y="5130685"/>
            <a:ext cx="2427779" cy="758681"/>
            <a:chOff x="2742618" y="1410438"/>
            <a:chExt cx="2427779" cy="758681"/>
          </a:xfrm>
        </p:grpSpPr>
        <p:sp>
          <p:nvSpPr>
            <p:cNvPr id="22" name="Rectangle 21"/>
            <p:cNvSpPr/>
            <p:nvPr/>
          </p:nvSpPr>
          <p:spPr>
            <a:xfrm>
              <a:off x="2742618" y="1410438"/>
              <a:ext cx="2427779" cy="758681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2742618" y="1410438"/>
              <a:ext cx="2427779" cy="758681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spcFirstLastPara="0" vert="horz" wrap="square" lIns="513880" tIns="53340" rIns="53340" bIns="53340" numCol="1" spcCol="1270" anchor="ctr" anchorCtr="0">
              <a:noAutofit/>
            </a:bodyPr>
            <a:lstStyle/>
            <a:p>
              <a:pPr lvl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kern="1200" dirty="0" err="1"/>
                <a:t>Tipe</a:t>
              </a:r>
              <a:r>
                <a:rPr lang="en-US" sz="1400" kern="1200" dirty="0"/>
                <a:t> data </a:t>
              </a:r>
              <a:r>
                <a:rPr lang="en-US" sz="1400" kern="1200" dirty="0" err="1"/>
                <a:t>untuk</a:t>
              </a:r>
              <a:r>
                <a:rPr lang="en-US" sz="1400" kern="1200" dirty="0"/>
                <a:t> array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440334" y="5758886"/>
            <a:ext cx="2427779" cy="758681"/>
            <a:chOff x="5383888" y="1410438"/>
            <a:chExt cx="2427779" cy="758681"/>
          </a:xfrm>
        </p:grpSpPr>
        <p:sp>
          <p:nvSpPr>
            <p:cNvPr id="25" name="Rectangle 24"/>
            <p:cNvSpPr/>
            <p:nvPr/>
          </p:nvSpPr>
          <p:spPr>
            <a:xfrm>
              <a:off x="5383888" y="1410438"/>
              <a:ext cx="2427779" cy="758681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5383888" y="1410438"/>
              <a:ext cx="2427779" cy="758681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spcFirstLastPara="0" vert="horz" wrap="square" lIns="513880" tIns="53340" rIns="53340" bIns="53340" numCol="1" spcCol="1270" anchor="ctr" anchorCtr="0">
              <a:noAutofit/>
            </a:bodyPr>
            <a:lstStyle/>
            <a:p>
              <a:pPr lvl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kern="1200" dirty="0"/>
                <a:t>Nama variable array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9316721" y="5242996"/>
            <a:ext cx="2427779" cy="758681"/>
            <a:chOff x="2742618" y="2365533"/>
            <a:chExt cx="2427779" cy="758681"/>
          </a:xfrm>
        </p:grpSpPr>
        <p:sp>
          <p:nvSpPr>
            <p:cNvPr id="28" name="Rectangle 27"/>
            <p:cNvSpPr/>
            <p:nvPr/>
          </p:nvSpPr>
          <p:spPr>
            <a:xfrm>
              <a:off x="2742618" y="2365533"/>
              <a:ext cx="2427779" cy="758681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2742618" y="2365533"/>
              <a:ext cx="2427779" cy="758681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0" vert="horz" wrap="square" lIns="513880" tIns="53340" rIns="53340" bIns="53340" numCol="1" spcCol="1270" anchor="ctr" anchorCtr="0">
              <a:noAutofit/>
            </a:bodyPr>
            <a:lstStyle/>
            <a:p>
              <a:pPr lvl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kern="1200" dirty="0" err="1"/>
                <a:t>Jumlah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indeks</a:t>
              </a:r>
              <a:r>
                <a:rPr lang="en-US" sz="1400" kern="1200" dirty="0"/>
                <a:t> yang </a:t>
              </a:r>
              <a:r>
                <a:rPr lang="en-US" sz="1400" kern="1200" dirty="0" err="1"/>
                <a:t>digunakan</a:t>
              </a:r>
              <a:endParaRPr lang="en-US" sz="1400" kern="1200" dirty="0"/>
            </a:p>
          </p:txBody>
        </p:sp>
      </p:grpSp>
      <p:cxnSp>
        <p:nvCxnSpPr>
          <p:cNvPr id="30" name="Straight Arrow Connector 29"/>
          <p:cNvCxnSpPr/>
          <p:nvPr/>
        </p:nvCxnSpPr>
        <p:spPr>
          <a:xfrm>
            <a:off x="3263314" y="2838889"/>
            <a:ext cx="554038" cy="596203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2774364" y="4039929"/>
            <a:ext cx="1291431" cy="171450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5338725" y="2676238"/>
            <a:ext cx="897977" cy="1474185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8579852" y="2838889"/>
            <a:ext cx="1528762" cy="1286765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 flipV="1">
            <a:off x="7989302" y="4568567"/>
            <a:ext cx="1485900" cy="1053769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 flipV="1">
            <a:off x="8313152" y="4560831"/>
            <a:ext cx="1485900" cy="1053769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 flipV="1">
            <a:off x="5998578" y="4560831"/>
            <a:ext cx="1108538" cy="1328535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V="1">
            <a:off x="1599614" y="4568567"/>
            <a:ext cx="2797315" cy="697131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3519018" y="5510026"/>
            <a:ext cx="2371177" cy="758681"/>
            <a:chOff x="2742618" y="1410438"/>
            <a:chExt cx="2427779" cy="758681"/>
          </a:xfrm>
        </p:grpSpPr>
        <p:sp>
          <p:nvSpPr>
            <p:cNvPr id="46" name="Rectangle 45"/>
            <p:cNvSpPr/>
            <p:nvPr/>
          </p:nvSpPr>
          <p:spPr>
            <a:xfrm>
              <a:off x="2742618" y="1410438"/>
              <a:ext cx="2427779" cy="758681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47" name="Rectangle 46"/>
            <p:cNvSpPr/>
            <p:nvPr/>
          </p:nvSpPr>
          <p:spPr>
            <a:xfrm>
              <a:off x="2742618" y="1410438"/>
              <a:ext cx="2427779" cy="758681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513880" tIns="53340" rIns="53340" bIns="53340" numCol="1" spcCol="1270" anchor="ctr" anchorCtr="0">
              <a:noAutofit/>
            </a:bodyPr>
            <a:lstStyle/>
            <a:p>
              <a:pPr lvl="0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 err="1"/>
                <a:t>Ciri</a:t>
              </a:r>
              <a:r>
                <a:rPr lang="en-US" sz="1400" dirty="0"/>
                <a:t> array </a:t>
              </a:r>
              <a:r>
                <a:rPr lang="en-US" sz="1400" dirty="0" err="1"/>
                <a:t>satu</a:t>
              </a:r>
              <a:r>
                <a:rPr lang="en-US" sz="1400" dirty="0"/>
                <a:t> </a:t>
              </a:r>
              <a:r>
                <a:rPr lang="en-US" sz="1400" dirty="0" err="1"/>
                <a:t>dimensi</a:t>
              </a:r>
              <a:endParaRPr lang="en-US" sz="1400" dirty="0"/>
            </a:p>
          </p:txBody>
        </p:sp>
      </p:grpSp>
      <p:cxnSp>
        <p:nvCxnSpPr>
          <p:cNvPr id="50" name="Straight Arrow Connector 49"/>
          <p:cNvCxnSpPr/>
          <p:nvPr/>
        </p:nvCxnSpPr>
        <p:spPr>
          <a:xfrm flipV="1">
            <a:off x="4341227" y="4590938"/>
            <a:ext cx="588962" cy="1106341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 flipV="1">
            <a:off x="5187300" y="4608856"/>
            <a:ext cx="34785" cy="1005744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2B0A42B-C7EC-4A05-A221-A8A7328845CA}"/>
              </a:ext>
            </a:extLst>
          </p:cNvPr>
          <p:cNvSpPr txBox="1"/>
          <p:nvPr/>
        </p:nvSpPr>
        <p:spPr>
          <a:xfrm>
            <a:off x="486285" y="1372867"/>
            <a:ext cx="3617445" cy="490776"/>
          </a:xfrm>
          <a:prstGeom prst="frame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Input array 2 </a:t>
            </a:r>
            <a:r>
              <a:rPr lang="en-US" dirty="0" err="1"/>
              <a:t>dimensi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keyboard</a:t>
            </a:r>
          </a:p>
        </p:txBody>
      </p:sp>
    </p:spTree>
    <p:extLst>
      <p:ext uri="{BB962C8B-B14F-4D97-AF65-F5344CB8AC3E}">
        <p14:creationId xmlns:p14="http://schemas.microsoft.com/office/powerpoint/2010/main" val="3176583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3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>
                <a:latin typeface="MV Boli" panose="02000500030200090000" pitchFamily="2" charset="0"/>
                <a:cs typeface="MV Boli" panose="02000500030200090000" pitchFamily="2" charset="0"/>
              </a:rPr>
              <a:t>Two-dimensional Array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78668" y="1889959"/>
            <a:ext cx="9528571" cy="4832092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negaraA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  public static void main (String[]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{ Scanner input = new Scanner(System.in);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String[][]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new String[2][5];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Silahkan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masukkan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anda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input!");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for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&lt;2;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{  for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j=0; j&lt;5; j++)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  if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==0)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{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Masukkan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["+(i+1)+"]["+(j+1)+"]:");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][j]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input.nextLine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}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else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{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Masukkan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ibukota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["+(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)+"]["+(j+1)+"]:");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][j]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input.nextLine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}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611628" y="2046286"/>
            <a:ext cx="5212080" cy="335790"/>
            <a:chOff x="0" y="714280"/>
            <a:chExt cx="5854700" cy="335790"/>
          </a:xfrm>
        </p:grpSpPr>
        <p:sp>
          <p:nvSpPr>
            <p:cNvPr id="7" name="Rounded Rectangle 6"/>
            <p:cNvSpPr/>
            <p:nvPr/>
          </p:nvSpPr>
          <p:spPr>
            <a:xfrm>
              <a:off x="0" y="714280"/>
              <a:ext cx="5854700" cy="335790"/>
            </a:xfrm>
            <a:prstGeom prst="round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16392" y="730672"/>
              <a:ext cx="5821916" cy="303006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lvl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kern="1200" dirty="0" err="1"/>
                <a:t>Perulangan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dari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indeks</a:t>
              </a:r>
              <a:r>
                <a:rPr lang="en-US" sz="1400" kern="1200" dirty="0"/>
                <a:t> ke-0 </a:t>
              </a:r>
              <a:r>
                <a:rPr lang="en-US" sz="1400" kern="1200" dirty="0" err="1"/>
                <a:t>samapi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indeks</a:t>
              </a:r>
              <a:r>
                <a:rPr lang="en-US" sz="1400" kern="1200" dirty="0"/>
                <a:t> ke-1 </a:t>
              </a:r>
              <a:r>
                <a:rPr lang="en-US" sz="1400" kern="1200" dirty="0" err="1"/>
                <a:t>sebagai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tanda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baris</a:t>
              </a:r>
              <a:endParaRPr lang="en-US" sz="1400" kern="1200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860046" y="2634538"/>
            <a:ext cx="5212080" cy="335790"/>
            <a:chOff x="0" y="1090390"/>
            <a:chExt cx="5854700" cy="335790"/>
          </a:xfrm>
        </p:grpSpPr>
        <p:sp>
          <p:nvSpPr>
            <p:cNvPr id="10" name="Rounded Rectangle 9"/>
            <p:cNvSpPr/>
            <p:nvPr/>
          </p:nvSpPr>
          <p:spPr>
            <a:xfrm>
              <a:off x="0" y="1090390"/>
              <a:ext cx="5854700" cy="335790"/>
            </a:xfrm>
            <a:prstGeom prst="round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sp>
        <p:sp>
          <p:nvSpPr>
            <p:cNvPr id="11" name="Rounded Rectangle 4"/>
            <p:cNvSpPr/>
            <p:nvPr/>
          </p:nvSpPr>
          <p:spPr>
            <a:xfrm>
              <a:off x="16392" y="1106782"/>
              <a:ext cx="5821916" cy="303006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lvl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kern="1200" dirty="0" err="1"/>
                <a:t>Perulangan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dari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indeks</a:t>
              </a:r>
              <a:r>
                <a:rPr lang="en-US" sz="1400" kern="1200" dirty="0"/>
                <a:t> ke-0 </a:t>
              </a:r>
              <a:r>
                <a:rPr lang="en-US" sz="1400" kern="1200" dirty="0" err="1"/>
                <a:t>sampai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indeks</a:t>
              </a:r>
              <a:r>
                <a:rPr lang="en-US" sz="1400" kern="1200" dirty="0"/>
                <a:t> ke-4 </a:t>
              </a:r>
              <a:r>
                <a:rPr lang="en-US" sz="1400" kern="1200" dirty="0" err="1"/>
                <a:t>sebagai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tanda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kolom</a:t>
              </a:r>
              <a:endParaRPr lang="en-US" sz="1400" kern="12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771138" y="3467806"/>
            <a:ext cx="5212080" cy="335790"/>
            <a:chOff x="0" y="1466500"/>
            <a:chExt cx="5854700" cy="335790"/>
          </a:xfrm>
        </p:grpSpPr>
        <p:sp>
          <p:nvSpPr>
            <p:cNvPr id="13" name="Rounded Rectangle 12"/>
            <p:cNvSpPr/>
            <p:nvPr/>
          </p:nvSpPr>
          <p:spPr>
            <a:xfrm>
              <a:off x="0" y="1466500"/>
              <a:ext cx="5854700" cy="335790"/>
            </a:xfrm>
            <a:prstGeom prst="round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sp>
        <p:sp>
          <p:nvSpPr>
            <p:cNvPr id="14" name="Rounded Rectangle 4"/>
            <p:cNvSpPr/>
            <p:nvPr/>
          </p:nvSpPr>
          <p:spPr>
            <a:xfrm>
              <a:off x="16392" y="1482892"/>
              <a:ext cx="5821916" cy="303006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lvl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kern="1200" dirty="0" err="1"/>
                <a:t>Seleksi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kondisi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jika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indeks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baris</a:t>
              </a:r>
              <a:r>
                <a:rPr lang="en-US" sz="1400" kern="1200" dirty="0"/>
                <a:t> ke-0 </a:t>
              </a:r>
              <a:r>
                <a:rPr lang="en-US" sz="1400" kern="1200" dirty="0" err="1"/>
                <a:t>maka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memasukkan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nama</a:t>
              </a:r>
              <a:r>
                <a:rPr lang="en-US" sz="1400" kern="1200" dirty="0"/>
                <a:t> Negara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771138" y="4310139"/>
            <a:ext cx="5303520" cy="335790"/>
            <a:chOff x="0" y="1842610"/>
            <a:chExt cx="5854700" cy="335790"/>
          </a:xfrm>
        </p:grpSpPr>
        <p:sp>
          <p:nvSpPr>
            <p:cNvPr id="16" name="Rounded Rectangle 15"/>
            <p:cNvSpPr/>
            <p:nvPr/>
          </p:nvSpPr>
          <p:spPr>
            <a:xfrm>
              <a:off x="0" y="1842610"/>
              <a:ext cx="5854700" cy="335790"/>
            </a:xfrm>
            <a:prstGeom prst="round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sp>
        <p:sp>
          <p:nvSpPr>
            <p:cNvPr id="17" name="Rounded Rectangle 4"/>
            <p:cNvSpPr/>
            <p:nvPr/>
          </p:nvSpPr>
          <p:spPr>
            <a:xfrm>
              <a:off x="16392" y="1859002"/>
              <a:ext cx="5821916" cy="303006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lvl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kern="1200" dirty="0" err="1"/>
                <a:t>Menuliskan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nama</a:t>
              </a:r>
              <a:r>
                <a:rPr lang="en-US" sz="1400" kern="1200" dirty="0"/>
                <a:t> Negara </a:t>
              </a:r>
              <a:r>
                <a:rPr lang="en-US" sz="1400" kern="1200" dirty="0" err="1"/>
                <a:t>dan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memasukkannya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ke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dalam</a:t>
              </a:r>
              <a:r>
                <a:rPr lang="en-US" sz="1400" kern="1200" dirty="0"/>
                <a:t> array </a:t>
              </a:r>
              <a:r>
                <a:rPr lang="en-US" sz="1400" kern="1200" dirty="0" err="1"/>
                <a:t>negara</a:t>
              </a:r>
              <a:endParaRPr lang="en-US" sz="1400" kern="1200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860046" y="4724857"/>
            <a:ext cx="5212080" cy="335790"/>
            <a:chOff x="0" y="2218720"/>
            <a:chExt cx="5854700" cy="335790"/>
          </a:xfrm>
        </p:grpSpPr>
        <p:sp>
          <p:nvSpPr>
            <p:cNvPr id="19" name="Rounded Rectangle 18"/>
            <p:cNvSpPr/>
            <p:nvPr/>
          </p:nvSpPr>
          <p:spPr>
            <a:xfrm>
              <a:off x="0" y="2218720"/>
              <a:ext cx="5854700" cy="335790"/>
            </a:xfrm>
            <a:prstGeom prst="round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sp>
        <p:sp>
          <p:nvSpPr>
            <p:cNvPr id="20" name="Rounded Rectangle 4"/>
            <p:cNvSpPr/>
            <p:nvPr/>
          </p:nvSpPr>
          <p:spPr>
            <a:xfrm>
              <a:off x="16392" y="2235112"/>
              <a:ext cx="5821916" cy="303006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lvl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kern="1200" dirty="0"/>
                <a:t>Else </a:t>
              </a:r>
              <a:r>
                <a:rPr lang="en-US" sz="1400" kern="1200" dirty="0" err="1"/>
                <a:t>maka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akan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memberikan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masukkan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berupa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nama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ibukota</a:t>
              </a:r>
              <a:r>
                <a:rPr lang="en-US" sz="1400" kern="1200" dirty="0"/>
                <a:t> Negara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626221" y="5767585"/>
            <a:ext cx="5854700" cy="335790"/>
            <a:chOff x="0" y="2594830"/>
            <a:chExt cx="5854700" cy="335790"/>
          </a:xfrm>
        </p:grpSpPr>
        <p:sp>
          <p:nvSpPr>
            <p:cNvPr id="22" name="Rounded Rectangle 21"/>
            <p:cNvSpPr/>
            <p:nvPr/>
          </p:nvSpPr>
          <p:spPr>
            <a:xfrm>
              <a:off x="0" y="2594830"/>
              <a:ext cx="5854700" cy="335790"/>
            </a:xfrm>
            <a:prstGeom prst="round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sp>
        <p:sp>
          <p:nvSpPr>
            <p:cNvPr id="23" name="Rounded Rectangle 4"/>
            <p:cNvSpPr/>
            <p:nvPr/>
          </p:nvSpPr>
          <p:spPr>
            <a:xfrm>
              <a:off x="16392" y="2611222"/>
              <a:ext cx="5821916" cy="303006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lvl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kern="1200" dirty="0" err="1"/>
                <a:t>Menuliksn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nama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ibukota</a:t>
              </a:r>
              <a:r>
                <a:rPr lang="en-US" sz="1400" kern="1200" dirty="0"/>
                <a:t> Negara </a:t>
              </a:r>
              <a:r>
                <a:rPr lang="en-US" sz="1400" kern="1200" dirty="0" err="1"/>
                <a:t>dan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memasukkannya</a:t>
              </a:r>
              <a:r>
                <a:rPr lang="en-US" sz="1400" kern="1200" dirty="0"/>
                <a:t> </a:t>
              </a:r>
              <a:r>
                <a:rPr lang="en-US" sz="1400" kern="1200" dirty="0" err="1"/>
                <a:t>kedalam</a:t>
              </a:r>
              <a:r>
                <a:rPr lang="en-US" sz="1400" kern="1200" dirty="0"/>
                <a:t> array Negara</a:t>
              </a:r>
            </a:p>
          </p:txBody>
        </p:sp>
      </p:grpSp>
      <p:cxnSp>
        <p:nvCxnSpPr>
          <p:cNvPr id="24" name="Straight Arrow Connector 23"/>
          <p:cNvCxnSpPr>
            <a:cxnSpLocks/>
            <a:stCxn id="23" idx="1"/>
          </p:cNvCxnSpPr>
          <p:nvPr/>
        </p:nvCxnSpPr>
        <p:spPr>
          <a:xfrm flipH="1" flipV="1">
            <a:off x="4434787" y="5637824"/>
            <a:ext cx="1207826" cy="297656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2123027" y="4816707"/>
            <a:ext cx="3784891" cy="51410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 flipV="1">
            <a:off x="5459221" y="4438947"/>
            <a:ext cx="1206507" cy="35596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4" idx="1"/>
          </p:cNvCxnSpPr>
          <p:nvPr/>
        </p:nvCxnSpPr>
        <p:spPr>
          <a:xfrm flipH="1">
            <a:off x="2611888" y="3635701"/>
            <a:ext cx="4173843" cy="302130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3855853" y="2869558"/>
            <a:ext cx="2690813" cy="671175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3536766" y="2310316"/>
            <a:ext cx="2323280" cy="1027098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25DC393-CA8C-41F6-8D84-6CD4EE4F0028}"/>
              </a:ext>
            </a:extLst>
          </p:cNvPr>
          <p:cNvSpPr txBox="1"/>
          <p:nvPr/>
        </p:nvSpPr>
        <p:spPr>
          <a:xfrm>
            <a:off x="478668" y="1228101"/>
            <a:ext cx="3617445" cy="490776"/>
          </a:xfrm>
          <a:prstGeom prst="frame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Input array 2 </a:t>
            </a:r>
            <a:r>
              <a:rPr lang="en-US" dirty="0" err="1"/>
              <a:t>dimensi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keyboard</a:t>
            </a:r>
          </a:p>
        </p:txBody>
      </p:sp>
    </p:spTree>
    <p:extLst>
      <p:ext uri="{BB962C8B-B14F-4D97-AF65-F5344CB8AC3E}">
        <p14:creationId xmlns:p14="http://schemas.microsoft.com/office/powerpoint/2010/main" val="329820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3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 err="1">
                <a:latin typeface="MV Boli" panose="02000500030200090000" pitchFamily="2" charset="0"/>
                <a:cs typeface="MV Boli" panose="02000500030200090000" pitchFamily="2" charset="0"/>
              </a:rPr>
              <a:t>Latihan</a:t>
            </a:r>
            <a:r>
              <a:rPr lang="en-US" altLang="en-US" sz="2539" dirty="0">
                <a:latin typeface="MV Boli" panose="02000500030200090000" pitchFamily="2" charset="0"/>
                <a:cs typeface="MV Boli" panose="02000500030200090000" pitchFamily="2" charset="0"/>
              </a:rPr>
              <a:t> 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78668" y="1889959"/>
            <a:ext cx="8776762" cy="2893100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negaraA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  public static void main (String[]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{ Scanner input = new Scanner(System.in);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String[]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new String[5];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Silahkan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masukkan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anda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input!");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for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&lt;5;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("Masukkan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["+(i+1)+"]:");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input.nextLine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5DC393-CA8C-41F6-8D84-6CD4EE4F0028}"/>
              </a:ext>
            </a:extLst>
          </p:cNvPr>
          <p:cNvSpPr txBox="1"/>
          <p:nvPr/>
        </p:nvSpPr>
        <p:spPr>
          <a:xfrm>
            <a:off x="478668" y="1228101"/>
            <a:ext cx="3617445" cy="490776"/>
          </a:xfrm>
          <a:prstGeom prst="frame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Input array 1 </a:t>
            </a:r>
            <a:r>
              <a:rPr lang="en-US" dirty="0" err="1"/>
              <a:t>dimensi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keyboard</a:t>
            </a:r>
          </a:p>
        </p:txBody>
      </p:sp>
    </p:spTree>
    <p:extLst>
      <p:ext uri="{BB962C8B-B14F-4D97-AF65-F5344CB8AC3E}">
        <p14:creationId xmlns:p14="http://schemas.microsoft.com/office/powerpoint/2010/main" val="80029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3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 err="1">
                <a:latin typeface="MV Boli" panose="02000500030200090000" pitchFamily="2" charset="0"/>
                <a:cs typeface="MV Boli" panose="02000500030200090000" pitchFamily="2" charset="0"/>
              </a:rPr>
              <a:t>Latihan</a:t>
            </a:r>
            <a:r>
              <a:rPr lang="en-US" altLang="en-US" sz="2539" dirty="0">
                <a:latin typeface="MV Boli" panose="02000500030200090000" pitchFamily="2" charset="0"/>
                <a:cs typeface="MV Boli" panose="02000500030200090000" pitchFamily="2" charset="0"/>
              </a:rPr>
              <a:t> 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78668" y="1889959"/>
            <a:ext cx="9528571" cy="4832092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negaraA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  public static void main (String[]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{ Scanner input = new Scanner(System.in);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String[][]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new String[2][5];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Silahkan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masukkan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anda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input!");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for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&lt;2;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{  for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j=0; j&lt;5; j++)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  if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==0)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{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Masukkan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["+(i+1)+"]["+(j+1)+"]:");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][j]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input.nextLine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}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else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{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Masukkan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ibukota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["+(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)+"]["+(j+1)+"]:");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][j]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input.nextLine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}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5DC393-CA8C-41F6-8D84-6CD4EE4F0028}"/>
              </a:ext>
            </a:extLst>
          </p:cNvPr>
          <p:cNvSpPr txBox="1"/>
          <p:nvPr/>
        </p:nvSpPr>
        <p:spPr>
          <a:xfrm>
            <a:off x="478668" y="1228101"/>
            <a:ext cx="3617445" cy="490776"/>
          </a:xfrm>
          <a:prstGeom prst="frame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Input array 2 </a:t>
            </a:r>
            <a:r>
              <a:rPr lang="en-US" dirty="0" err="1"/>
              <a:t>dimensi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keyboard</a:t>
            </a:r>
          </a:p>
        </p:txBody>
      </p:sp>
    </p:spTree>
    <p:extLst>
      <p:ext uri="{BB962C8B-B14F-4D97-AF65-F5344CB8AC3E}">
        <p14:creationId xmlns:p14="http://schemas.microsoft.com/office/powerpoint/2010/main" val="2541519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3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608241378"/>
              </p:ext>
            </p:extLst>
          </p:nvPr>
        </p:nvGraphicFramePr>
        <p:xfrm>
          <a:off x="2121257" y="2721935"/>
          <a:ext cx="7586269" cy="25169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 err="1">
                <a:latin typeface="MV Boli" panose="02000500030200090000" pitchFamily="2" charset="0"/>
                <a:cs typeface="MV Boli" panose="02000500030200090000" pitchFamily="2" charset="0"/>
              </a:rPr>
              <a:t>Penutup</a:t>
            </a:r>
            <a:endParaRPr lang="en-US" altLang="en-US" sz="2539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72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3550</TotalTime>
  <Words>1026</Words>
  <Application>Microsoft Macintosh PowerPoint</Application>
  <PresentationFormat>Widescreen</PresentationFormat>
  <Paragraphs>138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Britannic Bold</vt:lpstr>
      <vt:lpstr>Calibri</vt:lpstr>
      <vt:lpstr>Calibri Light</vt:lpstr>
      <vt:lpstr>Century Gothic</vt:lpstr>
      <vt:lpstr>Courier New</vt:lpstr>
      <vt:lpstr>MV Boli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Nursantika, S.Kom., M.Cs.</cp:lastModifiedBy>
  <cp:revision>284</cp:revision>
  <dcterms:created xsi:type="dcterms:W3CDTF">2018-01-15T03:36:45Z</dcterms:created>
  <dcterms:modified xsi:type="dcterms:W3CDTF">2023-08-30T16:30:30Z</dcterms:modified>
</cp:coreProperties>
</file>