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av" ContentType="audio/x-wav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2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7" r:id="rId2"/>
    <p:sldId id="291" r:id="rId3"/>
    <p:sldId id="305" r:id="rId4"/>
    <p:sldId id="323" r:id="rId5"/>
    <p:sldId id="309" r:id="rId6"/>
    <p:sldId id="307" r:id="rId7"/>
    <p:sldId id="298" r:id="rId8"/>
    <p:sldId id="324" r:id="rId9"/>
    <p:sldId id="328" r:id="rId10"/>
    <p:sldId id="329" r:id="rId11"/>
    <p:sldId id="300" r:id="rId12"/>
    <p:sldId id="301" r:id="rId13"/>
    <p:sldId id="327" r:id="rId14"/>
    <p:sldId id="277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8AFB6"/>
    <a:srgbClr val="BAEDF0"/>
    <a:srgbClr val="176367"/>
    <a:srgbClr val="D2F3F6"/>
    <a:srgbClr val="EBFA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01" autoAdjust="0"/>
    <p:restoredTop sz="94630" autoAdjust="0"/>
  </p:normalViewPr>
  <p:slideViewPr>
    <p:cSldViewPr snapToGrid="0">
      <p:cViewPr varScale="1">
        <p:scale>
          <a:sx n="90" d="100"/>
          <a:sy n="90" d="100"/>
        </p:scale>
        <p:origin x="105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4_1">
  <dgm:title val=""/>
  <dgm:desc val=""/>
  <dgm:catLst>
    <dgm:cat type="accent4" pri="11100"/>
  </dgm:catLst>
  <dgm:styleLbl name="node0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4">
        <a:alpha val="4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DEA9660-5A51-4741-8CD2-038F76392A39}" type="doc">
      <dgm:prSet loTypeId="urn:microsoft.com/office/officeart/2008/layout/VerticalCurvedList" loCatId="list" qsTypeId="urn:microsoft.com/office/officeart/2005/8/quickstyle/simple1" qsCatId="simple" csTypeId="urn:microsoft.com/office/officeart/2005/8/colors/accent3_1" csCatId="accent3" phldr="1"/>
      <dgm:spPr/>
      <dgm:t>
        <a:bodyPr/>
        <a:lstStyle/>
        <a:p>
          <a:endParaRPr lang="en-US"/>
        </a:p>
      </dgm:t>
    </dgm:pt>
    <dgm:pt modelId="{913FD69B-B1DB-4957-B922-DA06DE6C9D55}">
      <dgm:prSet phldrT="[Text]" custT="1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>
          <a:solidFill>
            <a:srgbClr val="28AFB6"/>
          </a:solidFill>
        </a:ln>
      </dgm:spPr>
      <dgm:t>
        <a:bodyPr/>
        <a:lstStyle/>
        <a:p>
          <a:r>
            <a:rPr lang="en-US" sz="1600" dirty="0" err="1"/>
            <a:t>Terdiri</a:t>
          </a:r>
          <a:r>
            <a:rPr lang="en-US" sz="1600" dirty="0"/>
            <a:t> </a:t>
          </a:r>
          <a:r>
            <a:rPr lang="en-US" sz="1600" dirty="0" err="1"/>
            <a:t>dari</a:t>
          </a:r>
          <a:r>
            <a:rPr lang="en-US" sz="1600" dirty="0"/>
            <a:t> </a:t>
          </a:r>
          <a:r>
            <a:rPr lang="en-US" sz="1600" dirty="0" err="1"/>
            <a:t>baris</a:t>
          </a:r>
          <a:r>
            <a:rPr lang="en-US" sz="1600" dirty="0"/>
            <a:t> &gt;1 </a:t>
          </a:r>
          <a:r>
            <a:rPr lang="en-US" sz="1600" dirty="0" err="1"/>
            <a:t>dan</a:t>
          </a:r>
          <a:r>
            <a:rPr lang="en-US" sz="1600" dirty="0"/>
            <a:t> </a:t>
          </a:r>
          <a:r>
            <a:rPr lang="en-US" sz="1600" dirty="0" err="1"/>
            <a:t>kolom</a:t>
          </a:r>
          <a:r>
            <a:rPr lang="en-US" sz="1600" dirty="0"/>
            <a:t> &gt; 1</a:t>
          </a:r>
        </a:p>
      </dgm:t>
    </dgm:pt>
    <dgm:pt modelId="{8F807CA7-52FC-459D-A7FE-6C5B48AA30BA}" type="parTrans" cxnId="{0D6A6083-D743-4E01-923C-8E00DD9A620F}">
      <dgm:prSet/>
      <dgm:spPr/>
      <dgm:t>
        <a:bodyPr/>
        <a:lstStyle/>
        <a:p>
          <a:endParaRPr lang="en-US" sz="1600"/>
        </a:p>
      </dgm:t>
    </dgm:pt>
    <dgm:pt modelId="{99E4C3AE-D88C-4C4F-8950-8539143A6AC4}" type="sibTrans" cxnId="{0D6A6083-D743-4E01-923C-8E00DD9A620F}">
      <dgm:prSet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>
          <a:solidFill>
            <a:srgbClr val="28AFB6"/>
          </a:solidFill>
        </a:ln>
      </dgm:spPr>
      <dgm:t>
        <a:bodyPr/>
        <a:lstStyle/>
        <a:p>
          <a:endParaRPr lang="en-US" sz="1600"/>
        </a:p>
      </dgm:t>
    </dgm:pt>
    <dgm:pt modelId="{506A843C-90D0-4410-A159-9CB0CA2A3D39}">
      <dgm:prSet phldrT="[Text]" custT="1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ln>
          <a:solidFill>
            <a:srgbClr val="28AFB6"/>
          </a:solidFill>
        </a:ln>
      </dgm:spPr>
      <dgm:t>
        <a:bodyPr/>
        <a:lstStyle/>
        <a:p>
          <a:r>
            <a:rPr lang="en-US" sz="1600" dirty="0" err="1"/>
            <a:t>Jumlah</a:t>
          </a:r>
          <a:r>
            <a:rPr lang="en-US" sz="1600" dirty="0"/>
            <a:t> </a:t>
          </a:r>
          <a:r>
            <a:rPr lang="en-US" sz="1600" dirty="0" err="1"/>
            <a:t>elemen</a:t>
          </a:r>
          <a:r>
            <a:rPr lang="en-US" sz="1600" dirty="0"/>
            <a:t> </a:t>
          </a:r>
          <a:r>
            <a:rPr lang="en-US" sz="1600" dirty="0" err="1"/>
            <a:t>yaitu</a:t>
          </a:r>
          <a:r>
            <a:rPr lang="en-US" sz="1600" dirty="0"/>
            <a:t> </a:t>
          </a:r>
          <a:r>
            <a:rPr lang="en-US" sz="1600" dirty="0" err="1"/>
            <a:t>baris</a:t>
          </a:r>
          <a:r>
            <a:rPr lang="en-US" sz="1600" dirty="0"/>
            <a:t> kali </a:t>
          </a:r>
          <a:r>
            <a:rPr lang="en-US" sz="1600" dirty="0" err="1"/>
            <a:t>kolom</a:t>
          </a:r>
          <a:endParaRPr lang="en-US" sz="1600" dirty="0"/>
        </a:p>
      </dgm:t>
    </dgm:pt>
    <dgm:pt modelId="{BAF6695B-F55A-47FD-91F1-83CDFB7DC3E5}" type="parTrans" cxnId="{5C15FC75-9329-486D-9531-133E3EF5D347}">
      <dgm:prSet/>
      <dgm:spPr/>
      <dgm:t>
        <a:bodyPr/>
        <a:lstStyle/>
        <a:p>
          <a:endParaRPr lang="en-US" sz="1600"/>
        </a:p>
      </dgm:t>
    </dgm:pt>
    <dgm:pt modelId="{D88AE62A-D59C-43E0-AE84-A151A4C7C815}" type="sibTrans" cxnId="{5C15FC75-9329-486D-9531-133E3EF5D347}">
      <dgm:prSet/>
      <dgm:spPr/>
      <dgm:t>
        <a:bodyPr/>
        <a:lstStyle/>
        <a:p>
          <a:endParaRPr lang="en-US" sz="1600"/>
        </a:p>
      </dgm:t>
    </dgm:pt>
    <dgm:pt modelId="{BDA4CD11-847C-43EB-9555-93AA2BA9B859}">
      <dgm:prSet phldrT="[Text]" custT="1">
        <dgm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dgm:style>
      </dgm:prSet>
      <dgm:spPr>
        <a:ln>
          <a:solidFill>
            <a:srgbClr val="28AFB6"/>
          </a:solidFill>
        </a:ln>
      </dgm:spPr>
      <dgm:t>
        <a:bodyPr/>
        <a:lstStyle/>
        <a:p>
          <a:r>
            <a:rPr lang="en-US" sz="1400" dirty="0" err="1"/>
            <a:t>Baris</a:t>
          </a:r>
          <a:r>
            <a:rPr lang="en-US" sz="1400" dirty="0"/>
            <a:t> = 4</a:t>
          </a:r>
        </a:p>
        <a:p>
          <a:r>
            <a:rPr lang="en-US" sz="1400" dirty="0" err="1"/>
            <a:t>Kolom</a:t>
          </a:r>
          <a:r>
            <a:rPr lang="en-US" sz="1400" dirty="0"/>
            <a:t> = 5</a:t>
          </a:r>
        </a:p>
        <a:p>
          <a:r>
            <a:rPr lang="en-US" sz="1400" dirty="0"/>
            <a:t>Total </a:t>
          </a:r>
          <a:r>
            <a:rPr lang="en-US" sz="1400" dirty="0" err="1"/>
            <a:t>elemen</a:t>
          </a:r>
          <a:r>
            <a:rPr lang="en-US" sz="1400" dirty="0"/>
            <a:t> = 20</a:t>
          </a:r>
        </a:p>
      </dgm:t>
    </dgm:pt>
    <dgm:pt modelId="{EC428FC4-DD30-44BC-90EB-A477C4415238}" type="parTrans" cxnId="{F8B2A145-2506-4FA3-B3B7-789C8615C899}">
      <dgm:prSet/>
      <dgm:spPr/>
      <dgm:t>
        <a:bodyPr/>
        <a:lstStyle/>
        <a:p>
          <a:endParaRPr lang="en-US" sz="1600"/>
        </a:p>
      </dgm:t>
    </dgm:pt>
    <dgm:pt modelId="{13A59C18-901F-4B96-89FD-C58C1B620B8B}" type="sibTrans" cxnId="{F8B2A145-2506-4FA3-B3B7-789C8615C899}">
      <dgm:prSet/>
      <dgm:spPr/>
      <dgm:t>
        <a:bodyPr/>
        <a:lstStyle/>
        <a:p>
          <a:endParaRPr lang="en-US" sz="1600"/>
        </a:p>
      </dgm:t>
    </dgm:pt>
    <dgm:pt modelId="{ABDC3F03-7307-4A83-BE69-36091E1B87AE}">
      <dgm:prSet phldrT="[Text]" custT="1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>
        <a:ln>
          <a:solidFill>
            <a:srgbClr val="28AFB6"/>
          </a:solidFill>
        </a:ln>
      </dgm:spPr>
      <dgm:t>
        <a:bodyPr/>
        <a:lstStyle/>
        <a:p>
          <a:r>
            <a:rPr lang="en-US" sz="1600" dirty="0" err="1"/>
            <a:t>Seperti</a:t>
          </a:r>
          <a:r>
            <a:rPr lang="en-US" sz="1600" dirty="0"/>
            <a:t> </a:t>
          </a:r>
          <a:r>
            <a:rPr lang="en-US" sz="1600" dirty="0" err="1"/>
            <a:t>matriks</a:t>
          </a:r>
          <a:endParaRPr lang="en-US" sz="1600" dirty="0"/>
        </a:p>
      </dgm:t>
    </dgm:pt>
    <dgm:pt modelId="{C53E14DC-6833-4B68-AFDF-68E550B919CF}" type="parTrans" cxnId="{C4A197FE-010A-42CC-B1EA-DA5CBDC7CA56}">
      <dgm:prSet/>
      <dgm:spPr/>
      <dgm:t>
        <a:bodyPr/>
        <a:lstStyle/>
        <a:p>
          <a:endParaRPr lang="en-US" sz="1600"/>
        </a:p>
      </dgm:t>
    </dgm:pt>
    <dgm:pt modelId="{CA2852F2-A96B-4B82-94D1-C2EF56AE3181}" type="sibTrans" cxnId="{C4A197FE-010A-42CC-B1EA-DA5CBDC7CA56}">
      <dgm:prSet/>
      <dgm:spPr/>
      <dgm:t>
        <a:bodyPr/>
        <a:lstStyle/>
        <a:p>
          <a:endParaRPr lang="en-US" sz="1600"/>
        </a:p>
      </dgm:t>
    </dgm:pt>
    <dgm:pt modelId="{80258570-EF9D-4B62-B262-18CB20184C9A}" type="pres">
      <dgm:prSet presAssocID="{9DEA9660-5A51-4741-8CD2-038F76392A39}" presName="Name0" presStyleCnt="0">
        <dgm:presLayoutVars>
          <dgm:chMax val="7"/>
          <dgm:chPref val="7"/>
          <dgm:dir/>
        </dgm:presLayoutVars>
      </dgm:prSet>
      <dgm:spPr/>
    </dgm:pt>
    <dgm:pt modelId="{632A1752-EC43-4AEC-8DAD-AB91159E28C6}" type="pres">
      <dgm:prSet presAssocID="{9DEA9660-5A51-4741-8CD2-038F76392A39}" presName="Name1" presStyleCnt="0"/>
      <dgm:spPr/>
    </dgm:pt>
    <dgm:pt modelId="{040BCD9F-EB9A-418C-8291-3825ABE92777}" type="pres">
      <dgm:prSet presAssocID="{9DEA9660-5A51-4741-8CD2-038F76392A39}" presName="cycle" presStyleCnt="0"/>
      <dgm:spPr/>
    </dgm:pt>
    <dgm:pt modelId="{97A8C332-139A-44E8-A92D-78173D9A0853}" type="pres">
      <dgm:prSet presAssocID="{9DEA9660-5A51-4741-8CD2-038F76392A39}" presName="srcNode" presStyleLbl="node1" presStyleIdx="0" presStyleCnt="4"/>
      <dgm:spPr/>
    </dgm:pt>
    <dgm:pt modelId="{FA5323E8-2F8E-4822-8EE4-093F14FB11E9}" type="pres">
      <dgm:prSet presAssocID="{9DEA9660-5A51-4741-8CD2-038F76392A39}" presName="conn" presStyleLbl="parChTrans1D2" presStyleIdx="0" presStyleCnt="1"/>
      <dgm:spPr/>
    </dgm:pt>
    <dgm:pt modelId="{B13C258B-4A20-434C-AA8C-55566B346474}" type="pres">
      <dgm:prSet presAssocID="{9DEA9660-5A51-4741-8CD2-038F76392A39}" presName="extraNode" presStyleLbl="node1" presStyleIdx="0" presStyleCnt="4"/>
      <dgm:spPr/>
    </dgm:pt>
    <dgm:pt modelId="{5F5DC1DD-425C-43DE-92A8-A77D7A74B34C}" type="pres">
      <dgm:prSet presAssocID="{9DEA9660-5A51-4741-8CD2-038F76392A39}" presName="dstNode" presStyleLbl="node1" presStyleIdx="0" presStyleCnt="4"/>
      <dgm:spPr/>
    </dgm:pt>
    <dgm:pt modelId="{38B38CB0-1255-45A8-A7AD-847724B1FE44}" type="pres">
      <dgm:prSet presAssocID="{913FD69B-B1DB-4957-B922-DA06DE6C9D55}" presName="text_1" presStyleLbl="node1" presStyleIdx="0" presStyleCnt="4">
        <dgm:presLayoutVars>
          <dgm:bulletEnabled val="1"/>
        </dgm:presLayoutVars>
      </dgm:prSet>
      <dgm:spPr/>
    </dgm:pt>
    <dgm:pt modelId="{DA1A15D6-1F0E-4EFD-897B-23532ACFE9AF}" type="pres">
      <dgm:prSet presAssocID="{913FD69B-B1DB-4957-B922-DA06DE6C9D55}" presName="accent_1" presStyleCnt="0"/>
      <dgm:spPr/>
    </dgm:pt>
    <dgm:pt modelId="{D6931F32-90AD-4328-A3B3-98A58CE3896E}" type="pres">
      <dgm:prSet presAssocID="{913FD69B-B1DB-4957-B922-DA06DE6C9D55}" presName="accentRepeatNode" presStyleLbl="solidFgAcc1" presStyleIdx="0" presStyleCnt="4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ln>
          <a:solidFill>
            <a:srgbClr val="28AFB6"/>
          </a:solidFill>
        </a:ln>
      </dgm:spPr>
    </dgm:pt>
    <dgm:pt modelId="{F1F0A1DD-A3B6-43B6-9F8A-46837801F2FC}" type="pres">
      <dgm:prSet presAssocID="{506A843C-90D0-4410-A159-9CB0CA2A3D39}" presName="text_2" presStyleLbl="node1" presStyleIdx="1" presStyleCnt="4">
        <dgm:presLayoutVars>
          <dgm:bulletEnabled val="1"/>
        </dgm:presLayoutVars>
      </dgm:prSet>
      <dgm:spPr/>
    </dgm:pt>
    <dgm:pt modelId="{44CF7531-2095-4D30-871D-8409C14CCE86}" type="pres">
      <dgm:prSet presAssocID="{506A843C-90D0-4410-A159-9CB0CA2A3D39}" presName="accent_2" presStyleCnt="0"/>
      <dgm:spPr/>
    </dgm:pt>
    <dgm:pt modelId="{17A9E8D2-382F-4A19-9114-922F4E70058C}" type="pres">
      <dgm:prSet presAssocID="{506A843C-90D0-4410-A159-9CB0CA2A3D39}" presName="accentRepeatNode" presStyleLbl="solidFgAcc1" presStyleIdx="1" presStyleCnt="4">
        <dgm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dgm:style>
      </dgm:prSet>
      <dgm:spPr>
        <a:ln>
          <a:solidFill>
            <a:srgbClr val="28AFB6"/>
          </a:solidFill>
        </a:ln>
      </dgm:spPr>
    </dgm:pt>
    <dgm:pt modelId="{BA40CAA9-6C54-405C-9BF9-5A0742F18C0F}" type="pres">
      <dgm:prSet presAssocID="{BDA4CD11-847C-43EB-9555-93AA2BA9B859}" presName="text_3" presStyleLbl="node1" presStyleIdx="2" presStyleCnt="4">
        <dgm:presLayoutVars>
          <dgm:bulletEnabled val="1"/>
        </dgm:presLayoutVars>
      </dgm:prSet>
      <dgm:spPr/>
    </dgm:pt>
    <dgm:pt modelId="{9ECF3238-156F-481F-8036-8D4012ECCC2C}" type="pres">
      <dgm:prSet presAssocID="{BDA4CD11-847C-43EB-9555-93AA2BA9B859}" presName="accent_3" presStyleCnt="0"/>
      <dgm:spPr/>
    </dgm:pt>
    <dgm:pt modelId="{1C690CB7-EE09-4E9A-A799-3AEF25444D53}" type="pres">
      <dgm:prSet presAssocID="{BDA4CD11-847C-43EB-9555-93AA2BA9B859}" presName="accentRepeatNode" presStyleLbl="solidFgAcc1" presStyleIdx="2" presStyleCnt="4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>
        <a:ln>
          <a:solidFill>
            <a:srgbClr val="28AFB6"/>
          </a:solidFill>
        </a:ln>
      </dgm:spPr>
    </dgm:pt>
    <dgm:pt modelId="{CE581B56-4C0E-4608-B3E4-796888FAC674}" type="pres">
      <dgm:prSet presAssocID="{ABDC3F03-7307-4A83-BE69-36091E1B87AE}" presName="text_4" presStyleLbl="node1" presStyleIdx="3" presStyleCnt="4">
        <dgm:presLayoutVars>
          <dgm:bulletEnabled val="1"/>
        </dgm:presLayoutVars>
      </dgm:prSet>
      <dgm:spPr/>
    </dgm:pt>
    <dgm:pt modelId="{C86FDF35-C809-4B56-BEE3-4DA7F223A6F7}" type="pres">
      <dgm:prSet presAssocID="{ABDC3F03-7307-4A83-BE69-36091E1B87AE}" presName="accent_4" presStyleCnt="0"/>
      <dgm:spPr/>
    </dgm:pt>
    <dgm:pt modelId="{FCA86E45-5D02-4FB9-96F6-A7D5964F49A2}" type="pres">
      <dgm:prSet presAssocID="{ABDC3F03-7307-4A83-BE69-36091E1B87AE}" presName="accentRepeatNode" presStyleLbl="solidFgAcc1" presStyleIdx="3" presStyleCnt="4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>
          <a:solidFill>
            <a:srgbClr val="28AFB6"/>
          </a:solidFill>
        </a:ln>
      </dgm:spPr>
    </dgm:pt>
  </dgm:ptLst>
  <dgm:cxnLst>
    <dgm:cxn modelId="{F8B2A145-2506-4FA3-B3B7-789C8615C899}" srcId="{9DEA9660-5A51-4741-8CD2-038F76392A39}" destId="{BDA4CD11-847C-43EB-9555-93AA2BA9B859}" srcOrd="2" destOrd="0" parTransId="{EC428FC4-DD30-44BC-90EB-A477C4415238}" sibTransId="{13A59C18-901F-4B96-89FD-C58C1B620B8B}"/>
    <dgm:cxn modelId="{840A7D62-26FD-4D1B-9B96-1A8C8372FECB}" type="presOf" srcId="{BDA4CD11-847C-43EB-9555-93AA2BA9B859}" destId="{BA40CAA9-6C54-405C-9BF9-5A0742F18C0F}" srcOrd="0" destOrd="0" presId="urn:microsoft.com/office/officeart/2008/layout/VerticalCurvedList"/>
    <dgm:cxn modelId="{5C15FC75-9329-486D-9531-133E3EF5D347}" srcId="{9DEA9660-5A51-4741-8CD2-038F76392A39}" destId="{506A843C-90D0-4410-A159-9CB0CA2A3D39}" srcOrd="1" destOrd="0" parTransId="{BAF6695B-F55A-47FD-91F1-83CDFB7DC3E5}" sibTransId="{D88AE62A-D59C-43E0-AE84-A151A4C7C815}"/>
    <dgm:cxn modelId="{0D6A6083-D743-4E01-923C-8E00DD9A620F}" srcId="{9DEA9660-5A51-4741-8CD2-038F76392A39}" destId="{913FD69B-B1DB-4957-B922-DA06DE6C9D55}" srcOrd="0" destOrd="0" parTransId="{8F807CA7-52FC-459D-A7FE-6C5B48AA30BA}" sibTransId="{99E4C3AE-D88C-4C4F-8950-8539143A6AC4}"/>
    <dgm:cxn modelId="{F0BA3CAF-C2FF-47F9-8865-4C78778D63E1}" type="presOf" srcId="{9DEA9660-5A51-4741-8CD2-038F76392A39}" destId="{80258570-EF9D-4B62-B262-18CB20184C9A}" srcOrd="0" destOrd="0" presId="urn:microsoft.com/office/officeart/2008/layout/VerticalCurvedList"/>
    <dgm:cxn modelId="{931A65C7-2C21-4CA8-B63E-A956EB0B3237}" type="presOf" srcId="{913FD69B-B1DB-4957-B922-DA06DE6C9D55}" destId="{38B38CB0-1255-45A8-A7AD-847724B1FE44}" srcOrd="0" destOrd="0" presId="urn:microsoft.com/office/officeart/2008/layout/VerticalCurvedList"/>
    <dgm:cxn modelId="{8D6362DC-4C07-4770-B60B-B28A199AF92C}" type="presOf" srcId="{ABDC3F03-7307-4A83-BE69-36091E1B87AE}" destId="{CE581B56-4C0E-4608-B3E4-796888FAC674}" srcOrd="0" destOrd="0" presId="urn:microsoft.com/office/officeart/2008/layout/VerticalCurvedList"/>
    <dgm:cxn modelId="{3252A4E3-1AA8-4669-86EE-B7C2B0992330}" type="presOf" srcId="{506A843C-90D0-4410-A159-9CB0CA2A3D39}" destId="{F1F0A1DD-A3B6-43B6-9F8A-46837801F2FC}" srcOrd="0" destOrd="0" presId="urn:microsoft.com/office/officeart/2008/layout/VerticalCurvedList"/>
    <dgm:cxn modelId="{C4A197FE-010A-42CC-B1EA-DA5CBDC7CA56}" srcId="{9DEA9660-5A51-4741-8CD2-038F76392A39}" destId="{ABDC3F03-7307-4A83-BE69-36091E1B87AE}" srcOrd="3" destOrd="0" parTransId="{C53E14DC-6833-4B68-AFDF-68E550B919CF}" sibTransId="{CA2852F2-A96B-4B82-94D1-C2EF56AE3181}"/>
    <dgm:cxn modelId="{0F799AFE-DA7E-4EF0-AA86-9EB957ACDCF5}" type="presOf" srcId="{99E4C3AE-D88C-4C4F-8950-8539143A6AC4}" destId="{FA5323E8-2F8E-4822-8EE4-093F14FB11E9}" srcOrd="0" destOrd="0" presId="urn:microsoft.com/office/officeart/2008/layout/VerticalCurvedList"/>
    <dgm:cxn modelId="{E69C1BB2-3314-4C8A-A8D0-99E69791A7C0}" type="presParOf" srcId="{80258570-EF9D-4B62-B262-18CB20184C9A}" destId="{632A1752-EC43-4AEC-8DAD-AB91159E28C6}" srcOrd="0" destOrd="0" presId="urn:microsoft.com/office/officeart/2008/layout/VerticalCurvedList"/>
    <dgm:cxn modelId="{9AC88713-B5B7-484C-B70D-A6E82AA038B2}" type="presParOf" srcId="{632A1752-EC43-4AEC-8DAD-AB91159E28C6}" destId="{040BCD9F-EB9A-418C-8291-3825ABE92777}" srcOrd="0" destOrd="0" presId="urn:microsoft.com/office/officeart/2008/layout/VerticalCurvedList"/>
    <dgm:cxn modelId="{2A42FB30-4A61-418A-8E50-ED6220629925}" type="presParOf" srcId="{040BCD9F-EB9A-418C-8291-3825ABE92777}" destId="{97A8C332-139A-44E8-A92D-78173D9A0853}" srcOrd="0" destOrd="0" presId="urn:microsoft.com/office/officeart/2008/layout/VerticalCurvedList"/>
    <dgm:cxn modelId="{EE633E3F-21DB-462F-93A4-DFE485DEC183}" type="presParOf" srcId="{040BCD9F-EB9A-418C-8291-3825ABE92777}" destId="{FA5323E8-2F8E-4822-8EE4-093F14FB11E9}" srcOrd="1" destOrd="0" presId="urn:microsoft.com/office/officeart/2008/layout/VerticalCurvedList"/>
    <dgm:cxn modelId="{32C58156-057B-4A45-917A-EB6BC7963A0F}" type="presParOf" srcId="{040BCD9F-EB9A-418C-8291-3825ABE92777}" destId="{B13C258B-4A20-434C-AA8C-55566B346474}" srcOrd="2" destOrd="0" presId="urn:microsoft.com/office/officeart/2008/layout/VerticalCurvedList"/>
    <dgm:cxn modelId="{08E44039-BF4A-4618-AF0C-94897F36F861}" type="presParOf" srcId="{040BCD9F-EB9A-418C-8291-3825ABE92777}" destId="{5F5DC1DD-425C-43DE-92A8-A77D7A74B34C}" srcOrd="3" destOrd="0" presId="urn:microsoft.com/office/officeart/2008/layout/VerticalCurvedList"/>
    <dgm:cxn modelId="{5DE23817-CCD5-4EA7-BE86-977EC07C78F5}" type="presParOf" srcId="{632A1752-EC43-4AEC-8DAD-AB91159E28C6}" destId="{38B38CB0-1255-45A8-A7AD-847724B1FE44}" srcOrd="1" destOrd="0" presId="urn:microsoft.com/office/officeart/2008/layout/VerticalCurvedList"/>
    <dgm:cxn modelId="{57D24241-6A5C-44D8-ACBD-1CD06F90212A}" type="presParOf" srcId="{632A1752-EC43-4AEC-8DAD-AB91159E28C6}" destId="{DA1A15D6-1F0E-4EFD-897B-23532ACFE9AF}" srcOrd="2" destOrd="0" presId="urn:microsoft.com/office/officeart/2008/layout/VerticalCurvedList"/>
    <dgm:cxn modelId="{2077A224-EEB6-46C8-AD5C-6F270B52E46C}" type="presParOf" srcId="{DA1A15D6-1F0E-4EFD-897B-23532ACFE9AF}" destId="{D6931F32-90AD-4328-A3B3-98A58CE3896E}" srcOrd="0" destOrd="0" presId="urn:microsoft.com/office/officeart/2008/layout/VerticalCurvedList"/>
    <dgm:cxn modelId="{9F0AC0A2-D82C-40E1-BBD2-8D65EB3A48CD}" type="presParOf" srcId="{632A1752-EC43-4AEC-8DAD-AB91159E28C6}" destId="{F1F0A1DD-A3B6-43B6-9F8A-46837801F2FC}" srcOrd="3" destOrd="0" presId="urn:microsoft.com/office/officeart/2008/layout/VerticalCurvedList"/>
    <dgm:cxn modelId="{EAA0C34A-7D40-4B3D-BCF5-35F8DE9DB040}" type="presParOf" srcId="{632A1752-EC43-4AEC-8DAD-AB91159E28C6}" destId="{44CF7531-2095-4D30-871D-8409C14CCE86}" srcOrd="4" destOrd="0" presId="urn:microsoft.com/office/officeart/2008/layout/VerticalCurvedList"/>
    <dgm:cxn modelId="{41FB7613-A9A4-4086-BB2B-2A8294F7E51A}" type="presParOf" srcId="{44CF7531-2095-4D30-871D-8409C14CCE86}" destId="{17A9E8D2-382F-4A19-9114-922F4E70058C}" srcOrd="0" destOrd="0" presId="urn:microsoft.com/office/officeart/2008/layout/VerticalCurvedList"/>
    <dgm:cxn modelId="{BC2A4DD8-A849-4903-AC3E-4305E4820581}" type="presParOf" srcId="{632A1752-EC43-4AEC-8DAD-AB91159E28C6}" destId="{BA40CAA9-6C54-405C-9BF9-5A0742F18C0F}" srcOrd="5" destOrd="0" presId="urn:microsoft.com/office/officeart/2008/layout/VerticalCurvedList"/>
    <dgm:cxn modelId="{0C3A92F1-888C-408F-9DF1-6E7D6C7988AB}" type="presParOf" srcId="{632A1752-EC43-4AEC-8DAD-AB91159E28C6}" destId="{9ECF3238-156F-481F-8036-8D4012ECCC2C}" srcOrd="6" destOrd="0" presId="urn:microsoft.com/office/officeart/2008/layout/VerticalCurvedList"/>
    <dgm:cxn modelId="{D9EAE185-A531-4927-BB69-C2A8DF30BCD5}" type="presParOf" srcId="{9ECF3238-156F-481F-8036-8D4012ECCC2C}" destId="{1C690CB7-EE09-4E9A-A799-3AEF25444D53}" srcOrd="0" destOrd="0" presId="urn:microsoft.com/office/officeart/2008/layout/VerticalCurvedList"/>
    <dgm:cxn modelId="{F5543C7E-5AA2-4C9A-9EB1-B47D62D954A4}" type="presParOf" srcId="{632A1752-EC43-4AEC-8DAD-AB91159E28C6}" destId="{CE581B56-4C0E-4608-B3E4-796888FAC674}" srcOrd="7" destOrd="0" presId="urn:microsoft.com/office/officeart/2008/layout/VerticalCurvedList"/>
    <dgm:cxn modelId="{04482E5B-FC2F-498B-8699-21E2FE6BBAA0}" type="presParOf" srcId="{632A1752-EC43-4AEC-8DAD-AB91159E28C6}" destId="{C86FDF35-C809-4B56-BEE3-4DA7F223A6F7}" srcOrd="8" destOrd="0" presId="urn:microsoft.com/office/officeart/2008/layout/VerticalCurvedList"/>
    <dgm:cxn modelId="{2A10D9FA-E2C7-47C8-856F-B7ACEB8DA12E}" type="presParOf" srcId="{C86FDF35-C809-4B56-BEE3-4DA7F223A6F7}" destId="{FCA86E45-5D02-4FB9-96F6-A7D5964F49A2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6C4D1DF-19EA-4E66-A7F6-5417350A7456}" type="doc">
      <dgm:prSet loTypeId="urn:microsoft.com/office/officeart/2005/8/layout/hProcess11" loCatId="process" qsTypeId="urn:microsoft.com/office/officeart/2005/8/quickstyle/simple1" qsCatId="simple" csTypeId="urn:microsoft.com/office/officeart/2005/8/colors/accent5_2" csCatId="accent5" phldr="1"/>
      <dgm:spPr/>
      <dgm:t>
        <a:bodyPr/>
        <a:lstStyle/>
        <a:p>
          <a:endParaRPr lang="en-US"/>
        </a:p>
      </dgm:t>
    </dgm:pt>
    <dgm:pt modelId="{07971145-E0F4-4CD7-95FE-446083BD8DB1}">
      <dgm:prSet phldrT="[Text]"/>
      <dgm:spPr/>
      <dgm:t>
        <a:bodyPr/>
        <a:lstStyle/>
        <a:p>
          <a:r>
            <a:rPr lang="en-US" dirty="0"/>
            <a:t>Alamat array </a:t>
          </a:r>
          <a:r>
            <a:rPr lang="en-US" dirty="0" err="1"/>
            <a:t>bersebelahan</a:t>
          </a:r>
          <a:r>
            <a:rPr lang="en-US" dirty="0"/>
            <a:t> </a:t>
          </a:r>
          <a:r>
            <a:rPr lang="en-US" dirty="0" err="1"/>
            <a:t>dengan</a:t>
          </a:r>
          <a:r>
            <a:rPr lang="en-US" dirty="0"/>
            <a:t> </a:t>
          </a:r>
          <a:r>
            <a:rPr lang="en-US" dirty="0" err="1"/>
            <a:t>elemen</a:t>
          </a:r>
          <a:r>
            <a:rPr lang="en-US" dirty="0"/>
            <a:t> (</a:t>
          </a:r>
          <a:r>
            <a:rPr lang="en-US" dirty="0" err="1"/>
            <a:t>indek</a:t>
          </a:r>
          <a:r>
            <a:rPr lang="en-US" dirty="0"/>
            <a:t> array)</a:t>
          </a:r>
        </a:p>
      </dgm:t>
    </dgm:pt>
    <dgm:pt modelId="{18EC0514-550B-4872-8926-1F38FC7FB231}" type="parTrans" cxnId="{BAA0926D-696C-4B10-8F8D-0C45A707A9BE}">
      <dgm:prSet/>
      <dgm:spPr/>
      <dgm:t>
        <a:bodyPr/>
        <a:lstStyle/>
        <a:p>
          <a:endParaRPr lang="en-US"/>
        </a:p>
      </dgm:t>
    </dgm:pt>
    <dgm:pt modelId="{8F809145-4867-4060-9D0C-C5679F54E9F4}" type="sibTrans" cxnId="{BAA0926D-696C-4B10-8F8D-0C45A707A9BE}">
      <dgm:prSet/>
      <dgm:spPr/>
      <dgm:t>
        <a:bodyPr/>
        <a:lstStyle/>
        <a:p>
          <a:endParaRPr lang="en-US"/>
        </a:p>
      </dgm:t>
    </dgm:pt>
    <dgm:pt modelId="{22CE6ED6-A708-4719-BC40-A4D75B266D3C}">
      <dgm:prSet phldrT="[Text]"/>
      <dgm:spPr/>
      <dgm:t>
        <a:bodyPr/>
        <a:lstStyle/>
        <a:p>
          <a:r>
            <a:rPr lang="en-US" dirty="0" err="1"/>
            <a:t>Karena</a:t>
          </a:r>
          <a:r>
            <a:rPr lang="en-US" dirty="0"/>
            <a:t> </a:t>
          </a:r>
          <a:r>
            <a:rPr lang="en-US" dirty="0" err="1"/>
            <a:t>ini</a:t>
          </a:r>
          <a:r>
            <a:rPr lang="en-US" dirty="0"/>
            <a:t> array </a:t>
          </a:r>
          <a:r>
            <a:rPr lang="en-US" dirty="0" err="1"/>
            <a:t>dua</a:t>
          </a:r>
          <a:r>
            <a:rPr lang="en-US" dirty="0"/>
            <a:t> </a:t>
          </a:r>
          <a:r>
            <a:rPr lang="en-US" dirty="0" err="1"/>
            <a:t>dimensi</a:t>
          </a:r>
          <a:r>
            <a:rPr lang="en-US" dirty="0"/>
            <a:t>, </a:t>
          </a:r>
          <a:r>
            <a:rPr lang="en-US" dirty="0" err="1"/>
            <a:t>sehingga</a:t>
          </a:r>
          <a:r>
            <a:rPr lang="en-US" dirty="0"/>
            <a:t> </a:t>
          </a:r>
          <a:r>
            <a:rPr lang="en-US" dirty="0" err="1"/>
            <a:t>alamat</a:t>
          </a:r>
          <a:r>
            <a:rPr lang="en-US" dirty="0"/>
            <a:t> array </a:t>
          </a:r>
          <a:r>
            <a:rPr lang="en-US" dirty="0" err="1"/>
            <a:t>terdiri</a:t>
          </a:r>
          <a:r>
            <a:rPr lang="en-US" dirty="0"/>
            <a:t> </a:t>
          </a:r>
          <a:r>
            <a:rPr lang="en-US" dirty="0" err="1"/>
            <a:t>dari</a:t>
          </a:r>
          <a:r>
            <a:rPr lang="en-US" dirty="0"/>
            <a:t> </a:t>
          </a:r>
          <a:r>
            <a:rPr lang="en-US" dirty="0" err="1"/>
            <a:t>baris</a:t>
          </a:r>
          <a:r>
            <a:rPr lang="en-US" dirty="0"/>
            <a:t> </a:t>
          </a:r>
          <a:r>
            <a:rPr lang="en-US" dirty="0" err="1"/>
            <a:t>dan</a:t>
          </a:r>
          <a:r>
            <a:rPr lang="en-US" dirty="0"/>
            <a:t> </a:t>
          </a:r>
          <a:r>
            <a:rPr lang="en-US" dirty="0" err="1"/>
            <a:t>kolom</a:t>
          </a:r>
          <a:endParaRPr lang="en-US" dirty="0"/>
        </a:p>
      </dgm:t>
    </dgm:pt>
    <dgm:pt modelId="{26DF2090-3A6C-4D8C-ABB1-BB2CC1B7D5F8}" type="parTrans" cxnId="{18C825C2-A17B-423E-B396-F7F081FE3AA4}">
      <dgm:prSet/>
      <dgm:spPr/>
      <dgm:t>
        <a:bodyPr/>
        <a:lstStyle/>
        <a:p>
          <a:endParaRPr lang="en-US"/>
        </a:p>
      </dgm:t>
    </dgm:pt>
    <dgm:pt modelId="{336CE082-5088-416B-AF4A-0BE4DB897D53}" type="sibTrans" cxnId="{18C825C2-A17B-423E-B396-F7F081FE3AA4}">
      <dgm:prSet/>
      <dgm:spPr/>
      <dgm:t>
        <a:bodyPr/>
        <a:lstStyle/>
        <a:p>
          <a:endParaRPr lang="en-US"/>
        </a:p>
      </dgm:t>
    </dgm:pt>
    <dgm:pt modelId="{FA9CAC22-D7A7-46E5-8492-C3934FE2F491}" type="pres">
      <dgm:prSet presAssocID="{A6C4D1DF-19EA-4E66-A7F6-5417350A7456}" presName="Name0" presStyleCnt="0">
        <dgm:presLayoutVars>
          <dgm:dir/>
          <dgm:resizeHandles val="exact"/>
        </dgm:presLayoutVars>
      </dgm:prSet>
      <dgm:spPr/>
    </dgm:pt>
    <dgm:pt modelId="{E878BEBE-E0F1-4D33-89EE-8EEC34EDA9DD}" type="pres">
      <dgm:prSet presAssocID="{A6C4D1DF-19EA-4E66-A7F6-5417350A7456}" presName="arrow" presStyleLbl="bgShp" presStyleIdx="0" presStyleCnt="1"/>
      <dgm:spPr>
        <a:solidFill>
          <a:srgbClr val="28AFB6"/>
        </a:solidFill>
        <a:ln>
          <a:solidFill>
            <a:srgbClr val="28AFB6"/>
          </a:solidFill>
        </a:ln>
      </dgm:spPr>
    </dgm:pt>
    <dgm:pt modelId="{6AEC647E-D4F3-4C04-9E18-02E85AD701E0}" type="pres">
      <dgm:prSet presAssocID="{A6C4D1DF-19EA-4E66-A7F6-5417350A7456}" presName="points" presStyleCnt="0"/>
      <dgm:spPr/>
    </dgm:pt>
    <dgm:pt modelId="{F1FF218D-6892-44C1-B726-F1BA3AA12445}" type="pres">
      <dgm:prSet presAssocID="{07971145-E0F4-4CD7-95FE-446083BD8DB1}" presName="compositeA" presStyleCnt="0"/>
      <dgm:spPr/>
    </dgm:pt>
    <dgm:pt modelId="{1C668ABE-C714-49AF-8EB1-AA20480FCC46}" type="pres">
      <dgm:prSet presAssocID="{07971145-E0F4-4CD7-95FE-446083BD8DB1}" presName="textA" presStyleLbl="revTx" presStyleIdx="0" presStyleCnt="2">
        <dgm:presLayoutVars>
          <dgm:bulletEnabled val="1"/>
        </dgm:presLayoutVars>
      </dgm:prSet>
      <dgm:spPr/>
    </dgm:pt>
    <dgm:pt modelId="{6063C580-F5F8-4A83-942A-5952C9A164FE}" type="pres">
      <dgm:prSet presAssocID="{07971145-E0F4-4CD7-95FE-446083BD8DB1}" presName="circleA" presStyleLbl="node1" presStyleIdx="0" presStyleCnt="2"/>
      <dgm:spPr>
        <a:solidFill>
          <a:srgbClr val="BAEDF0"/>
        </a:solidFill>
      </dgm:spPr>
    </dgm:pt>
    <dgm:pt modelId="{EF76FC08-9017-4CF0-A1C6-F56995FCDA14}" type="pres">
      <dgm:prSet presAssocID="{07971145-E0F4-4CD7-95FE-446083BD8DB1}" presName="spaceA" presStyleCnt="0"/>
      <dgm:spPr/>
    </dgm:pt>
    <dgm:pt modelId="{19E80ED8-5A22-4FD8-9546-B36BE06F5764}" type="pres">
      <dgm:prSet presAssocID="{8F809145-4867-4060-9D0C-C5679F54E9F4}" presName="space" presStyleCnt="0"/>
      <dgm:spPr/>
    </dgm:pt>
    <dgm:pt modelId="{0A8922AA-6113-4BA2-A6F9-037DCE9D172E}" type="pres">
      <dgm:prSet presAssocID="{22CE6ED6-A708-4719-BC40-A4D75B266D3C}" presName="compositeB" presStyleCnt="0"/>
      <dgm:spPr/>
    </dgm:pt>
    <dgm:pt modelId="{48651BEF-8D8E-4427-924B-712843D76B2B}" type="pres">
      <dgm:prSet presAssocID="{22CE6ED6-A708-4719-BC40-A4D75B266D3C}" presName="textB" presStyleLbl="revTx" presStyleIdx="1" presStyleCnt="2" custLinFactNeighborX="-18191">
        <dgm:presLayoutVars>
          <dgm:bulletEnabled val="1"/>
        </dgm:presLayoutVars>
      </dgm:prSet>
      <dgm:spPr/>
    </dgm:pt>
    <dgm:pt modelId="{237AAADD-C452-4AD2-9F66-2AA93B138CE6}" type="pres">
      <dgm:prSet presAssocID="{22CE6ED6-A708-4719-BC40-A4D75B266D3C}" presName="circleB" presStyleLbl="node1" presStyleIdx="1" presStyleCnt="2"/>
      <dgm:spPr>
        <a:solidFill>
          <a:srgbClr val="BAEDF0"/>
        </a:solidFill>
      </dgm:spPr>
    </dgm:pt>
    <dgm:pt modelId="{9B98B601-6D79-47A1-B964-664C267FBCAB}" type="pres">
      <dgm:prSet presAssocID="{22CE6ED6-A708-4719-BC40-A4D75B266D3C}" presName="spaceB" presStyleCnt="0"/>
      <dgm:spPr/>
    </dgm:pt>
  </dgm:ptLst>
  <dgm:cxnLst>
    <dgm:cxn modelId="{79A0EA1E-CBB5-4692-A0B7-81C772DE6F64}" type="presOf" srcId="{07971145-E0F4-4CD7-95FE-446083BD8DB1}" destId="{1C668ABE-C714-49AF-8EB1-AA20480FCC46}" srcOrd="0" destOrd="0" presId="urn:microsoft.com/office/officeart/2005/8/layout/hProcess11"/>
    <dgm:cxn modelId="{8D37EA45-82A9-4568-8615-CEDD6111297F}" type="presOf" srcId="{A6C4D1DF-19EA-4E66-A7F6-5417350A7456}" destId="{FA9CAC22-D7A7-46E5-8492-C3934FE2F491}" srcOrd="0" destOrd="0" presId="urn:microsoft.com/office/officeart/2005/8/layout/hProcess11"/>
    <dgm:cxn modelId="{BAA0926D-696C-4B10-8F8D-0C45A707A9BE}" srcId="{A6C4D1DF-19EA-4E66-A7F6-5417350A7456}" destId="{07971145-E0F4-4CD7-95FE-446083BD8DB1}" srcOrd="0" destOrd="0" parTransId="{18EC0514-550B-4872-8926-1F38FC7FB231}" sibTransId="{8F809145-4867-4060-9D0C-C5679F54E9F4}"/>
    <dgm:cxn modelId="{8D7001A2-3BB8-4CD9-B8BA-D6AC8FFF6F45}" type="presOf" srcId="{22CE6ED6-A708-4719-BC40-A4D75B266D3C}" destId="{48651BEF-8D8E-4427-924B-712843D76B2B}" srcOrd="0" destOrd="0" presId="urn:microsoft.com/office/officeart/2005/8/layout/hProcess11"/>
    <dgm:cxn modelId="{18C825C2-A17B-423E-B396-F7F081FE3AA4}" srcId="{A6C4D1DF-19EA-4E66-A7F6-5417350A7456}" destId="{22CE6ED6-A708-4719-BC40-A4D75B266D3C}" srcOrd="1" destOrd="0" parTransId="{26DF2090-3A6C-4D8C-ABB1-BB2CC1B7D5F8}" sibTransId="{336CE082-5088-416B-AF4A-0BE4DB897D53}"/>
    <dgm:cxn modelId="{0299D261-4A57-496F-B6C7-29E54066A339}" type="presParOf" srcId="{FA9CAC22-D7A7-46E5-8492-C3934FE2F491}" destId="{E878BEBE-E0F1-4D33-89EE-8EEC34EDA9DD}" srcOrd="0" destOrd="0" presId="urn:microsoft.com/office/officeart/2005/8/layout/hProcess11"/>
    <dgm:cxn modelId="{45ED3F73-D19B-47AD-96DC-F63BA810A9DF}" type="presParOf" srcId="{FA9CAC22-D7A7-46E5-8492-C3934FE2F491}" destId="{6AEC647E-D4F3-4C04-9E18-02E85AD701E0}" srcOrd="1" destOrd="0" presId="urn:microsoft.com/office/officeart/2005/8/layout/hProcess11"/>
    <dgm:cxn modelId="{D5710A4A-1DE5-42F5-8147-6ABC715EADB5}" type="presParOf" srcId="{6AEC647E-D4F3-4C04-9E18-02E85AD701E0}" destId="{F1FF218D-6892-44C1-B726-F1BA3AA12445}" srcOrd="0" destOrd="0" presId="urn:microsoft.com/office/officeart/2005/8/layout/hProcess11"/>
    <dgm:cxn modelId="{92DB1221-D592-4C0C-8A30-A7B873C444C9}" type="presParOf" srcId="{F1FF218D-6892-44C1-B726-F1BA3AA12445}" destId="{1C668ABE-C714-49AF-8EB1-AA20480FCC46}" srcOrd="0" destOrd="0" presId="urn:microsoft.com/office/officeart/2005/8/layout/hProcess11"/>
    <dgm:cxn modelId="{6BF55EFA-FF5F-437C-8CAF-31C8415B9F81}" type="presParOf" srcId="{F1FF218D-6892-44C1-B726-F1BA3AA12445}" destId="{6063C580-F5F8-4A83-942A-5952C9A164FE}" srcOrd="1" destOrd="0" presId="urn:microsoft.com/office/officeart/2005/8/layout/hProcess11"/>
    <dgm:cxn modelId="{974828AB-1F66-407F-A0C9-C7C98FA65C58}" type="presParOf" srcId="{F1FF218D-6892-44C1-B726-F1BA3AA12445}" destId="{EF76FC08-9017-4CF0-A1C6-F56995FCDA14}" srcOrd="2" destOrd="0" presId="urn:microsoft.com/office/officeart/2005/8/layout/hProcess11"/>
    <dgm:cxn modelId="{D5DEEB73-820D-4641-ADD3-DCF062C78A20}" type="presParOf" srcId="{6AEC647E-D4F3-4C04-9E18-02E85AD701E0}" destId="{19E80ED8-5A22-4FD8-9546-B36BE06F5764}" srcOrd="1" destOrd="0" presId="urn:microsoft.com/office/officeart/2005/8/layout/hProcess11"/>
    <dgm:cxn modelId="{30F11846-E938-4117-9ED5-99A96095A115}" type="presParOf" srcId="{6AEC647E-D4F3-4C04-9E18-02E85AD701E0}" destId="{0A8922AA-6113-4BA2-A6F9-037DCE9D172E}" srcOrd="2" destOrd="0" presId="urn:microsoft.com/office/officeart/2005/8/layout/hProcess11"/>
    <dgm:cxn modelId="{8C05DBF7-AC65-41BB-B2C4-66756F92017F}" type="presParOf" srcId="{0A8922AA-6113-4BA2-A6F9-037DCE9D172E}" destId="{48651BEF-8D8E-4427-924B-712843D76B2B}" srcOrd="0" destOrd="0" presId="urn:microsoft.com/office/officeart/2005/8/layout/hProcess11"/>
    <dgm:cxn modelId="{8B3686DB-FC90-440B-9435-15F59BADC566}" type="presParOf" srcId="{0A8922AA-6113-4BA2-A6F9-037DCE9D172E}" destId="{237AAADD-C452-4AD2-9F66-2AA93B138CE6}" srcOrd="1" destOrd="0" presId="urn:microsoft.com/office/officeart/2005/8/layout/hProcess11"/>
    <dgm:cxn modelId="{5DA10289-E95A-4F46-B7B1-5826BDE2BB68}" type="presParOf" srcId="{0A8922AA-6113-4BA2-A6F9-037DCE9D172E}" destId="{9B98B601-6D79-47A1-B964-664C267FBCAB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992E63D-D4F5-4914-A5B2-74549583DBF9}" type="doc">
      <dgm:prSet loTypeId="urn:microsoft.com/office/officeart/2005/8/layout/vList2" loCatId="list" qsTypeId="urn:microsoft.com/office/officeart/2005/8/quickstyle/simple1" qsCatId="simple" csTypeId="urn:microsoft.com/office/officeart/2005/8/colors/accent3_1" csCatId="accent3" phldr="1"/>
      <dgm:spPr/>
      <dgm:t>
        <a:bodyPr/>
        <a:lstStyle/>
        <a:p>
          <a:endParaRPr lang="en-US"/>
        </a:p>
      </dgm:t>
    </dgm:pt>
    <dgm:pt modelId="{C5424B4E-77B4-4E70-BA40-40AE6FE35C4D}">
      <dgm:prSet phldrT="[Text]">
        <dgm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dgm:style>
      </dgm:prSet>
      <dgm:spPr>
        <a:ln>
          <a:solidFill>
            <a:srgbClr val="28AFB6"/>
          </a:solidFill>
        </a:ln>
      </dgm:spPr>
      <dgm:t>
        <a:bodyPr/>
        <a:lstStyle/>
        <a:p>
          <a:r>
            <a:rPr lang="en-US" dirty="0" err="1"/>
            <a:t>Indeks</a:t>
          </a:r>
          <a:r>
            <a:rPr lang="en-US" dirty="0"/>
            <a:t> array A = A[0][0], A[0][1], A[0][2], A[0][3], A[0][4], ………., A[3][0], A[3][1], A[3][2], A[3][3], A[3][4]</a:t>
          </a:r>
        </a:p>
      </dgm:t>
    </dgm:pt>
    <dgm:pt modelId="{4137CFF1-8FD4-40E7-B799-FCB888C39839}" type="parTrans" cxnId="{1391022D-3A52-4ED9-B467-DAC4C913146D}">
      <dgm:prSet/>
      <dgm:spPr/>
      <dgm:t>
        <a:bodyPr/>
        <a:lstStyle/>
        <a:p>
          <a:endParaRPr lang="en-US"/>
        </a:p>
      </dgm:t>
    </dgm:pt>
    <dgm:pt modelId="{370270ED-8156-4CB2-95C8-7510A3A28DCC}" type="sibTrans" cxnId="{1391022D-3A52-4ED9-B467-DAC4C913146D}">
      <dgm:prSet/>
      <dgm:spPr/>
      <dgm:t>
        <a:bodyPr/>
        <a:lstStyle/>
        <a:p>
          <a:endParaRPr lang="en-US"/>
        </a:p>
      </dgm:t>
    </dgm:pt>
    <dgm:pt modelId="{D8786056-2B97-425F-AAA2-EA3CB044CF45}" type="pres">
      <dgm:prSet presAssocID="{B992E63D-D4F5-4914-A5B2-74549583DBF9}" presName="linear" presStyleCnt="0">
        <dgm:presLayoutVars>
          <dgm:animLvl val="lvl"/>
          <dgm:resizeHandles val="exact"/>
        </dgm:presLayoutVars>
      </dgm:prSet>
      <dgm:spPr/>
    </dgm:pt>
    <dgm:pt modelId="{78D19CA5-43F2-4798-A49F-9C54F16953F2}" type="pres">
      <dgm:prSet presAssocID="{C5424B4E-77B4-4E70-BA40-40AE6FE35C4D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1391022D-3A52-4ED9-B467-DAC4C913146D}" srcId="{B992E63D-D4F5-4914-A5B2-74549583DBF9}" destId="{C5424B4E-77B4-4E70-BA40-40AE6FE35C4D}" srcOrd="0" destOrd="0" parTransId="{4137CFF1-8FD4-40E7-B799-FCB888C39839}" sibTransId="{370270ED-8156-4CB2-95C8-7510A3A28DCC}"/>
    <dgm:cxn modelId="{159C4449-2985-489E-AD6C-16CDB0B3D668}" type="presOf" srcId="{C5424B4E-77B4-4E70-BA40-40AE6FE35C4D}" destId="{78D19CA5-43F2-4798-A49F-9C54F16953F2}" srcOrd="0" destOrd="0" presId="urn:microsoft.com/office/officeart/2005/8/layout/vList2"/>
    <dgm:cxn modelId="{85181686-9A5D-431C-984B-FA9BAA7762FA}" type="presOf" srcId="{B992E63D-D4F5-4914-A5B2-74549583DBF9}" destId="{D8786056-2B97-425F-AAA2-EA3CB044CF45}" srcOrd="0" destOrd="0" presId="urn:microsoft.com/office/officeart/2005/8/layout/vList2"/>
    <dgm:cxn modelId="{873A1F7C-BA76-4EAF-ABC6-538CEE91DFB5}" type="presParOf" srcId="{D8786056-2B97-425F-AAA2-EA3CB044CF45}" destId="{78D19CA5-43F2-4798-A49F-9C54F16953F2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07A5D20-60AF-4F97-8838-F4EF068CEFAE}" type="doc">
      <dgm:prSet loTypeId="urn:microsoft.com/office/officeart/2005/8/layout/process5" loCatId="process" qsTypeId="urn:microsoft.com/office/officeart/2005/8/quickstyle/simple1" qsCatId="simple" csTypeId="urn:microsoft.com/office/officeart/2005/8/colors/accent4_1" csCatId="accent4" phldr="1"/>
      <dgm:spPr/>
      <dgm:t>
        <a:bodyPr/>
        <a:lstStyle/>
        <a:p>
          <a:endParaRPr lang="en-US"/>
        </a:p>
      </dgm:t>
    </dgm:pt>
    <dgm:pt modelId="{09A1E807-683F-47F6-98FD-31A7B5DE8529}">
      <dgm:prSet/>
      <dgm:spPr>
        <a:ln w="28575">
          <a:solidFill>
            <a:srgbClr val="28AFB6"/>
          </a:solidFill>
        </a:ln>
      </dgm:spPr>
      <dgm:t>
        <a:bodyPr/>
        <a:lstStyle/>
        <a:p>
          <a:pPr rtl="0"/>
          <a:r>
            <a:rPr lang="en-US" dirty="0" err="1"/>
            <a:t>Apakah</a:t>
          </a:r>
          <a:r>
            <a:rPr lang="en-US" dirty="0"/>
            <a:t> yang </a:t>
          </a:r>
          <a:r>
            <a:rPr lang="en-US" dirty="0" err="1"/>
            <a:t>dimaksud</a:t>
          </a:r>
          <a:r>
            <a:rPr lang="en-US" dirty="0"/>
            <a:t> </a:t>
          </a:r>
          <a:r>
            <a:rPr lang="en-US" dirty="0" err="1"/>
            <a:t>dengan</a:t>
          </a:r>
          <a:r>
            <a:rPr lang="en-US" dirty="0"/>
            <a:t> Linked List?</a:t>
          </a:r>
        </a:p>
      </dgm:t>
    </dgm:pt>
    <dgm:pt modelId="{8C62B05D-A50E-4AEF-A1A0-CD8E2D4A8F30}" type="parTrans" cxnId="{0CB17C21-FF61-45B6-87CB-991281D1C4C0}">
      <dgm:prSet/>
      <dgm:spPr/>
      <dgm:t>
        <a:bodyPr/>
        <a:lstStyle/>
        <a:p>
          <a:endParaRPr lang="en-US"/>
        </a:p>
      </dgm:t>
    </dgm:pt>
    <dgm:pt modelId="{FC05B855-2E84-496C-8930-67F63D5EB64A}" type="sibTrans" cxnId="{0CB17C21-FF61-45B6-87CB-991281D1C4C0}">
      <dgm:prSet/>
      <dgm:spPr>
        <a:solidFill>
          <a:srgbClr val="28AFB6"/>
        </a:solidFill>
        <a:ln>
          <a:solidFill>
            <a:srgbClr val="28AFB6"/>
          </a:solidFill>
        </a:ln>
      </dgm:spPr>
      <dgm:t>
        <a:bodyPr/>
        <a:lstStyle/>
        <a:p>
          <a:endParaRPr lang="en-US"/>
        </a:p>
      </dgm:t>
    </dgm:pt>
    <dgm:pt modelId="{F2620EDE-F5FA-4EE5-9FB4-3EA79169F26E}">
      <dgm:prSet/>
      <dgm:spPr>
        <a:ln w="28575">
          <a:solidFill>
            <a:srgbClr val="28AFB6"/>
          </a:solidFill>
        </a:ln>
      </dgm:spPr>
      <dgm:t>
        <a:bodyPr/>
        <a:lstStyle/>
        <a:p>
          <a:pPr rtl="0"/>
          <a:r>
            <a:rPr lang="en-US" dirty="0" err="1"/>
            <a:t>Untaian</a:t>
          </a:r>
          <a:r>
            <a:rPr lang="en-US" dirty="0"/>
            <a:t> </a:t>
          </a:r>
          <a:r>
            <a:rPr lang="en-US" dirty="0" err="1"/>
            <a:t>atau</a:t>
          </a:r>
          <a:r>
            <a:rPr lang="en-US" dirty="0"/>
            <a:t> </a:t>
          </a:r>
          <a:r>
            <a:rPr lang="en-US" dirty="0" err="1"/>
            <a:t>rangkaian</a:t>
          </a:r>
          <a:endParaRPr lang="en-US" dirty="0"/>
        </a:p>
      </dgm:t>
    </dgm:pt>
    <dgm:pt modelId="{B79A0E06-F725-4890-9001-B6AE02193B58}" type="parTrans" cxnId="{323CFAC9-926F-4FD1-AFC9-0B90550E04EF}">
      <dgm:prSet/>
      <dgm:spPr/>
      <dgm:t>
        <a:bodyPr/>
        <a:lstStyle/>
        <a:p>
          <a:endParaRPr lang="en-US"/>
        </a:p>
      </dgm:t>
    </dgm:pt>
    <dgm:pt modelId="{8C39884A-0A4A-4708-8F6E-AB20F6FF9412}" type="sibTrans" cxnId="{323CFAC9-926F-4FD1-AFC9-0B90550E04EF}">
      <dgm:prSet/>
      <dgm:spPr>
        <a:solidFill>
          <a:srgbClr val="28AFB6"/>
        </a:solidFill>
        <a:ln>
          <a:solidFill>
            <a:srgbClr val="28AFB6"/>
          </a:solidFill>
        </a:ln>
      </dgm:spPr>
      <dgm:t>
        <a:bodyPr/>
        <a:lstStyle/>
        <a:p>
          <a:endParaRPr lang="en-US"/>
        </a:p>
      </dgm:t>
    </dgm:pt>
    <dgm:pt modelId="{EB715FF3-20A9-4EA2-BD3B-1E87A54EDC7F}">
      <dgm:prSet/>
      <dgm:spPr>
        <a:ln w="28575">
          <a:solidFill>
            <a:srgbClr val="28AFB6"/>
          </a:solidFill>
        </a:ln>
      </dgm:spPr>
      <dgm:t>
        <a:bodyPr/>
        <a:lstStyle/>
        <a:p>
          <a:pPr rtl="0"/>
          <a:r>
            <a:rPr lang="en-US" dirty="0" err="1"/>
            <a:t>Daftar</a:t>
          </a:r>
          <a:r>
            <a:rPr lang="en-US" dirty="0"/>
            <a:t> </a:t>
          </a:r>
          <a:r>
            <a:rPr lang="en-US" dirty="0" err="1"/>
            <a:t>atau</a:t>
          </a:r>
          <a:r>
            <a:rPr lang="en-US" dirty="0"/>
            <a:t> list</a:t>
          </a:r>
        </a:p>
      </dgm:t>
    </dgm:pt>
    <dgm:pt modelId="{178715FB-17AC-4730-865B-8C07876E2536}" type="parTrans" cxnId="{785454CD-01D1-467B-B118-04EF4C074C3C}">
      <dgm:prSet/>
      <dgm:spPr/>
      <dgm:t>
        <a:bodyPr/>
        <a:lstStyle/>
        <a:p>
          <a:endParaRPr lang="en-US"/>
        </a:p>
      </dgm:t>
    </dgm:pt>
    <dgm:pt modelId="{7F2B6029-1D2A-47B3-A6B3-BBC794C4BEEA}" type="sibTrans" cxnId="{785454CD-01D1-467B-B118-04EF4C074C3C}">
      <dgm:prSet/>
      <dgm:spPr>
        <a:solidFill>
          <a:srgbClr val="28AFB6"/>
        </a:solidFill>
        <a:ln>
          <a:solidFill>
            <a:srgbClr val="28AFB6"/>
          </a:solidFill>
        </a:ln>
      </dgm:spPr>
      <dgm:t>
        <a:bodyPr/>
        <a:lstStyle/>
        <a:p>
          <a:endParaRPr lang="en-US"/>
        </a:p>
      </dgm:t>
    </dgm:pt>
    <dgm:pt modelId="{533F2065-43BD-4E63-B2CC-FC663C738748}">
      <dgm:prSet/>
      <dgm:spPr>
        <a:ln w="28575">
          <a:solidFill>
            <a:srgbClr val="28AFB6"/>
          </a:solidFill>
        </a:ln>
      </dgm:spPr>
      <dgm:t>
        <a:bodyPr/>
        <a:lstStyle/>
        <a:p>
          <a:pPr rtl="0"/>
          <a:r>
            <a:rPr lang="en-US" dirty="0"/>
            <a:t>Data yang </a:t>
          </a:r>
          <a:r>
            <a:rPr lang="en-US" dirty="0" err="1"/>
            <a:t>dibaca</a:t>
          </a:r>
          <a:r>
            <a:rPr lang="en-US" dirty="0"/>
            <a:t> computer</a:t>
          </a:r>
        </a:p>
      </dgm:t>
    </dgm:pt>
    <dgm:pt modelId="{4FA8CAA8-209F-4C26-A46C-236E033EFB2D}" type="parTrans" cxnId="{F94A817D-0BE3-45C1-9126-06A5450CBE04}">
      <dgm:prSet/>
      <dgm:spPr/>
      <dgm:t>
        <a:bodyPr/>
        <a:lstStyle/>
        <a:p>
          <a:endParaRPr lang="en-US"/>
        </a:p>
      </dgm:t>
    </dgm:pt>
    <dgm:pt modelId="{B88A54ED-F93F-492C-9300-6AC0394FB90D}" type="sibTrans" cxnId="{F94A817D-0BE3-45C1-9126-06A5450CBE04}">
      <dgm:prSet/>
      <dgm:spPr>
        <a:solidFill>
          <a:srgbClr val="28AFB6"/>
        </a:solidFill>
        <a:ln>
          <a:solidFill>
            <a:srgbClr val="28AFB6"/>
          </a:solidFill>
        </a:ln>
      </dgm:spPr>
      <dgm:t>
        <a:bodyPr/>
        <a:lstStyle/>
        <a:p>
          <a:endParaRPr lang="en-US"/>
        </a:p>
      </dgm:t>
    </dgm:pt>
    <dgm:pt modelId="{6EE74F5C-0EC4-4A35-96C8-C45E1739C9C4}">
      <dgm:prSet/>
      <dgm:spPr>
        <a:ln w="28575">
          <a:solidFill>
            <a:srgbClr val="28AFB6"/>
          </a:solidFill>
        </a:ln>
      </dgm:spPr>
      <dgm:t>
        <a:bodyPr/>
        <a:lstStyle/>
        <a:p>
          <a:pPr rtl="0"/>
          <a:r>
            <a:rPr lang="en-US" dirty="0" err="1"/>
            <a:t>Implementasi</a:t>
          </a:r>
          <a:r>
            <a:rPr lang="en-US" dirty="0"/>
            <a:t> </a:t>
          </a:r>
          <a:r>
            <a:rPr lang="en-US" dirty="0" err="1"/>
            <a:t>dapat</a:t>
          </a:r>
          <a:r>
            <a:rPr lang="en-US" dirty="0"/>
            <a:t> </a:t>
          </a:r>
          <a:r>
            <a:rPr lang="en-US" dirty="0" err="1"/>
            <a:t>dengan</a:t>
          </a:r>
          <a:r>
            <a:rPr lang="en-US" dirty="0"/>
            <a:t> Bahasa </a:t>
          </a:r>
          <a:r>
            <a:rPr lang="en-US" dirty="0" err="1"/>
            <a:t>pemrograman</a:t>
          </a:r>
          <a:endParaRPr lang="en-US" dirty="0"/>
        </a:p>
      </dgm:t>
    </dgm:pt>
    <dgm:pt modelId="{9E12C886-A83F-44AE-B3EF-F1D2245DBCF1}" type="parTrans" cxnId="{BD2BAC73-1D7E-4DC7-A2A6-450EDDFC0C89}">
      <dgm:prSet/>
      <dgm:spPr/>
      <dgm:t>
        <a:bodyPr/>
        <a:lstStyle/>
        <a:p>
          <a:endParaRPr lang="en-US"/>
        </a:p>
      </dgm:t>
    </dgm:pt>
    <dgm:pt modelId="{91112E28-9226-4345-AFA6-D3415D84B72C}" type="sibTrans" cxnId="{BD2BAC73-1D7E-4DC7-A2A6-450EDDFC0C89}">
      <dgm:prSet/>
      <dgm:spPr>
        <a:solidFill>
          <a:srgbClr val="28AFB6"/>
        </a:solidFill>
        <a:ln>
          <a:solidFill>
            <a:srgbClr val="28AFB6"/>
          </a:solidFill>
        </a:ln>
      </dgm:spPr>
      <dgm:t>
        <a:bodyPr/>
        <a:lstStyle/>
        <a:p>
          <a:endParaRPr lang="en-US"/>
        </a:p>
      </dgm:t>
    </dgm:pt>
    <dgm:pt modelId="{64A0F878-6A0E-4F3D-A349-0CD61D7E6952}">
      <dgm:prSet/>
      <dgm:spPr>
        <a:ln w="28575">
          <a:solidFill>
            <a:srgbClr val="28AFB6"/>
          </a:solidFill>
        </a:ln>
      </dgm:spPr>
      <dgm:t>
        <a:bodyPr/>
        <a:lstStyle/>
        <a:p>
          <a:pPr rtl="0"/>
          <a:r>
            <a:rPr lang="en-US" dirty="0" err="1"/>
            <a:t>Contoh</a:t>
          </a:r>
          <a:r>
            <a:rPr lang="en-US" dirty="0"/>
            <a:t> Java</a:t>
          </a:r>
        </a:p>
      </dgm:t>
    </dgm:pt>
    <dgm:pt modelId="{B555EB99-ACAB-4744-B8EC-64633E62B60A}" type="parTrans" cxnId="{D5840570-ED60-4A53-A173-74DFDF42592B}">
      <dgm:prSet/>
      <dgm:spPr/>
      <dgm:t>
        <a:bodyPr/>
        <a:lstStyle/>
        <a:p>
          <a:endParaRPr lang="en-US"/>
        </a:p>
      </dgm:t>
    </dgm:pt>
    <dgm:pt modelId="{5C4DEDDD-7A63-418F-9A25-5E65B4398C7E}" type="sibTrans" cxnId="{D5840570-ED60-4A53-A173-74DFDF42592B}">
      <dgm:prSet/>
      <dgm:spPr/>
      <dgm:t>
        <a:bodyPr/>
        <a:lstStyle/>
        <a:p>
          <a:endParaRPr lang="en-US"/>
        </a:p>
      </dgm:t>
    </dgm:pt>
    <dgm:pt modelId="{07B8E372-2FE3-4896-B285-A387FD3E6D26}" type="pres">
      <dgm:prSet presAssocID="{F07A5D20-60AF-4F97-8838-F4EF068CEFAE}" presName="diagram" presStyleCnt="0">
        <dgm:presLayoutVars>
          <dgm:dir/>
          <dgm:resizeHandles val="exact"/>
        </dgm:presLayoutVars>
      </dgm:prSet>
      <dgm:spPr/>
    </dgm:pt>
    <dgm:pt modelId="{D3C11468-3064-4EDE-B22A-044C0F3A92F2}" type="pres">
      <dgm:prSet presAssocID="{09A1E807-683F-47F6-98FD-31A7B5DE8529}" presName="node" presStyleLbl="node1" presStyleIdx="0" presStyleCnt="6">
        <dgm:presLayoutVars>
          <dgm:bulletEnabled val="1"/>
        </dgm:presLayoutVars>
      </dgm:prSet>
      <dgm:spPr/>
    </dgm:pt>
    <dgm:pt modelId="{95E270F1-2597-40C8-B784-11EF57497539}" type="pres">
      <dgm:prSet presAssocID="{FC05B855-2E84-496C-8930-67F63D5EB64A}" presName="sibTrans" presStyleLbl="sibTrans2D1" presStyleIdx="0" presStyleCnt="5"/>
      <dgm:spPr/>
    </dgm:pt>
    <dgm:pt modelId="{5309EDCB-E383-4462-88E6-AE8F18135BC9}" type="pres">
      <dgm:prSet presAssocID="{FC05B855-2E84-496C-8930-67F63D5EB64A}" presName="connectorText" presStyleLbl="sibTrans2D1" presStyleIdx="0" presStyleCnt="5"/>
      <dgm:spPr/>
    </dgm:pt>
    <dgm:pt modelId="{C141124E-883C-4C95-91DF-6FDE09C26C97}" type="pres">
      <dgm:prSet presAssocID="{F2620EDE-F5FA-4EE5-9FB4-3EA79169F26E}" presName="node" presStyleLbl="node1" presStyleIdx="1" presStyleCnt="6">
        <dgm:presLayoutVars>
          <dgm:bulletEnabled val="1"/>
        </dgm:presLayoutVars>
      </dgm:prSet>
      <dgm:spPr/>
    </dgm:pt>
    <dgm:pt modelId="{6A258A48-D379-4094-B322-95FFF8986F5B}" type="pres">
      <dgm:prSet presAssocID="{8C39884A-0A4A-4708-8F6E-AB20F6FF9412}" presName="sibTrans" presStyleLbl="sibTrans2D1" presStyleIdx="1" presStyleCnt="5"/>
      <dgm:spPr/>
    </dgm:pt>
    <dgm:pt modelId="{0F3BEBAE-F12A-4242-ABCD-DF593629FDA3}" type="pres">
      <dgm:prSet presAssocID="{8C39884A-0A4A-4708-8F6E-AB20F6FF9412}" presName="connectorText" presStyleLbl="sibTrans2D1" presStyleIdx="1" presStyleCnt="5"/>
      <dgm:spPr/>
    </dgm:pt>
    <dgm:pt modelId="{A1648641-12F1-4F22-A348-366FF1C987BA}" type="pres">
      <dgm:prSet presAssocID="{EB715FF3-20A9-4EA2-BD3B-1E87A54EDC7F}" presName="node" presStyleLbl="node1" presStyleIdx="2" presStyleCnt="6">
        <dgm:presLayoutVars>
          <dgm:bulletEnabled val="1"/>
        </dgm:presLayoutVars>
      </dgm:prSet>
      <dgm:spPr/>
    </dgm:pt>
    <dgm:pt modelId="{D4F83B06-0094-40E0-86B2-25C99885F75E}" type="pres">
      <dgm:prSet presAssocID="{7F2B6029-1D2A-47B3-A6B3-BBC794C4BEEA}" presName="sibTrans" presStyleLbl="sibTrans2D1" presStyleIdx="2" presStyleCnt="5"/>
      <dgm:spPr/>
    </dgm:pt>
    <dgm:pt modelId="{67C0D351-9964-4116-834C-C0635F45ADBA}" type="pres">
      <dgm:prSet presAssocID="{7F2B6029-1D2A-47B3-A6B3-BBC794C4BEEA}" presName="connectorText" presStyleLbl="sibTrans2D1" presStyleIdx="2" presStyleCnt="5"/>
      <dgm:spPr/>
    </dgm:pt>
    <dgm:pt modelId="{EFD7FF48-F21C-467B-8D48-EA770F511810}" type="pres">
      <dgm:prSet presAssocID="{533F2065-43BD-4E63-B2CC-FC663C738748}" presName="node" presStyleLbl="node1" presStyleIdx="3" presStyleCnt="6">
        <dgm:presLayoutVars>
          <dgm:bulletEnabled val="1"/>
        </dgm:presLayoutVars>
      </dgm:prSet>
      <dgm:spPr/>
    </dgm:pt>
    <dgm:pt modelId="{FA8F0646-300E-4427-B7D9-5B52FCDDACA2}" type="pres">
      <dgm:prSet presAssocID="{B88A54ED-F93F-492C-9300-6AC0394FB90D}" presName="sibTrans" presStyleLbl="sibTrans2D1" presStyleIdx="3" presStyleCnt="5"/>
      <dgm:spPr/>
    </dgm:pt>
    <dgm:pt modelId="{530644DF-B275-4119-9DAF-805F11454FB8}" type="pres">
      <dgm:prSet presAssocID="{B88A54ED-F93F-492C-9300-6AC0394FB90D}" presName="connectorText" presStyleLbl="sibTrans2D1" presStyleIdx="3" presStyleCnt="5"/>
      <dgm:spPr/>
    </dgm:pt>
    <dgm:pt modelId="{137017E8-A460-48AC-B066-3AB599DBD26E}" type="pres">
      <dgm:prSet presAssocID="{6EE74F5C-0EC4-4A35-96C8-C45E1739C9C4}" presName="node" presStyleLbl="node1" presStyleIdx="4" presStyleCnt="6">
        <dgm:presLayoutVars>
          <dgm:bulletEnabled val="1"/>
        </dgm:presLayoutVars>
      </dgm:prSet>
      <dgm:spPr/>
    </dgm:pt>
    <dgm:pt modelId="{45F81CE6-F7C0-4CA9-8A45-987DD7C9310F}" type="pres">
      <dgm:prSet presAssocID="{91112E28-9226-4345-AFA6-D3415D84B72C}" presName="sibTrans" presStyleLbl="sibTrans2D1" presStyleIdx="4" presStyleCnt="5"/>
      <dgm:spPr/>
    </dgm:pt>
    <dgm:pt modelId="{16961CF2-CFDA-449A-9D95-191E33D260EC}" type="pres">
      <dgm:prSet presAssocID="{91112E28-9226-4345-AFA6-D3415D84B72C}" presName="connectorText" presStyleLbl="sibTrans2D1" presStyleIdx="4" presStyleCnt="5"/>
      <dgm:spPr/>
    </dgm:pt>
    <dgm:pt modelId="{84C62208-C6D6-4DD6-AA16-41A241877786}" type="pres">
      <dgm:prSet presAssocID="{64A0F878-6A0E-4F3D-A349-0CD61D7E6952}" presName="node" presStyleLbl="node1" presStyleIdx="5" presStyleCnt="6">
        <dgm:presLayoutVars>
          <dgm:bulletEnabled val="1"/>
        </dgm:presLayoutVars>
      </dgm:prSet>
      <dgm:spPr/>
    </dgm:pt>
  </dgm:ptLst>
  <dgm:cxnLst>
    <dgm:cxn modelId="{F724631A-1D07-40A6-829B-BA445460221E}" type="presOf" srcId="{91112E28-9226-4345-AFA6-D3415D84B72C}" destId="{45F81CE6-F7C0-4CA9-8A45-987DD7C9310F}" srcOrd="0" destOrd="0" presId="urn:microsoft.com/office/officeart/2005/8/layout/process5"/>
    <dgm:cxn modelId="{0CB17C21-FF61-45B6-87CB-991281D1C4C0}" srcId="{F07A5D20-60AF-4F97-8838-F4EF068CEFAE}" destId="{09A1E807-683F-47F6-98FD-31A7B5DE8529}" srcOrd="0" destOrd="0" parTransId="{8C62B05D-A50E-4AEF-A1A0-CD8E2D4A8F30}" sibTransId="{FC05B855-2E84-496C-8930-67F63D5EB64A}"/>
    <dgm:cxn modelId="{0AFA2825-32AA-4C22-841A-A078471E3F82}" type="presOf" srcId="{8C39884A-0A4A-4708-8F6E-AB20F6FF9412}" destId="{6A258A48-D379-4094-B322-95FFF8986F5B}" srcOrd="0" destOrd="0" presId="urn:microsoft.com/office/officeart/2005/8/layout/process5"/>
    <dgm:cxn modelId="{2F1B3B2C-D36F-437E-8C2F-183049168522}" type="presOf" srcId="{F07A5D20-60AF-4F97-8838-F4EF068CEFAE}" destId="{07B8E372-2FE3-4896-B285-A387FD3E6D26}" srcOrd="0" destOrd="0" presId="urn:microsoft.com/office/officeart/2005/8/layout/process5"/>
    <dgm:cxn modelId="{7DEBD630-0581-4EA1-9532-770256CEC4F1}" type="presOf" srcId="{533F2065-43BD-4E63-B2CC-FC663C738748}" destId="{EFD7FF48-F21C-467B-8D48-EA770F511810}" srcOrd="0" destOrd="0" presId="urn:microsoft.com/office/officeart/2005/8/layout/process5"/>
    <dgm:cxn modelId="{C6F8A137-0A1F-4F78-94D6-FBAAEF66A0B0}" type="presOf" srcId="{B88A54ED-F93F-492C-9300-6AC0394FB90D}" destId="{FA8F0646-300E-4427-B7D9-5B52FCDDACA2}" srcOrd="0" destOrd="0" presId="urn:microsoft.com/office/officeart/2005/8/layout/process5"/>
    <dgm:cxn modelId="{3BB4455F-9980-4424-AF27-35E0C0254AF3}" type="presOf" srcId="{8C39884A-0A4A-4708-8F6E-AB20F6FF9412}" destId="{0F3BEBAE-F12A-4242-ABCD-DF593629FDA3}" srcOrd="1" destOrd="0" presId="urn:microsoft.com/office/officeart/2005/8/layout/process5"/>
    <dgm:cxn modelId="{65C35E61-56F3-4A63-A9E9-327C946DB384}" type="presOf" srcId="{6EE74F5C-0EC4-4A35-96C8-C45E1739C9C4}" destId="{137017E8-A460-48AC-B066-3AB599DBD26E}" srcOrd="0" destOrd="0" presId="urn:microsoft.com/office/officeart/2005/8/layout/process5"/>
    <dgm:cxn modelId="{D5840570-ED60-4A53-A173-74DFDF42592B}" srcId="{F07A5D20-60AF-4F97-8838-F4EF068CEFAE}" destId="{64A0F878-6A0E-4F3D-A349-0CD61D7E6952}" srcOrd="5" destOrd="0" parTransId="{B555EB99-ACAB-4744-B8EC-64633E62B60A}" sibTransId="{5C4DEDDD-7A63-418F-9A25-5E65B4398C7E}"/>
    <dgm:cxn modelId="{BD2BAC73-1D7E-4DC7-A2A6-450EDDFC0C89}" srcId="{F07A5D20-60AF-4F97-8838-F4EF068CEFAE}" destId="{6EE74F5C-0EC4-4A35-96C8-C45E1739C9C4}" srcOrd="4" destOrd="0" parTransId="{9E12C886-A83F-44AE-B3EF-F1D2245DBCF1}" sibTransId="{91112E28-9226-4345-AFA6-D3415D84B72C}"/>
    <dgm:cxn modelId="{88133D7D-DDD5-446E-972C-64964A5053E1}" type="presOf" srcId="{7F2B6029-1D2A-47B3-A6B3-BBC794C4BEEA}" destId="{67C0D351-9964-4116-834C-C0635F45ADBA}" srcOrd="1" destOrd="0" presId="urn:microsoft.com/office/officeart/2005/8/layout/process5"/>
    <dgm:cxn modelId="{F94A817D-0BE3-45C1-9126-06A5450CBE04}" srcId="{F07A5D20-60AF-4F97-8838-F4EF068CEFAE}" destId="{533F2065-43BD-4E63-B2CC-FC663C738748}" srcOrd="3" destOrd="0" parTransId="{4FA8CAA8-209F-4C26-A46C-236E033EFB2D}" sibTransId="{B88A54ED-F93F-492C-9300-6AC0394FB90D}"/>
    <dgm:cxn modelId="{58537A7E-60B1-4D3D-AB03-550A86DFDD62}" type="presOf" srcId="{91112E28-9226-4345-AFA6-D3415D84B72C}" destId="{16961CF2-CFDA-449A-9D95-191E33D260EC}" srcOrd="1" destOrd="0" presId="urn:microsoft.com/office/officeart/2005/8/layout/process5"/>
    <dgm:cxn modelId="{3E9C4F8E-C62B-43E8-B5A3-ED85756A864D}" type="presOf" srcId="{7F2B6029-1D2A-47B3-A6B3-BBC794C4BEEA}" destId="{D4F83B06-0094-40E0-86B2-25C99885F75E}" srcOrd="0" destOrd="0" presId="urn:microsoft.com/office/officeart/2005/8/layout/process5"/>
    <dgm:cxn modelId="{C6E1BB96-19AB-457B-A17D-32E8645E71FB}" type="presOf" srcId="{FC05B855-2E84-496C-8930-67F63D5EB64A}" destId="{5309EDCB-E383-4462-88E6-AE8F18135BC9}" srcOrd="1" destOrd="0" presId="urn:microsoft.com/office/officeart/2005/8/layout/process5"/>
    <dgm:cxn modelId="{E83B2EBA-7BDC-41ED-9C40-FF4E7C632B7B}" type="presOf" srcId="{64A0F878-6A0E-4F3D-A349-0CD61D7E6952}" destId="{84C62208-C6D6-4DD6-AA16-41A241877786}" srcOrd="0" destOrd="0" presId="urn:microsoft.com/office/officeart/2005/8/layout/process5"/>
    <dgm:cxn modelId="{F222ECC4-C9B8-4D04-9EA4-C5648E98F63B}" type="presOf" srcId="{F2620EDE-F5FA-4EE5-9FB4-3EA79169F26E}" destId="{C141124E-883C-4C95-91DF-6FDE09C26C97}" srcOrd="0" destOrd="0" presId="urn:microsoft.com/office/officeart/2005/8/layout/process5"/>
    <dgm:cxn modelId="{323CFAC9-926F-4FD1-AFC9-0B90550E04EF}" srcId="{F07A5D20-60AF-4F97-8838-F4EF068CEFAE}" destId="{F2620EDE-F5FA-4EE5-9FB4-3EA79169F26E}" srcOrd="1" destOrd="0" parTransId="{B79A0E06-F725-4890-9001-B6AE02193B58}" sibTransId="{8C39884A-0A4A-4708-8F6E-AB20F6FF9412}"/>
    <dgm:cxn modelId="{176D98CB-A006-4154-B1D5-CD16096F5FCA}" type="presOf" srcId="{EB715FF3-20A9-4EA2-BD3B-1E87A54EDC7F}" destId="{A1648641-12F1-4F22-A348-366FF1C987BA}" srcOrd="0" destOrd="0" presId="urn:microsoft.com/office/officeart/2005/8/layout/process5"/>
    <dgm:cxn modelId="{785454CD-01D1-467B-B118-04EF4C074C3C}" srcId="{F07A5D20-60AF-4F97-8838-F4EF068CEFAE}" destId="{EB715FF3-20A9-4EA2-BD3B-1E87A54EDC7F}" srcOrd="2" destOrd="0" parTransId="{178715FB-17AC-4730-865B-8C07876E2536}" sibTransId="{7F2B6029-1D2A-47B3-A6B3-BBC794C4BEEA}"/>
    <dgm:cxn modelId="{BDC269DC-378D-40FA-BF84-658455634504}" type="presOf" srcId="{B88A54ED-F93F-492C-9300-6AC0394FB90D}" destId="{530644DF-B275-4119-9DAF-805F11454FB8}" srcOrd="1" destOrd="0" presId="urn:microsoft.com/office/officeart/2005/8/layout/process5"/>
    <dgm:cxn modelId="{D46872EA-7AD1-4E93-BCE7-732E1AD9AA42}" type="presOf" srcId="{09A1E807-683F-47F6-98FD-31A7B5DE8529}" destId="{D3C11468-3064-4EDE-B22A-044C0F3A92F2}" srcOrd="0" destOrd="0" presId="urn:microsoft.com/office/officeart/2005/8/layout/process5"/>
    <dgm:cxn modelId="{24F106F4-8A83-43A5-BC00-E8CBCDF80F41}" type="presOf" srcId="{FC05B855-2E84-496C-8930-67F63D5EB64A}" destId="{95E270F1-2597-40C8-B784-11EF57497539}" srcOrd="0" destOrd="0" presId="urn:microsoft.com/office/officeart/2005/8/layout/process5"/>
    <dgm:cxn modelId="{5000E843-F0E1-46D8-A97D-05FB43EB2059}" type="presParOf" srcId="{07B8E372-2FE3-4896-B285-A387FD3E6D26}" destId="{D3C11468-3064-4EDE-B22A-044C0F3A92F2}" srcOrd="0" destOrd="0" presId="urn:microsoft.com/office/officeart/2005/8/layout/process5"/>
    <dgm:cxn modelId="{99CF8052-BE05-4458-BC56-586422E859AA}" type="presParOf" srcId="{07B8E372-2FE3-4896-B285-A387FD3E6D26}" destId="{95E270F1-2597-40C8-B784-11EF57497539}" srcOrd="1" destOrd="0" presId="urn:microsoft.com/office/officeart/2005/8/layout/process5"/>
    <dgm:cxn modelId="{00EF72D5-2A2C-4C31-8B98-824249845354}" type="presParOf" srcId="{95E270F1-2597-40C8-B784-11EF57497539}" destId="{5309EDCB-E383-4462-88E6-AE8F18135BC9}" srcOrd="0" destOrd="0" presId="urn:microsoft.com/office/officeart/2005/8/layout/process5"/>
    <dgm:cxn modelId="{C92C3FB7-5E20-4A93-B1BB-B2DA71922337}" type="presParOf" srcId="{07B8E372-2FE3-4896-B285-A387FD3E6D26}" destId="{C141124E-883C-4C95-91DF-6FDE09C26C97}" srcOrd="2" destOrd="0" presId="urn:microsoft.com/office/officeart/2005/8/layout/process5"/>
    <dgm:cxn modelId="{793BB6A3-638C-458D-9344-EBA31282DEA6}" type="presParOf" srcId="{07B8E372-2FE3-4896-B285-A387FD3E6D26}" destId="{6A258A48-D379-4094-B322-95FFF8986F5B}" srcOrd="3" destOrd="0" presId="urn:microsoft.com/office/officeart/2005/8/layout/process5"/>
    <dgm:cxn modelId="{AE4D8EAC-F4B6-4179-BF56-8E8C11D684F4}" type="presParOf" srcId="{6A258A48-D379-4094-B322-95FFF8986F5B}" destId="{0F3BEBAE-F12A-4242-ABCD-DF593629FDA3}" srcOrd="0" destOrd="0" presId="urn:microsoft.com/office/officeart/2005/8/layout/process5"/>
    <dgm:cxn modelId="{01B69B02-857B-4C10-A609-4009031A93E4}" type="presParOf" srcId="{07B8E372-2FE3-4896-B285-A387FD3E6D26}" destId="{A1648641-12F1-4F22-A348-366FF1C987BA}" srcOrd="4" destOrd="0" presId="urn:microsoft.com/office/officeart/2005/8/layout/process5"/>
    <dgm:cxn modelId="{2FF79224-565B-4480-86C2-EA91C45B612E}" type="presParOf" srcId="{07B8E372-2FE3-4896-B285-A387FD3E6D26}" destId="{D4F83B06-0094-40E0-86B2-25C99885F75E}" srcOrd="5" destOrd="0" presId="urn:microsoft.com/office/officeart/2005/8/layout/process5"/>
    <dgm:cxn modelId="{3DD26FBC-CB1D-4301-A035-2EF3E8B15856}" type="presParOf" srcId="{D4F83B06-0094-40E0-86B2-25C99885F75E}" destId="{67C0D351-9964-4116-834C-C0635F45ADBA}" srcOrd="0" destOrd="0" presId="urn:microsoft.com/office/officeart/2005/8/layout/process5"/>
    <dgm:cxn modelId="{377E3489-CCEE-4486-880C-F09E44D2CD38}" type="presParOf" srcId="{07B8E372-2FE3-4896-B285-A387FD3E6D26}" destId="{EFD7FF48-F21C-467B-8D48-EA770F511810}" srcOrd="6" destOrd="0" presId="urn:microsoft.com/office/officeart/2005/8/layout/process5"/>
    <dgm:cxn modelId="{C63D4C85-54A3-416C-8A6E-1B4001A218B8}" type="presParOf" srcId="{07B8E372-2FE3-4896-B285-A387FD3E6D26}" destId="{FA8F0646-300E-4427-B7D9-5B52FCDDACA2}" srcOrd="7" destOrd="0" presId="urn:microsoft.com/office/officeart/2005/8/layout/process5"/>
    <dgm:cxn modelId="{FDACE626-11C9-48FE-9E23-F36482E3D83B}" type="presParOf" srcId="{FA8F0646-300E-4427-B7D9-5B52FCDDACA2}" destId="{530644DF-B275-4119-9DAF-805F11454FB8}" srcOrd="0" destOrd="0" presId="urn:microsoft.com/office/officeart/2005/8/layout/process5"/>
    <dgm:cxn modelId="{DA2F2976-0A93-4CD0-8CC9-49738A166F2F}" type="presParOf" srcId="{07B8E372-2FE3-4896-B285-A387FD3E6D26}" destId="{137017E8-A460-48AC-B066-3AB599DBD26E}" srcOrd="8" destOrd="0" presId="urn:microsoft.com/office/officeart/2005/8/layout/process5"/>
    <dgm:cxn modelId="{633DA267-994E-4B7F-BD83-4CA6ED23CD92}" type="presParOf" srcId="{07B8E372-2FE3-4896-B285-A387FD3E6D26}" destId="{45F81CE6-F7C0-4CA9-8A45-987DD7C9310F}" srcOrd="9" destOrd="0" presId="urn:microsoft.com/office/officeart/2005/8/layout/process5"/>
    <dgm:cxn modelId="{C03CF104-06D7-4704-8361-3ABC1C004370}" type="presParOf" srcId="{45F81CE6-F7C0-4CA9-8A45-987DD7C9310F}" destId="{16961CF2-CFDA-449A-9D95-191E33D260EC}" srcOrd="0" destOrd="0" presId="urn:microsoft.com/office/officeart/2005/8/layout/process5"/>
    <dgm:cxn modelId="{5CE04D61-97F3-4C05-9E4B-FD2BF4462772}" type="presParOf" srcId="{07B8E372-2FE3-4896-B285-A387FD3E6D26}" destId="{84C62208-C6D6-4DD6-AA16-41A241877786}" srcOrd="10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96726B1-4A41-46F7-83D4-8F7A06E2177E}" type="doc">
      <dgm:prSet loTypeId="urn:microsoft.com/office/officeart/2009/3/layout/StepUpProcess" loCatId="process" qsTypeId="urn:microsoft.com/office/officeart/2005/8/quickstyle/3d1" qsCatId="3D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376E8285-9AF6-4CE0-A508-E22048EFC234}">
      <dgm:prSet phldrT="[Text]" custT="1"/>
      <dgm:spPr/>
      <dgm:t>
        <a:bodyPr/>
        <a:lstStyle/>
        <a:p>
          <a:r>
            <a:rPr lang="en-US" sz="1600" dirty="0" err="1"/>
            <a:t>Semoga</a:t>
          </a:r>
          <a:r>
            <a:rPr lang="en-US" sz="1600" dirty="0"/>
            <a:t> </a:t>
          </a:r>
          <a:r>
            <a:rPr lang="en-US" sz="1600" dirty="0" err="1"/>
            <a:t>ilmunya</a:t>
          </a:r>
          <a:r>
            <a:rPr lang="en-US" sz="1600" dirty="0"/>
            <a:t> </a:t>
          </a:r>
          <a:r>
            <a:rPr lang="en-US" sz="1600" dirty="0" err="1"/>
            <a:t>bermanfaat</a:t>
          </a:r>
          <a:r>
            <a:rPr lang="en-US" sz="1600" dirty="0"/>
            <a:t>.</a:t>
          </a:r>
        </a:p>
      </dgm:t>
    </dgm:pt>
    <dgm:pt modelId="{660CB2B3-DD32-48A3-9DC8-EBC7140C3BEC}" type="parTrans" cxnId="{C64C83B1-6CB5-4BF5-ABDD-DD502939C2BD}">
      <dgm:prSet/>
      <dgm:spPr/>
      <dgm:t>
        <a:bodyPr/>
        <a:lstStyle/>
        <a:p>
          <a:endParaRPr lang="en-US" sz="1600"/>
        </a:p>
      </dgm:t>
    </dgm:pt>
    <dgm:pt modelId="{5861F86C-A090-4B59-BEBF-38A9993FB0E7}" type="sibTrans" cxnId="{C64C83B1-6CB5-4BF5-ABDD-DD502939C2BD}">
      <dgm:prSet/>
      <dgm:spPr/>
      <dgm:t>
        <a:bodyPr/>
        <a:lstStyle/>
        <a:p>
          <a:endParaRPr lang="en-US" sz="1600"/>
        </a:p>
      </dgm:t>
    </dgm:pt>
    <dgm:pt modelId="{C0DBF704-87C4-495C-8476-124308F435A3}">
      <dgm:prSet phldrT="[Text]" custT="1"/>
      <dgm:spPr/>
      <dgm:t>
        <a:bodyPr/>
        <a:lstStyle/>
        <a:p>
          <a:r>
            <a:rPr lang="en-US" sz="1600" dirty="0" err="1"/>
            <a:t>Sampai</a:t>
          </a:r>
          <a:r>
            <a:rPr lang="en-US" sz="1600" dirty="0"/>
            <a:t> </a:t>
          </a:r>
          <a:r>
            <a:rPr lang="en-US" sz="1600" dirty="0" err="1"/>
            <a:t>berjumpa</a:t>
          </a:r>
          <a:r>
            <a:rPr lang="en-US" sz="1600" dirty="0"/>
            <a:t> </a:t>
          </a:r>
          <a:r>
            <a:rPr lang="en-US" sz="1600" dirty="0" err="1"/>
            <a:t>lagi</a:t>
          </a:r>
          <a:r>
            <a:rPr lang="en-US" sz="1600" dirty="0"/>
            <a:t> di </a:t>
          </a:r>
          <a:r>
            <a:rPr lang="en-US" sz="1600" dirty="0" err="1"/>
            <a:t>inisiasi</a:t>
          </a:r>
          <a:r>
            <a:rPr lang="en-US" sz="1600" dirty="0"/>
            <a:t> 4 </a:t>
          </a:r>
          <a:r>
            <a:rPr lang="en-US" sz="1600" dirty="0" err="1"/>
            <a:t>Struktur</a:t>
          </a:r>
          <a:r>
            <a:rPr lang="en-US" sz="1600" dirty="0"/>
            <a:t> Data</a:t>
          </a:r>
        </a:p>
      </dgm:t>
    </dgm:pt>
    <dgm:pt modelId="{957424C2-1652-4267-9B22-E8E64B6A938F}" type="parTrans" cxnId="{3B458A9F-E2CC-4361-8022-4A62A703F743}">
      <dgm:prSet/>
      <dgm:spPr/>
      <dgm:t>
        <a:bodyPr/>
        <a:lstStyle/>
        <a:p>
          <a:endParaRPr lang="en-US" sz="1600"/>
        </a:p>
      </dgm:t>
    </dgm:pt>
    <dgm:pt modelId="{3145A2C8-EBC8-4218-9208-8154C0FE7396}" type="sibTrans" cxnId="{3B458A9F-E2CC-4361-8022-4A62A703F743}">
      <dgm:prSet/>
      <dgm:spPr/>
      <dgm:t>
        <a:bodyPr/>
        <a:lstStyle/>
        <a:p>
          <a:endParaRPr lang="en-US" sz="1600"/>
        </a:p>
      </dgm:t>
    </dgm:pt>
    <dgm:pt modelId="{D26B2535-4A9F-4E42-9014-DA4C9B28E598}" type="pres">
      <dgm:prSet presAssocID="{596726B1-4A41-46F7-83D4-8F7A06E2177E}" presName="rootnode" presStyleCnt="0">
        <dgm:presLayoutVars>
          <dgm:chMax/>
          <dgm:chPref/>
          <dgm:dir/>
          <dgm:animLvl val="lvl"/>
        </dgm:presLayoutVars>
      </dgm:prSet>
      <dgm:spPr/>
    </dgm:pt>
    <dgm:pt modelId="{8C04BE91-C908-4196-A599-BD9EEDD1858A}" type="pres">
      <dgm:prSet presAssocID="{376E8285-9AF6-4CE0-A508-E22048EFC234}" presName="composite" presStyleCnt="0"/>
      <dgm:spPr/>
    </dgm:pt>
    <dgm:pt modelId="{257928BB-E10A-4FB9-A769-790FF4CE7EEA}" type="pres">
      <dgm:prSet presAssocID="{376E8285-9AF6-4CE0-A508-E22048EFC234}" presName="LShape" presStyleLbl="alignNode1" presStyleIdx="0" presStyleCnt="3"/>
      <dgm:spPr/>
    </dgm:pt>
    <dgm:pt modelId="{034CB31E-96EA-427C-99CE-001CD08227E5}" type="pres">
      <dgm:prSet presAssocID="{376E8285-9AF6-4CE0-A508-E22048EFC234}" presName="ParentText" presStyleLbl="revTx" presStyleIdx="0" presStyleCnt="2">
        <dgm:presLayoutVars>
          <dgm:chMax val="0"/>
          <dgm:chPref val="0"/>
          <dgm:bulletEnabled val="1"/>
        </dgm:presLayoutVars>
      </dgm:prSet>
      <dgm:spPr/>
    </dgm:pt>
    <dgm:pt modelId="{86C0A7AD-E1E2-40C4-94BA-6677C720CDE0}" type="pres">
      <dgm:prSet presAssocID="{376E8285-9AF6-4CE0-A508-E22048EFC234}" presName="Triangle" presStyleLbl="alignNode1" presStyleIdx="1" presStyleCnt="3"/>
      <dgm:spPr/>
    </dgm:pt>
    <dgm:pt modelId="{330DF984-F85B-4F9C-A2DA-DE6A14930F48}" type="pres">
      <dgm:prSet presAssocID="{5861F86C-A090-4B59-BEBF-38A9993FB0E7}" presName="sibTrans" presStyleCnt="0"/>
      <dgm:spPr/>
    </dgm:pt>
    <dgm:pt modelId="{B212AA0B-168D-4105-85B3-945217B0FCA0}" type="pres">
      <dgm:prSet presAssocID="{5861F86C-A090-4B59-BEBF-38A9993FB0E7}" presName="space" presStyleCnt="0"/>
      <dgm:spPr/>
    </dgm:pt>
    <dgm:pt modelId="{2D38AA14-CFF0-4667-BC5F-76427C3276BB}" type="pres">
      <dgm:prSet presAssocID="{C0DBF704-87C4-495C-8476-124308F435A3}" presName="composite" presStyleCnt="0"/>
      <dgm:spPr/>
    </dgm:pt>
    <dgm:pt modelId="{2735098C-9475-4DE1-813A-F503B0485EDB}" type="pres">
      <dgm:prSet presAssocID="{C0DBF704-87C4-495C-8476-124308F435A3}" presName="LShape" presStyleLbl="alignNode1" presStyleIdx="2" presStyleCnt="3"/>
      <dgm:spPr/>
    </dgm:pt>
    <dgm:pt modelId="{DDD86BEE-E67D-4B30-B5E2-663820FC4B0E}" type="pres">
      <dgm:prSet presAssocID="{C0DBF704-87C4-495C-8476-124308F435A3}" presName="ParentText" presStyleLbl="revTx" presStyleIdx="1" presStyleCnt="2">
        <dgm:presLayoutVars>
          <dgm:chMax val="0"/>
          <dgm:chPref val="0"/>
          <dgm:bulletEnabled val="1"/>
        </dgm:presLayoutVars>
      </dgm:prSet>
      <dgm:spPr/>
    </dgm:pt>
  </dgm:ptLst>
  <dgm:cxnLst>
    <dgm:cxn modelId="{404DA10D-BB54-4136-B3D6-21B3BBBE32A5}" type="presOf" srcId="{596726B1-4A41-46F7-83D4-8F7A06E2177E}" destId="{D26B2535-4A9F-4E42-9014-DA4C9B28E598}" srcOrd="0" destOrd="0" presId="urn:microsoft.com/office/officeart/2009/3/layout/StepUpProcess"/>
    <dgm:cxn modelId="{682BB452-F2B1-4C36-8371-E2F350FD90F7}" type="presOf" srcId="{C0DBF704-87C4-495C-8476-124308F435A3}" destId="{DDD86BEE-E67D-4B30-B5E2-663820FC4B0E}" srcOrd="0" destOrd="0" presId="urn:microsoft.com/office/officeart/2009/3/layout/StepUpProcess"/>
    <dgm:cxn modelId="{3B458A9F-E2CC-4361-8022-4A62A703F743}" srcId="{596726B1-4A41-46F7-83D4-8F7A06E2177E}" destId="{C0DBF704-87C4-495C-8476-124308F435A3}" srcOrd="1" destOrd="0" parTransId="{957424C2-1652-4267-9B22-E8E64B6A938F}" sibTransId="{3145A2C8-EBC8-4218-9208-8154C0FE7396}"/>
    <dgm:cxn modelId="{8B0C68AC-54BA-4DF0-9CC3-6414AC3D55BB}" type="presOf" srcId="{376E8285-9AF6-4CE0-A508-E22048EFC234}" destId="{034CB31E-96EA-427C-99CE-001CD08227E5}" srcOrd="0" destOrd="0" presId="urn:microsoft.com/office/officeart/2009/3/layout/StepUpProcess"/>
    <dgm:cxn modelId="{C64C83B1-6CB5-4BF5-ABDD-DD502939C2BD}" srcId="{596726B1-4A41-46F7-83D4-8F7A06E2177E}" destId="{376E8285-9AF6-4CE0-A508-E22048EFC234}" srcOrd="0" destOrd="0" parTransId="{660CB2B3-DD32-48A3-9DC8-EBC7140C3BEC}" sibTransId="{5861F86C-A090-4B59-BEBF-38A9993FB0E7}"/>
    <dgm:cxn modelId="{F6EBE218-A7D2-418F-9BFC-9F23655AE2B3}" type="presParOf" srcId="{D26B2535-4A9F-4E42-9014-DA4C9B28E598}" destId="{8C04BE91-C908-4196-A599-BD9EEDD1858A}" srcOrd="0" destOrd="0" presId="urn:microsoft.com/office/officeart/2009/3/layout/StepUpProcess"/>
    <dgm:cxn modelId="{026C0D6B-032D-4BBF-B686-697C9FE96F16}" type="presParOf" srcId="{8C04BE91-C908-4196-A599-BD9EEDD1858A}" destId="{257928BB-E10A-4FB9-A769-790FF4CE7EEA}" srcOrd="0" destOrd="0" presId="urn:microsoft.com/office/officeart/2009/3/layout/StepUpProcess"/>
    <dgm:cxn modelId="{EDBC14CE-F298-4A74-A01F-BEEC8549A80B}" type="presParOf" srcId="{8C04BE91-C908-4196-A599-BD9EEDD1858A}" destId="{034CB31E-96EA-427C-99CE-001CD08227E5}" srcOrd="1" destOrd="0" presId="urn:microsoft.com/office/officeart/2009/3/layout/StepUpProcess"/>
    <dgm:cxn modelId="{2EF16787-C572-4427-8E70-EC921DC4D491}" type="presParOf" srcId="{8C04BE91-C908-4196-A599-BD9EEDD1858A}" destId="{86C0A7AD-E1E2-40C4-94BA-6677C720CDE0}" srcOrd="2" destOrd="0" presId="urn:microsoft.com/office/officeart/2009/3/layout/StepUpProcess"/>
    <dgm:cxn modelId="{76FBCB22-6091-45A4-B4E7-6EB0A3F4413F}" type="presParOf" srcId="{D26B2535-4A9F-4E42-9014-DA4C9B28E598}" destId="{330DF984-F85B-4F9C-A2DA-DE6A14930F48}" srcOrd="1" destOrd="0" presId="urn:microsoft.com/office/officeart/2009/3/layout/StepUpProcess"/>
    <dgm:cxn modelId="{0E469D9F-573D-4EE6-A051-2F6E556F222D}" type="presParOf" srcId="{330DF984-F85B-4F9C-A2DA-DE6A14930F48}" destId="{B212AA0B-168D-4105-85B3-945217B0FCA0}" srcOrd="0" destOrd="0" presId="urn:microsoft.com/office/officeart/2009/3/layout/StepUpProcess"/>
    <dgm:cxn modelId="{F966C0A4-B74B-4F2C-9F96-55E77C1F4B85}" type="presParOf" srcId="{D26B2535-4A9F-4E42-9014-DA4C9B28E598}" destId="{2D38AA14-CFF0-4667-BC5F-76427C3276BB}" srcOrd="2" destOrd="0" presId="urn:microsoft.com/office/officeart/2009/3/layout/StepUpProcess"/>
    <dgm:cxn modelId="{62E8DC73-B19F-42FA-97CA-E396C4FC4ED0}" type="presParOf" srcId="{2D38AA14-CFF0-4667-BC5F-76427C3276BB}" destId="{2735098C-9475-4DE1-813A-F503B0485EDB}" srcOrd="0" destOrd="0" presId="urn:microsoft.com/office/officeart/2009/3/layout/StepUpProcess"/>
    <dgm:cxn modelId="{89D45E03-2310-4371-8D3C-FD7A975A48F3}" type="presParOf" srcId="{2D38AA14-CFF0-4667-BC5F-76427C3276BB}" destId="{DDD86BEE-E67D-4B30-B5E2-663820FC4B0E}" srcOrd="1" destOrd="0" presId="urn:microsoft.com/office/officeart/2009/3/layout/StepUpProcess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5323E8-2F8E-4822-8EE4-093F14FB11E9}">
      <dsp:nvSpPr>
        <dsp:cNvPr id="0" name=""/>
        <dsp:cNvSpPr/>
      </dsp:nvSpPr>
      <dsp:spPr>
        <a:xfrm>
          <a:off x="-4457807" y="-683652"/>
          <a:ext cx="5310630" cy="5310630"/>
        </a:xfrm>
        <a:prstGeom prst="blockArc">
          <a:avLst>
            <a:gd name="adj1" fmla="val 18900000"/>
            <a:gd name="adj2" fmla="val 2700000"/>
            <a:gd name="adj3" fmla="val 407"/>
          </a:avLst>
        </a:prstGeom>
        <a:solidFill>
          <a:schemeClr val="lt1"/>
        </a:solidFill>
        <a:ln w="12700" cap="flat" cmpd="sng" algn="ctr">
          <a:solidFill>
            <a:srgbClr val="28AFB6"/>
          </a:solidFill>
          <a:prstDash val="solid"/>
          <a:miter lim="800000"/>
        </a:ln>
        <a:effectLst/>
      </dsp:spPr>
      <dsp:style>
        <a:lnRef idx="2">
          <a:schemeClr val="accent5"/>
        </a:lnRef>
        <a:fillRef idx="1">
          <a:schemeClr val="lt1"/>
        </a:fillRef>
        <a:effectRef idx="0">
          <a:schemeClr val="accent5"/>
        </a:effectRef>
        <a:fontRef idx="minor">
          <a:schemeClr val="dk1"/>
        </a:fontRef>
      </dsp:style>
    </dsp:sp>
    <dsp:sp modelId="{38B38CB0-1255-45A8-A7AD-847724B1FE44}">
      <dsp:nvSpPr>
        <dsp:cNvPr id="0" name=""/>
        <dsp:cNvSpPr/>
      </dsp:nvSpPr>
      <dsp:spPr>
        <a:xfrm>
          <a:off x="446733" y="303162"/>
          <a:ext cx="4002759" cy="606641"/>
        </a:xfrm>
        <a:prstGeom prst="rect">
          <a:avLst/>
        </a:prstGeom>
        <a:solidFill>
          <a:schemeClr val="lt1"/>
        </a:solidFill>
        <a:ln w="12700" cap="flat" cmpd="sng" algn="ctr">
          <a:solidFill>
            <a:srgbClr val="28AFB6"/>
          </a:solidFill>
          <a:prstDash val="solid"/>
          <a:miter lim="800000"/>
        </a:ln>
        <a:effectLst/>
      </dsp:spPr>
      <dsp:style>
        <a:lnRef idx="2">
          <a:schemeClr val="accent5"/>
        </a:lnRef>
        <a:fillRef idx="1">
          <a:schemeClr val="lt1"/>
        </a:fillRef>
        <a:effectRef idx="0">
          <a:schemeClr val="accent5"/>
        </a:effectRef>
        <a:fontRef idx="minor">
          <a:schemeClr val="dk1"/>
        </a:fontRef>
      </dsp:style>
      <dsp:txBody>
        <a:bodyPr spcFirstLastPara="0" vert="horz" wrap="square" lIns="481522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/>
            <a:t>Terdiri</a:t>
          </a:r>
          <a:r>
            <a:rPr lang="en-US" sz="1600" kern="1200" dirty="0"/>
            <a:t> </a:t>
          </a:r>
          <a:r>
            <a:rPr lang="en-US" sz="1600" kern="1200" dirty="0" err="1"/>
            <a:t>dari</a:t>
          </a:r>
          <a:r>
            <a:rPr lang="en-US" sz="1600" kern="1200" dirty="0"/>
            <a:t> </a:t>
          </a:r>
          <a:r>
            <a:rPr lang="en-US" sz="1600" kern="1200" dirty="0" err="1"/>
            <a:t>baris</a:t>
          </a:r>
          <a:r>
            <a:rPr lang="en-US" sz="1600" kern="1200" dirty="0"/>
            <a:t> &gt;1 </a:t>
          </a:r>
          <a:r>
            <a:rPr lang="en-US" sz="1600" kern="1200" dirty="0" err="1"/>
            <a:t>dan</a:t>
          </a:r>
          <a:r>
            <a:rPr lang="en-US" sz="1600" kern="1200" dirty="0"/>
            <a:t> </a:t>
          </a:r>
          <a:r>
            <a:rPr lang="en-US" sz="1600" kern="1200" dirty="0" err="1"/>
            <a:t>kolom</a:t>
          </a:r>
          <a:r>
            <a:rPr lang="en-US" sz="1600" kern="1200" dirty="0"/>
            <a:t> &gt; 1</a:t>
          </a:r>
        </a:p>
      </dsp:txBody>
      <dsp:txXfrm>
        <a:off x="446733" y="303162"/>
        <a:ext cx="4002759" cy="606641"/>
      </dsp:txXfrm>
    </dsp:sp>
    <dsp:sp modelId="{D6931F32-90AD-4328-A3B3-98A58CE3896E}">
      <dsp:nvSpPr>
        <dsp:cNvPr id="0" name=""/>
        <dsp:cNvSpPr/>
      </dsp:nvSpPr>
      <dsp:spPr>
        <a:xfrm>
          <a:off x="67582" y="227332"/>
          <a:ext cx="758301" cy="758301"/>
        </a:xfrm>
        <a:prstGeom prst="ellipse">
          <a:avLst/>
        </a:prstGeom>
        <a:solidFill>
          <a:schemeClr val="lt1"/>
        </a:solidFill>
        <a:ln w="12700" cap="flat" cmpd="sng" algn="ctr">
          <a:solidFill>
            <a:srgbClr val="28AFB6"/>
          </a:solidFill>
          <a:prstDash val="solid"/>
          <a:miter lim="800000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</dsp:sp>
    <dsp:sp modelId="{F1F0A1DD-A3B6-43B6-9F8A-46837801F2FC}">
      <dsp:nvSpPr>
        <dsp:cNvPr id="0" name=""/>
        <dsp:cNvSpPr/>
      </dsp:nvSpPr>
      <dsp:spPr>
        <a:xfrm>
          <a:off x="794534" y="1213282"/>
          <a:ext cx="3654957" cy="606641"/>
        </a:xfrm>
        <a:prstGeom prst="rect">
          <a:avLst/>
        </a:prstGeom>
        <a:solidFill>
          <a:schemeClr val="lt1"/>
        </a:solidFill>
        <a:ln w="12700" cap="flat" cmpd="sng" algn="ctr">
          <a:solidFill>
            <a:srgbClr val="28AFB6"/>
          </a:solidFill>
          <a:prstDash val="solid"/>
          <a:miter lim="800000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481522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/>
            <a:t>Jumlah</a:t>
          </a:r>
          <a:r>
            <a:rPr lang="en-US" sz="1600" kern="1200" dirty="0"/>
            <a:t> </a:t>
          </a:r>
          <a:r>
            <a:rPr lang="en-US" sz="1600" kern="1200" dirty="0" err="1"/>
            <a:t>elemen</a:t>
          </a:r>
          <a:r>
            <a:rPr lang="en-US" sz="1600" kern="1200" dirty="0"/>
            <a:t> </a:t>
          </a:r>
          <a:r>
            <a:rPr lang="en-US" sz="1600" kern="1200" dirty="0" err="1"/>
            <a:t>yaitu</a:t>
          </a:r>
          <a:r>
            <a:rPr lang="en-US" sz="1600" kern="1200" dirty="0"/>
            <a:t> </a:t>
          </a:r>
          <a:r>
            <a:rPr lang="en-US" sz="1600" kern="1200" dirty="0" err="1"/>
            <a:t>baris</a:t>
          </a:r>
          <a:r>
            <a:rPr lang="en-US" sz="1600" kern="1200" dirty="0"/>
            <a:t> kali </a:t>
          </a:r>
          <a:r>
            <a:rPr lang="en-US" sz="1600" kern="1200" dirty="0" err="1"/>
            <a:t>kolom</a:t>
          </a:r>
          <a:endParaRPr lang="en-US" sz="1600" kern="1200" dirty="0"/>
        </a:p>
      </dsp:txBody>
      <dsp:txXfrm>
        <a:off x="794534" y="1213282"/>
        <a:ext cx="3654957" cy="606641"/>
      </dsp:txXfrm>
    </dsp:sp>
    <dsp:sp modelId="{17A9E8D2-382F-4A19-9114-922F4E70058C}">
      <dsp:nvSpPr>
        <dsp:cNvPr id="0" name=""/>
        <dsp:cNvSpPr/>
      </dsp:nvSpPr>
      <dsp:spPr>
        <a:xfrm>
          <a:off x="415383" y="1137452"/>
          <a:ext cx="758301" cy="758301"/>
        </a:xfrm>
        <a:prstGeom prst="ellipse">
          <a:avLst/>
        </a:prstGeom>
        <a:solidFill>
          <a:schemeClr val="lt1"/>
        </a:solidFill>
        <a:ln w="12700" cap="flat" cmpd="sng" algn="ctr">
          <a:solidFill>
            <a:srgbClr val="28AFB6"/>
          </a:solidFill>
          <a:prstDash val="solid"/>
          <a:miter lim="800000"/>
        </a:ln>
        <a:effectLst/>
      </dsp:spPr>
      <dsp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dsp:style>
    </dsp:sp>
    <dsp:sp modelId="{BA40CAA9-6C54-405C-9BF9-5A0742F18C0F}">
      <dsp:nvSpPr>
        <dsp:cNvPr id="0" name=""/>
        <dsp:cNvSpPr/>
      </dsp:nvSpPr>
      <dsp:spPr>
        <a:xfrm>
          <a:off x="794534" y="2123402"/>
          <a:ext cx="3654957" cy="606641"/>
        </a:xfrm>
        <a:prstGeom prst="rect">
          <a:avLst/>
        </a:prstGeom>
        <a:solidFill>
          <a:schemeClr val="lt1"/>
        </a:solidFill>
        <a:ln w="12700" cap="flat" cmpd="sng" algn="ctr">
          <a:solidFill>
            <a:srgbClr val="28AFB6"/>
          </a:solidFill>
          <a:prstDash val="solid"/>
          <a:miter lim="800000"/>
        </a:ln>
        <a:effectLst/>
      </dsp:spPr>
      <dsp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dsp:style>
      <dsp:txBody>
        <a:bodyPr spcFirstLastPara="0" vert="horz" wrap="square" lIns="481522" tIns="35560" rIns="35560" bIns="3556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 err="1"/>
            <a:t>Baris</a:t>
          </a:r>
          <a:r>
            <a:rPr lang="en-US" sz="1400" kern="1200" dirty="0"/>
            <a:t> = 4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 err="1"/>
            <a:t>Kolom</a:t>
          </a:r>
          <a:r>
            <a:rPr lang="en-US" sz="1400" kern="1200" dirty="0"/>
            <a:t> = 5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Total </a:t>
          </a:r>
          <a:r>
            <a:rPr lang="en-US" sz="1400" kern="1200" dirty="0" err="1"/>
            <a:t>elemen</a:t>
          </a:r>
          <a:r>
            <a:rPr lang="en-US" sz="1400" kern="1200" dirty="0"/>
            <a:t> = 20</a:t>
          </a:r>
        </a:p>
      </dsp:txBody>
      <dsp:txXfrm>
        <a:off x="794534" y="2123402"/>
        <a:ext cx="3654957" cy="606641"/>
      </dsp:txXfrm>
    </dsp:sp>
    <dsp:sp modelId="{1C690CB7-EE09-4E9A-A799-3AEF25444D53}">
      <dsp:nvSpPr>
        <dsp:cNvPr id="0" name=""/>
        <dsp:cNvSpPr/>
      </dsp:nvSpPr>
      <dsp:spPr>
        <a:xfrm>
          <a:off x="415383" y="2047572"/>
          <a:ext cx="758301" cy="758301"/>
        </a:xfrm>
        <a:prstGeom prst="ellipse">
          <a:avLst/>
        </a:prstGeom>
        <a:solidFill>
          <a:schemeClr val="lt1"/>
        </a:solidFill>
        <a:ln w="12700" cap="flat" cmpd="sng" algn="ctr">
          <a:solidFill>
            <a:srgbClr val="28AFB6"/>
          </a:solidFill>
          <a:prstDash val="solid"/>
          <a:miter lim="800000"/>
        </a:ln>
        <a:effectLst/>
      </dsp:spPr>
      <dsp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dsp:style>
    </dsp:sp>
    <dsp:sp modelId="{CE581B56-4C0E-4608-B3E4-796888FAC674}">
      <dsp:nvSpPr>
        <dsp:cNvPr id="0" name=""/>
        <dsp:cNvSpPr/>
      </dsp:nvSpPr>
      <dsp:spPr>
        <a:xfrm>
          <a:off x="446733" y="3033521"/>
          <a:ext cx="4002759" cy="606641"/>
        </a:xfrm>
        <a:prstGeom prst="rect">
          <a:avLst/>
        </a:prstGeom>
        <a:solidFill>
          <a:schemeClr val="lt1"/>
        </a:solidFill>
        <a:ln w="12700" cap="flat" cmpd="sng" algn="ctr">
          <a:solidFill>
            <a:srgbClr val="28AFB6"/>
          </a:solidFill>
          <a:prstDash val="solid"/>
          <a:miter lim="800000"/>
        </a:ln>
        <a:effectLst/>
      </dsp:spPr>
      <dsp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dsp:style>
      <dsp:txBody>
        <a:bodyPr spcFirstLastPara="0" vert="horz" wrap="square" lIns="481522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/>
            <a:t>Seperti</a:t>
          </a:r>
          <a:r>
            <a:rPr lang="en-US" sz="1600" kern="1200" dirty="0"/>
            <a:t> </a:t>
          </a:r>
          <a:r>
            <a:rPr lang="en-US" sz="1600" kern="1200" dirty="0" err="1"/>
            <a:t>matriks</a:t>
          </a:r>
          <a:endParaRPr lang="en-US" sz="1600" kern="1200" dirty="0"/>
        </a:p>
      </dsp:txBody>
      <dsp:txXfrm>
        <a:off x="446733" y="3033521"/>
        <a:ext cx="4002759" cy="606641"/>
      </dsp:txXfrm>
    </dsp:sp>
    <dsp:sp modelId="{FCA86E45-5D02-4FB9-96F6-A7D5964F49A2}">
      <dsp:nvSpPr>
        <dsp:cNvPr id="0" name=""/>
        <dsp:cNvSpPr/>
      </dsp:nvSpPr>
      <dsp:spPr>
        <a:xfrm>
          <a:off x="67582" y="2957691"/>
          <a:ext cx="758301" cy="758301"/>
        </a:xfrm>
        <a:prstGeom prst="ellipse">
          <a:avLst/>
        </a:prstGeom>
        <a:solidFill>
          <a:schemeClr val="lt1"/>
        </a:solidFill>
        <a:ln w="12700" cap="flat" cmpd="sng" algn="ctr">
          <a:solidFill>
            <a:srgbClr val="28AFB6"/>
          </a:solidFill>
          <a:prstDash val="solid"/>
          <a:miter lim="800000"/>
        </a:ln>
        <a:effectLst/>
      </dsp:spPr>
      <dsp:style>
        <a:lnRef idx="2">
          <a:schemeClr val="accent5"/>
        </a:lnRef>
        <a:fillRef idx="1">
          <a:schemeClr val="lt1"/>
        </a:fillRef>
        <a:effectRef idx="0">
          <a:schemeClr val="accent5"/>
        </a:effectRef>
        <a:fontRef idx="minor">
          <a:schemeClr val="dk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78BEBE-E0F1-4D33-89EE-8EEC34EDA9DD}">
      <dsp:nvSpPr>
        <dsp:cNvPr id="0" name=""/>
        <dsp:cNvSpPr/>
      </dsp:nvSpPr>
      <dsp:spPr>
        <a:xfrm>
          <a:off x="0" y="948220"/>
          <a:ext cx="4412512" cy="1264294"/>
        </a:xfrm>
        <a:prstGeom prst="notchedRightArrow">
          <a:avLst/>
        </a:prstGeom>
        <a:solidFill>
          <a:srgbClr val="28AFB6"/>
        </a:solidFill>
        <a:ln>
          <a:solidFill>
            <a:srgbClr val="28AFB6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668ABE-C714-49AF-8EB1-AA20480FCC46}">
      <dsp:nvSpPr>
        <dsp:cNvPr id="0" name=""/>
        <dsp:cNvSpPr/>
      </dsp:nvSpPr>
      <dsp:spPr>
        <a:xfrm>
          <a:off x="48" y="0"/>
          <a:ext cx="1937153" cy="12642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b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Alamat array </a:t>
          </a:r>
          <a:r>
            <a:rPr lang="en-US" sz="1600" kern="1200" dirty="0" err="1"/>
            <a:t>bersebelahan</a:t>
          </a:r>
          <a:r>
            <a:rPr lang="en-US" sz="1600" kern="1200" dirty="0"/>
            <a:t> </a:t>
          </a:r>
          <a:r>
            <a:rPr lang="en-US" sz="1600" kern="1200" dirty="0" err="1"/>
            <a:t>dengan</a:t>
          </a:r>
          <a:r>
            <a:rPr lang="en-US" sz="1600" kern="1200" dirty="0"/>
            <a:t> </a:t>
          </a:r>
          <a:r>
            <a:rPr lang="en-US" sz="1600" kern="1200" dirty="0" err="1"/>
            <a:t>elemen</a:t>
          </a:r>
          <a:r>
            <a:rPr lang="en-US" sz="1600" kern="1200" dirty="0"/>
            <a:t> (</a:t>
          </a:r>
          <a:r>
            <a:rPr lang="en-US" sz="1600" kern="1200" dirty="0" err="1"/>
            <a:t>indek</a:t>
          </a:r>
          <a:r>
            <a:rPr lang="en-US" sz="1600" kern="1200" dirty="0"/>
            <a:t> array)</a:t>
          </a:r>
        </a:p>
      </dsp:txBody>
      <dsp:txXfrm>
        <a:off x="48" y="0"/>
        <a:ext cx="1937153" cy="1264294"/>
      </dsp:txXfrm>
    </dsp:sp>
    <dsp:sp modelId="{6063C580-F5F8-4A83-942A-5952C9A164FE}">
      <dsp:nvSpPr>
        <dsp:cNvPr id="0" name=""/>
        <dsp:cNvSpPr/>
      </dsp:nvSpPr>
      <dsp:spPr>
        <a:xfrm>
          <a:off x="810588" y="1422331"/>
          <a:ext cx="316073" cy="316073"/>
        </a:xfrm>
        <a:prstGeom prst="ellipse">
          <a:avLst/>
        </a:prstGeom>
        <a:solidFill>
          <a:srgbClr val="BAEDF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651BEF-8D8E-4427-924B-712843D76B2B}">
      <dsp:nvSpPr>
        <dsp:cNvPr id="0" name=""/>
        <dsp:cNvSpPr/>
      </dsp:nvSpPr>
      <dsp:spPr>
        <a:xfrm>
          <a:off x="1681671" y="1896441"/>
          <a:ext cx="1937153" cy="12642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/>
            <a:t>Karena</a:t>
          </a:r>
          <a:r>
            <a:rPr lang="en-US" sz="1600" kern="1200" dirty="0"/>
            <a:t> </a:t>
          </a:r>
          <a:r>
            <a:rPr lang="en-US" sz="1600" kern="1200" dirty="0" err="1"/>
            <a:t>ini</a:t>
          </a:r>
          <a:r>
            <a:rPr lang="en-US" sz="1600" kern="1200" dirty="0"/>
            <a:t> array </a:t>
          </a:r>
          <a:r>
            <a:rPr lang="en-US" sz="1600" kern="1200" dirty="0" err="1"/>
            <a:t>dua</a:t>
          </a:r>
          <a:r>
            <a:rPr lang="en-US" sz="1600" kern="1200" dirty="0"/>
            <a:t> </a:t>
          </a:r>
          <a:r>
            <a:rPr lang="en-US" sz="1600" kern="1200" dirty="0" err="1"/>
            <a:t>dimensi</a:t>
          </a:r>
          <a:r>
            <a:rPr lang="en-US" sz="1600" kern="1200" dirty="0"/>
            <a:t>, </a:t>
          </a:r>
          <a:r>
            <a:rPr lang="en-US" sz="1600" kern="1200" dirty="0" err="1"/>
            <a:t>sehingga</a:t>
          </a:r>
          <a:r>
            <a:rPr lang="en-US" sz="1600" kern="1200" dirty="0"/>
            <a:t> </a:t>
          </a:r>
          <a:r>
            <a:rPr lang="en-US" sz="1600" kern="1200" dirty="0" err="1"/>
            <a:t>alamat</a:t>
          </a:r>
          <a:r>
            <a:rPr lang="en-US" sz="1600" kern="1200" dirty="0"/>
            <a:t> array </a:t>
          </a:r>
          <a:r>
            <a:rPr lang="en-US" sz="1600" kern="1200" dirty="0" err="1"/>
            <a:t>terdiri</a:t>
          </a:r>
          <a:r>
            <a:rPr lang="en-US" sz="1600" kern="1200" dirty="0"/>
            <a:t> </a:t>
          </a:r>
          <a:r>
            <a:rPr lang="en-US" sz="1600" kern="1200" dirty="0" err="1"/>
            <a:t>dari</a:t>
          </a:r>
          <a:r>
            <a:rPr lang="en-US" sz="1600" kern="1200" dirty="0"/>
            <a:t> </a:t>
          </a:r>
          <a:r>
            <a:rPr lang="en-US" sz="1600" kern="1200" dirty="0" err="1"/>
            <a:t>baris</a:t>
          </a:r>
          <a:r>
            <a:rPr lang="en-US" sz="1600" kern="1200" dirty="0"/>
            <a:t> </a:t>
          </a:r>
          <a:r>
            <a:rPr lang="en-US" sz="1600" kern="1200" dirty="0" err="1"/>
            <a:t>dan</a:t>
          </a:r>
          <a:r>
            <a:rPr lang="en-US" sz="1600" kern="1200" dirty="0"/>
            <a:t> </a:t>
          </a:r>
          <a:r>
            <a:rPr lang="en-US" sz="1600" kern="1200" dirty="0" err="1"/>
            <a:t>kolom</a:t>
          </a:r>
          <a:endParaRPr lang="en-US" sz="1600" kern="1200" dirty="0"/>
        </a:p>
      </dsp:txBody>
      <dsp:txXfrm>
        <a:off x="1681671" y="1896441"/>
        <a:ext cx="1937153" cy="1264294"/>
      </dsp:txXfrm>
    </dsp:sp>
    <dsp:sp modelId="{237AAADD-C452-4AD2-9F66-2AA93B138CE6}">
      <dsp:nvSpPr>
        <dsp:cNvPr id="0" name=""/>
        <dsp:cNvSpPr/>
      </dsp:nvSpPr>
      <dsp:spPr>
        <a:xfrm>
          <a:off x="2844598" y="1422331"/>
          <a:ext cx="316073" cy="316073"/>
        </a:xfrm>
        <a:prstGeom prst="ellipse">
          <a:avLst/>
        </a:prstGeom>
        <a:solidFill>
          <a:srgbClr val="BAEDF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D19CA5-43F2-4798-A49F-9C54F16953F2}">
      <dsp:nvSpPr>
        <dsp:cNvPr id="0" name=""/>
        <dsp:cNvSpPr/>
      </dsp:nvSpPr>
      <dsp:spPr>
        <a:xfrm>
          <a:off x="0" y="75062"/>
          <a:ext cx="10704286" cy="455715"/>
        </a:xfrm>
        <a:prstGeom prst="roundRect">
          <a:avLst/>
        </a:prstGeom>
        <a:solidFill>
          <a:schemeClr val="lt1"/>
        </a:solidFill>
        <a:ln w="12700" cap="flat" cmpd="sng" algn="ctr">
          <a:solidFill>
            <a:srgbClr val="28AFB6"/>
          </a:solidFill>
          <a:prstDash val="solid"/>
          <a:miter lim="800000"/>
        </a:ln>
        <a:effectLst/>
      </dsp:spPr>
      <dsp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 err="1"/>
            <a:t>Indeks</a:t>
          </a:r>
          <a:r>
            <a:rPr lang="en-US" sz="1900" kern="1200" dirty="0"/>
            <a:t> array A = A[0][0], A[0][1], A[0][2], A[0][3], A[0][4], ………., A[3][0], A[3][1], A[3][2], A[3][3], A[3][4]</a:t>
          </a:r>
        </a:p>
      </dsp:txBody>
      <dsp:txXfrm>
        <a:off x="22246" y="97308"/>
        <a:ext cx="10659794" cy="41122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C11468-3064-4EDE-B22A-044C0F3A92F2}">
      <dsp:nvSpPr>
        <dsp:cNvPr id="0" name=""/>
        <dsp:cNvSpPr/>
      </dsp:nvSpPr>
      <dsp:spPr>
        <a:xfrm>
          <a:off x="8397" y="61616"/>
          <a:ext cx="2510036" cy="150602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8575" cap="flat" cmpd="sng" algn="ctr">
          <a:solidFill>
            <a:srgbClr val="28AFB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 err="1"/>
            <a:t>Apakah</a:t>
          </a:r>
          <a:r>
            <a:rPr lang="en-US" sz="2200" kern="1200" dirty="0"/>
            <a:t> yang </a:t>
          </a:r>
          <a:r>
            <a:rPr lang="en-US" sz="2200" kern="1200" dirty="0" err="1"/>
            <a:t>dimaksud</a:t>
          </a:r>
          <a:r>
            <a:rPr lang="en-US" sz="2200" kern="1200" dirty="0"/>
            <a:t> </a:t>
          </a:r>
          <a:r>
            <a:rPr lang="en-US" sz="2200" kern="1200" dirty="0" err="1"/>
            <a:t>dengan</a:t>
          </a:r>
          <a:r>
            <a:rPr lang="en-US" sz="2200" kern="1200" dirty="0"/>
            <a:t> Linked List?</a:t>
          </a:r>
        </a:p>
      </dsp:txBody>
      <dsp:txXfrm>
        <a:off x="52507" y="105726"/>
        <a:ext cx="2421816" cy="1417802"/>
      </dsp:txXfrm>
    </dsp:sp>
    <dsp:sp modelId="{95E270F1-2597-40C8-B784-11EF57497539}">
      <dsp:nvSpPr>
        <dsp:cNvPr id="0" name=""/>
        <dsp:cNvSpPr/>
      </dsp:nvSpPr>
      <dsp:spPr>
        <a:xfrm>
          <a:off x="2739318" y="503382"/>
          <a:ext cx="532127" cy="622489"/>
        </a:xfrm>
        <a:prstGeom prst="rightArrow">
          <a:avLst>
            <a:gd name="adj1" fmla="val 60000"/>
            <a:gd name="adj2" fmla="val 50000"/>
          </a:avLst>
        </a:prstGeom>
        <a:solidFill>
          <a:srgbClr val="28AFB6"/>
        </a:solidFill>
        <a:ln>
          <a:solidFill>
            <a:srgbClr val="28AFB6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2739318" y="627880"/>
        <a:ext cx="372489" cy="373493"/>
      </dsp:txXfrm>
    </dsp:sp>
    <dsp:sp modelId="{C141124E-883C-4C95-91DF-6FDE09C26C97}">
      <dsp:nvSpPr>
        <dsp:cNvPr id="0" name=""/>
        <dsp:cNvSpPr/>
      </dsp:nvSpPr>
      <dsp:spPr>
        <a:xfrm>
          <a:off x="3522449" y="61616"/>
          <a:ext cx="2510036" cy="150602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8575" cap="flat" cmpd="sng" algn="ctr">
          <a:solidFill>
            <a:srgbClr val="28AFB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 err="1"/>
            <a:t>Untaian</a:t>
          </a:r>
          <a:r>
            <a:rPr lang="en-US" sz="2200" kern="1200" dirty="0"/>
            <a:t> </a:t>
          </a:r>
          <a:r>
            <a:rPr lang="en-US" sz="2200" kern="1200" dirty="0" err="1"/>
            <a:t>atau</a:t>
          </a:r>
          <a:r>
            <a:rPr lang="en-US" sz="2200" kern="1200" dirty="0"/>
            <a:t> </a:t>
          </a:r>
          <a:r>
            <a:rPr lang="en-US" sz="2200" kern="1200" dirty="0" err="1"/>
            <a:t>rangkaian</a:t>
          </a:r>
          <a:endParaRPr lang="en-US" sz="2200" kern="1200" dirty="0"/>
        </a:p>
      </dsp:txBody>
      <dsp:txXfrm>
        <a:off x="3566559" y="105726"/>
        <a:ext cx="2421816" cy="1417802"/>
      </dsp:txXfrm>
    </dsp:sp>
    <dsp:sp modelId="{6A258A48-D379-4094-B322-95FFF8986F5B}">
      <dsp:nvSpPr>
        <dsp:cNvPr id="0" name=""/>
        <dsp:cNvSpPr/>
      </dsp:nvSpPr>
      <dsp:spPr>
        <a:xfrm>
          <a:off x="6253369" y="503382"/>
          <a:ext cx="532127" cy="622489"/>
        </a:xfrm>
        <a:prstGeom prst="rightArrow">
          <a:avLst>
            <a:gd name="adj1" fmla="val 60000"/>
            <a:gd name="adj2" fmla="val 50000"/>
          </a:avLst>
        </a:prstGeom>
        <a:solidFill>
          <a:srgbClr val="28AFB6"/>
        </a:solidFill>
        <a:ln>
          <a:solidFill>
            <a:srgbClr val="28AFB6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6253369" y="627880"/>
        <a:ext cx="372489" cy="373493"/>
      </dsp:txXfrm>
    </dsp:sp>
    <dsp:sp modelId="{A1648641-12F1-4F22-A348-366FF1C987BA}">
      <dsp:nvSpPr>
        <dsp:cNvPr id="0" name=""/>
        <dsp:cNvSpPr/>
      </dsp:nvSpPr>
      <dsp:spPr>
        <a:xfrm>
          <a:off x="7036501" y="61616"/>
          <a:ext cx="2510036" cy="150602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8575" cap="flat" cmpd="sng" algn="ctr">
          <a:solidFill>
            <a:srgbClr val="28AFB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 err="1"/>
            <a:t>Daftar</a:t>
          </a:r>
          <a:r>
            <a:rPr lang="en-US" sz="2200" kern="1200" dirty="0"/>
            <a:t> </a:t>
          </a:r>
          <a:r>
            <a:rPr lang="en-US" sz="2200" kern="1200" dirty="0" err="1"/>
            <a:t>atau</a:t>
          </a:r>
          <a:r>
            <a:rPr lang="en-US" sz="2200" kern="1200" dirty="0"/>
            <a:t> list</a:t>
          </a:r>
        </a:p>
      </dsp:txBody>
      <dsp:txXfrm>
        <a:off x="7080611" y="105726"/>
        <a:ext cx="2421816" cy="1417802"/>
      </dsp:txXfrm>
    </dsp:sp>
    <dsp:sp modelId="{D4F83B06-0094-40E0-86B2-25C99885F75E}">
      <dsp:nvSpPr>
        <dsp:cNvPr id="0" name=""/>
        <dsp:cNvSpPr/>
      </dsp:nvSpPr>
      <dsp:spPr>
        <a:xfrm rot="5400000">
          <a:off x="8025455" y="1743341"/>
          <a:ext cx="532127" cy="622489"/>
        </a:xfrm>
        <a:prstGeom prst="rightArrow">
          <a:avLst>
            <a:gd name="adj1" fmla="val 60000"/>
            <a:gd name="adj2" fmla="val 50000"/>
          </a:avLst>
        </a:prstGeom>
        <a:solidFill>
          <a:srgbClr val="28AFB6"/>
        </a:solidFill>
        <a:ln>
          <a:solidFill>
            <a:srgbClr val="28AFB6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 rot="-5400000">
        <a:off x="8104772" y="1788522"/>
        <a:ext cx="373493" cy="372489"/>
      </dsp:txXfrm>
    </dsp:sp>
    <dsp:sp modelId="{EFD7FF48-F21C-467B-8D48-EA770F511810}">
      <dsp:nvSpPr>
        <dsp:cNvPr id="0" name=""/>
        <dsp:cNvSpPr/>
      </dsp:nvSpPr>
      <dsp:spPr>
        <a:xfrm>
          <a:off x="7036501" y="2571653"/>
          <a:ext cx="2510036" cy="150602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8575" cap="flat" cmpd="sng" algn="ctr">
          <a:solidFill>
            <a:srgbClr val="28AFB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Data yang </a:t>
          </a:r>
          <a:r>
            <a:rPr lang="en-US" sz="2200" kern="1200" dirty="0" err="1"/>
            <a:t>dibaca</a:t>
          </a:r>
          <a:r>
            <a:rPr lang="en-US" sz="2200" kern="1200" dirty="0"/>
            <a:t> computer</a:t>
          </a:r>
        </a:p>
      </dsp:txBody>
      <dsp:txXfrm>
        <a:off x="7080611" y="2615763"/>
        <a:ext cx="2421816" cy="1417802"/>
      </dsp:txXfrm>
    </dsp:sp>
    <dsp:sp modelId="{FA8F0646-300E-4427-B7D9-5B52FCDDACA2}">
      <dsp:nvSpPr>
        <dsp:cNvPr id="0" name=""/>
        <dsp:cNvSpPr/>
      </dsp:nvSpPr>
      <dsp:spPr>
        <a:xfrm rot="10800000">
          <a:off x="6283490" y="3013419"/>
          <a:ext cx="532127" cy="622489"/>
        </a:xfrm>
        <a:prstGeom prst="rightArrow">
          <a:avLst>
            <a:gd name="adj1" fmla="val 60000"/>
            <a:gd name="adj2" fmla="val 50000"/>
          </a:avLst>
        </a:prstGeom>
        <a:solidFill>
          <a:srgbClr val="28AFB6"/>
        </a:solidFill>
        <a:ln>
          <a:solidFill>
            <a:srgbClr val="28AFB6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 rot="10800000">
        <a:off x="6443128" y="3137917"/>
        <a:ext cx="372489" cy="373493"/>
      </dsp:txXfrm>
    </dsp:sp>
    <dsp:sp modelId="{137017E8-A460-48AC-B066-3AB599DBD26E}">
      <dsp:nvSpPr>
        <dsp:cNvPr id="0" name=""/>
        <dsp:cNvSpPr/>
      </dsp:nvSpPr>
      <dsp:spPr>
        <a:xfrm>
          <a:off x="3522449" y="2571653"/>
          <a:ext cx="2510036" cy="150602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8575" cap="flat" cmpd="sng" algn="ctr">
          <a:solidFill>
            <a:srgbClr val="28AFB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 err="1"/>
            <a:t>Implementasi</a:t>
          </a:r>
          <a:r>
            <a:rPr lang="en-US" sz="2200" kern="1200" dirty="0"/>
            <a:t> </a:t>
          </a:r>
          <a:r>
            <a:rPr lang="en-US" sz="2200" kern="1200" dirty="0" err="1"/>
            <a:t>dapat</a:t>
          </a:r>
          <a:r>
            <a:rPr lang="en-US" sz="2200" kern="1200" dirty="0"/>
            <a:t> </a:t>
          </a:r>
          <a:r>
            <a:rPr lang="en-US" sz="2200" kern="1200" dirty="0" err="1"/>
            <a:t>dengan</a:t>
          </a:r>
          <a:r>
            <a:rPr lang="en-US" sz="2200" kern="1200" dirty="0"/>
            <a:t> Bahasa </a:t>
          </a:r>
          <a:r>
            <a:rPr lang="en-US" sz="2200" kern="1200" dirty="0" err="1"/>
            <a:t>pemrograman</a:t>
          </a:r>
          <a:endParaRPr lang="en-US" sz="2200" kern="1200" dirty="0"/>
        </a:p>
      </dsp:txBody>
      <dsp:txXfrm>
        <a:off x="3566559" y="2615763"/>
        <a:ext cx="2421816" cy="1417802"/>
      </dsp:txXfrm>
    </dsp:sp>
    <dsp:sp modelId="{45F81CE6-F7C0-4CA9-8A45-987DD7C9310F}">
      <dsp:nvSpPr>
        <dsp:cNvPr id="0" name=""/>
        <dsp:cNvSpPr/>
      </dsp:nvSpPr>
      <dsp:spPr>
        <a:xfrm rot="10800000">
          <a:off x="2769438" y="3013419"/>
          <a:ext cx="532127" cy="622489"/>
        </a:xfrm>
        <a:prstGeom prst="rightArrow">
          <a:avLst>
            <a:gd name="adj1" fmla="val 60000"/>
            <a:gd name="adj2" fmla="val 50000"/>
          </a:avLst>
        </a:prstGeom>
        <a:solidFill>
          <a:srgbClr val="28AFB6"/>
        </a:solidFill>
        <a:ln>
          <a:solidFill>
            <a:srgbClr val="28AFB6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 rot="10800000">
        <a:off x="2929076" y="3137917"/>
        <a:ext cx="372489" cy="373493"/>
      </dsp:txXfrm>
    </dsp:sp>
    <dsp:sp modelId="{84C62208-C6D6-4DD6-AA16-41A241877786}">
      <dsp:nvSpPr>
        <dsp:cNvPr id="0" name=""/>
        <dsp:cNvSpPr/>
      </dsp:nvSpPr>
      <dsp:spPr>
        <a:xfrm>
          <a:off x="8397" y="2571653"/>
          <a:ext cx="2510036" cy="150602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8575" cap="flat" cmpd="sng" algn="ctr">
          <a:solidFill>
            <a:srgbClr val="28AFB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 err="1"/>
            <a:t>Contoh</a:t>
          </a:r>
          <a:r>
            <a:rPr lang="en-US" sz="2200" kern="1200" dirty="0"/>
            <a:t> Java</a:t>
          </a:r>
        </a:p>
      </dsp:txBody>
      <dsp:txXfrm>
        <a:off x="52507" y="2615763"/>
        <a:ext cx="2421816" cy="141780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7928BB-E10A-4FB9-A769-790FF4CE7EEA}">
      <dsp:nvSpPr>
        <dsp:cNvPr id="0" name=""/>
        <dsp:cNvSpPr/>
      </dsp:nvSpPr>
      <dsp:spPr>
        <a:xfrm rot="5400000">
          <a:off x="1947710" y="160678"/>
          <a:ext cx="1298506" cy="2160685"/>
        </a:xfrm>
        <a:prstGeom prst="corner">
          <a:avLst>
            <a:gd name="adj1" fmla="val 16120"/>
            <a:gd name="adj2" fmla="val 1611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34CB31E-96EA-427C-99CE-001CD08227E5}">
      <dsp:nvSpPr>
        <dsp:cNvPr id="0" name=""/>
        <dsp:cNvSpPr/>
      </dsp:nvSpPr>
      <dsp:spPr>
        <a:xfrm>
          <a:off x="1730957" y="806257"/>
          <a:ext cx="1950678" cy="17098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/>
            <a:t>Semoga</a:t>
          </a:r>
          <a:r>
            <a:rPr lang="en-US" sz="1600" kern="1200" dirty="0"/>
            <a:t> </a:t>
          </a:r>
          <a:r>
            <a:rPr lang="en-US" sz="1600" kern="1200" dirty="0" err="1"/>
            <a:t>ilmunya</a:t>
          </a:r>
          <a:r>
            <a:rPr lang="en-US" sz="1600" kern="1200" dirty="0"/>
            <a:t> </a:t>
          </a:r>
          <a:r>
            <a:rPr lang="en-US" sz="1600" kern="1200" dirty="0" err="1"/>
            <a:t>bermanfaat</a:t>
          </a:r>
          <a:r>
            <a:rPr lang="en-US" sz="1600" kern="1200" dirty="0"/>
            <a:t>.</a:t>
          </a:r>
        </a:p>
      </dsp:txBody>
      <dsp:txXfrm>
        <a:off x="1730957" y="806257"/>
        <a:ext cx="1950678" cy="1709884"/>
      </dsp:txXfrm>
    </dsp:sp>
    <dsp:sp modelId="{86C0A7AD-E1E2-40C4-94BA-6677C720CDE0}">
      <dsp:nvSpPr>
        <dsp:cNvPr id="0" name=""/>
        <dsp:cNvSpPr/>
      </dsp:nvSpPr>
      <dsp:spPr>
        <a:xfrm>
          <a:off x="3313583" y="1606"/>
          <a:ext cx="368052" cy="368052"/>
        </a:xfrm>
        <a:prstGeom prst="triangle">
          <a:avLst>
            <a:gd name="adj" fmla="val 100000"/>
          </a:avLst>
        </a:prstGeom>
        <a:gradFill rotWithShape="0">
          <a:gsLst>
            <a:gs pos="0">
              <a:schemeClr val="accent4">
                <a:hueOff val="5197846"/>
                <a:satOff val="-23984"/>
                <a:lumOff val="88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5197846"/>
                <a:satOff val="-23984"/>
                <a:lumOff val="88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5197846"/>
                <a:satOff val="-23984"/>
                <a:lumOff val="88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4">
              <a:hueOff val="5197846"/>
              <a:satOff val="-23984"/>
              <a:lumOff val="883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735098C-9475-4DE1-813A-F503B0485EDB}">
      <dsp:nvSpPr>
        <dsp:cNvPr id="0" name=""/>
        <dsp:cNvSpPr/>
      </dsp:nvSpPr>
      <dsp:spPr>
        <a:xfrm rot="5400000">
          <a:off x="4335722" y="-430237"/>
          <a:ext cx="1298506" cy="2160685"/>
        </a:xfrm>
        <a:prstGeom prst="corner">
          <a:avLst>
            <a:gd name="adj1" fmla="val 16120"/>
            <a:gd name="adj2" fmla="val 16110"/>
          </a:avLst>
        </a:prstGeom>
        <a:gradFill rotWithShape="0">
          <a:gsLst>
            <a:gs pos="0">
              <a:schemeClr val="accent4">
                <a:hueOff val="10395692"/>
                <a:satOff val="-47968"/>
                <a:lumOff val="1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10395692"/>
                <a:satOff val="-47968"/>
                <a:lumOff val="1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10395692"/>
                <a:satOff val="-47968"/>
                <a:lumOff val="1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4">
              <a:hueOff val="10395692"/>
              <a:satOff val="-47968"/>
              <a:lumOff val="1765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DD86BEE-E67D-4B30-B5E2-663820FC4B0E}">
      <dsp:nvSpPr>
        <dsp:cNvPr id="0" name=""/>
        <dsp:cNvSpPr/>
      </dsp:nvSpPr>
      <dsp:spPr>
        <a:xfrm>
          <a:off x="4118969" y="215341"/>
          <a:ext cx="1950678" cy="17098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/>
            <a:t>Sampai</a:t>
          </a:r>
          <a:r>
            <a:rPr lang="en-US" sz="1600" kern="1200" dirty="0"/>
            <a:t> </a:t>
          </a:r>
          <a:r>
            <a:rPr lang="en-US" sz="1600" kern="1200" dirty="0" err="1"/>
            <a:t>berjumpa</a:t>
          </a:r>
          <a:r>
            <a:rPr lang="en-US" sz="1600" kern="1200" dirty="0"/>
            <a:t> </a:t>
          </a:r>
          <a:r>
            <a:rPr lang="en-US" sz="1600" kern="1200" dirty="0" err="1"/>
            <a:t>lagi</a:t>
          </a:r>
          <a:r>
            <a:rPr lang="en-US" sz="1600" kern="1200" dirty="0"/>
            <a:t> di </a:t>
          </a:r>
          <a:r>
            <a:rPr lang="en-US" sz="1600" kern="1200" dirty="0" err="1"/>
            <a:t>inisiasi</a:t>
          </a:r>
          <a:r>
            <a:rPr lang="en-US" sz="1600" kern="1200" dirty="0"/>
            <a:t> 4 </a:t>
          </a:r>
          <a:r>
            <a:rPr lang="en-US" sz="1600" kern="1200" dirty="0" err="1"/>
            <a:t>Struktur</a:t>
          </a:r>
          <a:r>
            <a:rPr lang="en-US" sz="1600" kern="1200" dirty="0"/>
            <a:t> Data</a:t>
          </a:r>
        </a:p>
      </dsp:txBody>
      <dsp:txXfrm>
        <a:off x="4118969" y="215341"/>
        <a:ext cx="1950678" cy="170988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9/3/layout/StepUpProcess">
  <dgm:title val=""/>
  <dgm:desc val=""/>
  <dgm:catLst>
    <dgm:cat type="process" pri="13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b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b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onstrLst>
      <dgm:constr type="alignOff" forName="rootnode" val="1"/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-0.765"/>
      <dgm:constr type="w" for="ch" forName="sibTrans" refType="w" fact="0.103"/>
      <dgm:constr type="h" for="ch" forName="sibTrans" refType="h" fact="0.103"/>
    </dgm:constrLst>
    <dgm:forEach name="nodesForEach" axis="ch" ptType="node">
      <dgm:layoutNode name="composite">
        <dgm:alg type="composite">
          <dgm:param type="ar" val="0.861"/>
        </dgm:alg>
        <dgm:shape xmlns:r="http://schemas.openxmlformats.org/officeDocument/2006/relationships" r:blip="">
          <dgm:adjLst/>
        </dgm:shape>
        <dgm:choose name="Name3">
          <dgm:if name="Name4" func="var" arg="dir" op="equ" val="norm">
            <dgm:constrLst>
              <dgm:constr type="l" for="ch" forName="LShape" refType="w" fact="0"/>
              <dgm:constr type="t" for="ch" forName="LShape" refType="h" fact="0.2347"/>
              <dgm:constr type="w" for="ch" forName="LShape" refType="w" fact="0.998"/>
              <dgm:constr type="h" for="ch" forName="LShape" refType="h" fact="0.5164"/>
              <dgm:constr type="r" for="ch" forName="ParentText" refType="w"/>
              <dgm:constr type="t" for="ch" forName="ParentText" refType="h" fact="0.32"/>
              <dgm:constr type="w" for="ch" forName="ParentText" refType="w" fact="0.901"/>
              <dgm:constr type="h" for="ch" forName="ParentText" refType="h" fact="0.68"/>
              <dgm:constr type="l" for="ch" forName="Triangle" refType="w" fact="0.83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if>
          <dgm:else name="Name5">
            <dgm:constrLst>
              <dgm:constr type="l" for="ch" forName="LShape" refType="w" fact="0.002"/>
              <dgm:constr type="t" for="ch" forName="LShape" refType="h" fact="0.2347"/>
              <dgm:constr type="w" for="ch" forName="LShape" refType="w"/>
              <dgm:constr type="h" for="ch" forName="LShape" refType="h" fact="0.5164"/>
              <dgm:constr type="l" for="ch" forName="ParentText" refType="w" fact="0"/>
              <dgm:constr type="t" for="ch" forName="ParentText" refType="h" fact="0.32"/>
              <dgm:constr type="w" for="ch" forName="ParentText" refType="w" fact="0.902"/>
              <dgm:constr type="h" for="ch" forName="ParentText" refType="h" fact="0.68"/>
              <dgm:constr type="l" for="ch" forName="Triangle" refType="w" fact="0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else>
        </dgm:choose>
        <dgm:layoutNode name="LShape" styleLbl="alignNode1">
          <dgm:alg type="sp"/>
          <dgm:choose name="Name6">
            <dgm:if name="Name7" func="var" arg="dir" op="equ" val="norm">
              <dgm:shape xmlns:r="http://schemas.openxmlformats.org/officeDocument/2006/relationships" rot="90" type="corner" r:blip="">
                <dgm:adjLst>
                  <dgm:adj idx="1" val="0.1612"/>
                  <dgm:adj idx="2" val="0.1611"/>
                </dgm:adjLst>
              </dgm:shape>
            </dgm:if>
            <dgm:else name="Name8">
              <dgm:shape xmlns:r="http://schemas.openxmlformats.org/officeDocument/2006/relationships" rot="180" type="corner" r:blip="">
                <dgm:adjLst>
                  <dgm:adj idx="1" val="0.1612"/>
                  <dgm:adj idx="2" val="0.1611"/>
                </dgm:adjLst>
              </dgm:shape>
            </dgm:else>
          </dgm:choose>
          <dgm:presOf/>
        </dgm:layoutNode>
        <dgm:layoutNode name="ParentText" styleLbl="revTx">
          <dgm:varLst>
            <dgm:chMax val="0"/>
            <dgm:chPref val="0"/>
            <dgm:bulletEnabled val="1"/>
          </dgm:varLst>
          <dgm:alg type="tx">
            <dgm:param type="parTxLTRAlign" val="l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9">
          <dgm:if name="Name10" axis="followSib" ptType="node" func="cnt" op="gte" val="1">
            <dgm:layoutNode name="Triangle" styleLbl="alignNode1">
              <dgm:alg type="sp"/>
              <dgm:choose name="Name11">
                <dgm:if name="Name12" func="var" arg="dir" op="equ" val="norm">
                  <dgm:shape xmlns:r="http://schemas.openxmlformats.org/officeDocument/2006/relationships" type="triangle" r:blip="">
                    <dgm:adjLst>
                      <dgm:adj idx="1" val="1"/>
                    </dgm:adjLst>
                  </dgm:shape>
                </dgm:if>
                <dgm:else name="Name13">
                  <dgm:shape xmlns:r="http://schemas.openxmlformats.org/officeDocument/2006/relationships" rot="90" type="triangle" r:blip="">
                    <dgm:adjLst>
                      <dgm:adj idx="1" val="1"/>
                    </dgm:adjLst>
                  </dgm:shape>
                </dgm:else>
              </dgm:choose>
              <dgm:presOf/>
            </dgm:layoutNode>
          </dgm:if>
          <dgm:else name="Name14"/>
        </dgm:choose>
      </dgm:layoutNode>
      <dgm:forEach name="sibTransForEach" axis="followSib" ptType="sibTrans" cnt="1">
        <dgm:layoutNode name="sibTrans">
          <dgm:alg type="composite">
            <dgm:param type="ar" val="0.861"/>
          </dgm:alg>
          <dgm:constrLst>
            <dgm:constr type="w" for="ch" forName="space" refType="w"/>
            <dgm:constr type="h" for="ch" forName="space" refType="w"/>
          </dgm:constrLst>
          <dgm:layoutNode name="space" styleLbl="alignNode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AFF502-55E4-40A7-B8B9-019A639A219E}" type="datetimeFigureOut">
              <a:rPr lang="en-US" smtClean="0"/>
              <a:t>8/30/23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3DE070-8B48-4B25-99A3-108D88F9B2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2681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512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63DD617-6359-4ADA-974D-7CC774EA6C12}" type="slidenum">
              <a:rPr lang="en-US" altLang="en-US" sz="1200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</a:t>
            </a:fld>
            <a:endParaRPr lang="en-US" altLang="en-US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40997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  <p:sp>
        <p:nvSpPr>
          <p:cNvPr id="460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2BF5111-AC8A-4C9B-B4E5-1AF30EB51150}" type="slidenum">
              <a:rPr lang="en-US" altLang="en-US" sz="1200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14</a:t>
            </a:fld>
            <a:endParaRPr lang="en-US" altLang="en-US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35541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8/30/23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582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8/30/23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83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8/30/23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326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8/30/23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652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8/30/23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843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8/30/23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991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8/30/23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08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8/30/23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908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8/30/23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694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8/30/23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518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8/30/23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565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audio" Target="../media/audio1.wav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audio" Target="../media/audio1.wav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8004F-299B-411C-9CA5-288D55D0283C}" type="datetimeFigureOut">
              <a:rPr lang="en-US" smtClean="0"/>
              <a:t>8/30/23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580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3" name="whoosh.wav"/>
          </p:stSnd>
        </p:sndAc>
      </p:transition>
    </mc:Choice>
    <mc:Fallback xmlns="">
      <p:transition spd="slow">
        <p:blinds dir="vert"/>
        <p:sndAc>
          <p:stSnd>
            <p:snd r:embed="rId15" name="whoosh.wav"/>
          </p:stSnd>
        </p:sndAc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9" Type="http://schemas.openxmlformats.org/officeDocument/2006/relationships/audio" Target="../media/audio1.wav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9" Type="http://schemas.openxmlformats.org/officeDocument/2006/relationships/audio" Target="../media/audio2.wav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Relationship Id="rId9" Type="http://schemas.openxmlformats.org/officeDocument/2006/relationships/audio" Target="../media/audio2.wav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Relationship Id="rId9" Type="http://schemas.openxmlformats.org/officeDocument/2006/relationships/audio" Target="../media/audio2.wav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3.xm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Relationship Id="rId9" Type="http://schemas.openxmlformats.org/officeDocument/2006/relationships/audio" Target="../media/audio2.wav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audio" Target="../media/audio1.wav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audio" Target="../media/audio1.wav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audio" Target="../media/audio1.wav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audio" Target="../media/audio1.wav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audio" Target="../media/audio1.wav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audio" Target="../media/audio1.wav"/><Relationship Id="rId7" Type="http://schemas.openxmlformats.org/officeDocument/2006/relationships/diagramColors" Target="../diagrams/colors5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4" Type="http://schemas.openxmlformats.org/officeDocument/2006/relationships/diagramData" Target="../diagrams/data5.xml"/><Relationship Id="rId9" Type="http://schemas.openxmlformats.org/officeDocument/2006/relationships/audio" Target="../media/audio1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6">
            <a:extLst>
              <a:ext uri="{FF2B5EF4-FFF2-40B4-BE49-F238E27FC236}">
                <a16:creationId xmlns:a16="http://schemas.microsoft.com/office/drawing/2014/main" id="{8B2E021C-F2B5-470F-BA90-8F3C01E9B7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4894" y="1656396"/>
            <a:ext cx="8572500" cy="920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907" tIns="41454" rIns="82907" bIns="41454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5441" dirty="0" err="1">
                <a:latin typeface="Britannic Bold" panose="020B0903060703020204" pitchFamily="34" charset="0"/>
              </a:rPr>
              <a:t>Tipe</a:t>
            </a:r>
            <a:r>
              <a:rPr lang="en-US" altLang="en-US" sz="5441" dirty="0">
                <a:latin typeface="Britannic Bold" panose="020B0903060703020204" pitchFamily="34" charset="0"/>
              </a:rPr>
              <a:t> Data</a:t>
            </a:r>
            <a:endParaRPr lang="id-ID" altLang="en-US" sz="2902" dirty="0">
              <a:solidFill>
                <a:srgbClr val="FF0000"/>
              </a:solidFill>
              <a:latin typeface="Britannic Bold" panose="020B0903060703020204" pitchFamily="34" charset="0"/>
            </a:endParaRP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C7D4CDBD-5EC8-4365-A58B-3C437FF800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9997" y="4975578"/>
            <a:ext cx="2762295" cy="10968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eaLnBrk="1" hangingPunct="1"/>
            <a:r>
              <a:rPr lang="en-US" altLang="en-US" sz="2176" b="1" dirty="0" err="1">
                <a:latin typeface="Century Gothic" panose="020B0502020202020204" pitchFamily="34" charset="0"/>
              </a:rPr>
              <a:t>Sistem</a:t>
            </a:r>
            <a:r>
              <a:rPr lang="en-US" altLang="en-US" sz="2176" b="1" dirty="0">
                <a:latin typeface="Century Gothic" panose="020B0502020202020204" pitchFamily="34" charset="0"/>
              </a:rPr>
              <a:t> </a:t>
            </a:r>
            <a:r>
              <a:rPr lang="en-US" altLang="en-US" sz="2176" b="1" dirty="0" err="1">
                <a:latin typeface="Century Gothic" panose="020B0502020202020204" pitchFamily="34" charset="0"/>
              </a:rPr>
              <a:t>Informasi</a:t>
            </a:r>
            <a:endParaRPr lang="en-US" altLang="en-US" sz="2176" b="1" dirty="0">
              <a:latin typeface="Century Gothic" panose="020B0502020202020204" pitchFamily="34" charset="0"/>
            </a:endParaRPr>
          </a:p>
          <a:p>
            <a:pPr algn="ctr" eaLnBrk="1" hangingPunct="1"/>
            <a:r>
              <a:rPr lang="en-US" altLang="en-US" sz="2176" b="1" dirty="0">
                <a:latin typeface="Century Gothic" panose="020B0502020202020204" pitchFamily="34" charset="0"/>
              </a:rPr>
              <a:t>FMIPA</a:t>
            </a:r>
          </a:p>
          <a:p>
            <a:pPr algn="ctr" eaLnBrk="1" hangingPunct="1"/>
            <a:r>
              <a:rPr lang="en-US" altLang="en-US" sz="2176" b="1" dirty="0" err="1">
                <a:latin typeface="Century Gothic" panose="020B0502020202020204" pitchFamily="34" charset="0"/>
              </a:rPr>
              <a:t>Universitas</a:t>
            </a:r>
            <a:r>
              <a:rPr lang="en-US" altLang="en-US" sz="2176" b="1" dirty="0">
                <a:latin typeface="Century Gothic" panose="020B0502020202020204" pitchFamily="34" charset="0"/>
              </a:rPr>
              <a:t> Terbuka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4DFECD-46BA-4E23-B31E-CA52E4023BD6}"/>
              </a:ext>
            </a:extLst>
          </p:cNvPr>
          <p:cNvSpPr txBox="1"/>
          <p:nvPr/>
        </p:nvSpPr>
        <p:spPr>
          <a:xfrm>
            <a:off x="5055174" y="3815118"/>
            <a:ext cx="19319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MV Boli" panose="02000500030200090000" pitchFamily="2" charset="0"/>
                <a:cs typeface="MV Boli" panose="02000500030200090000" pitchFamily="2" charset="0"/>
              </a:rPr>
              <a:t>Dian Nursantika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9F8A999-A9AC-4969-983B-AEFAE83D05FC}"/>
              </a:ext>
            </a:extLst>
          </p:cNvPr>
          <p:cNvSpPr/>
          <p:nvPr/>
        </p:nvSpPr>
        <p:spPr>
          <a:xfrm>
            <a:off x="2836507" y="443369"/>
            <a:ext cx="9318171" cy="7509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649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3" name="whoosh.wav"/>
          </p:stSnd>
        </p:sndAc>
      </p:transition>
    </mc:Choice>
    <mc:Fallback xmlns="">
      <p:transition spd="slow">
        <p:blinds dir="vert"/>
        <p:sndAc>
          <p:stSnd>
            <p:snd r:embed="rId9" name="whoosh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9580335F-5C24-4C90-83DC-94CCA860B68F}"/>
              </a:ext>
            </a:extLst>
          </p:cNvPr>
          <p:cNvSpPr txBox="1">
            <a:spLocks noChangeArrowheads="1"/>
          </p:cNvSpPr>
          <p:nvPr/>
        </p:nvSpPr>
        <p:spPr bwMode="auto">
          <a:xfrm rot="10800000" flipH="1" flipV="1">
            <a:off x="3000096" y="604240"/>
            <a:ext cx="5571045" cy="474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907" tIns="41454" rIns="82907" bIns="41454" anchor="t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500" dirty="0">
                <a:latin typeface="MV Boli" panose="02000500030200090000" pitchFamily="2" charset="0"/>
                <a:cs typeface="MV Boli" panose="02000500030200090000" pitchFamily="2" charset="0"/>
              </a:rPr>
              <a:t>Opening</a:t>
            </a:r>
            <a:endParaRPr lang="en-US" altLang="en-US" sz="2539" dirty="0">
              <a:latin typeface="MV Boli" panose="02000500030200090000" pitchFamily="2" charset="0"/>
              <a:cs typeface="MV Boli" panose="0200050003020009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11FC2F-23AA-4857-96EA-D2690DFCC488}"/>
              </a:ext>
            </a:extLst>
          </p:cNvPr>
          <p:cNvSpPr txBox="1"/>
          <p:nvPr/>
        </p:nvSpPr>
        <p:spPr>
          <a:xfrm>
            <a:off x="3000096" y="1385887"/>
            <a:ext cx="6135773" cy="4086225"/>
          </a:xfrm>
          <a:prstGeom prst="round2DiagRect">
            <a:avLst/>
          </a:prstGeom>
          <a:noFill/>
          <a:ln>
            <a:solidFill>
              <a:srgbClr val="28AFB6"/>
            </a:solidFill>
          </a:ln>
        </p:spPr>
        <p:txBody>
          <a:bodyPr wrap="square" rtlCol="0" anchor="t">
            <a:spAutoFit/>
          </a:bodyPr>
          <a:lstStyle/>
          <a:p>
            <a:r>
              <a:rPr lang="en-US" dirty="0" err="1"/>
              <a:t>Assalamu’alaikum</a:t>
            </a:r>
            <a:r>
              <a:rPr lang="en-US" dirty="0"/>
              <a:t>, </a:t>
            </a:r>
            <a:r>
              <a:rPr lang="en-US" dirty="0" err="1"/>
              <a:t>salam</a:t>
            </a:r>
            <a:r>
              <a:rPr lang="en-US" dirty="0"/>
              <a:t> </a:t>
            </a:r>
            <a:r>
              <a:rPr lang="en-US" dirty="0" err="1"/>
              <a:t>sejahtera</a:t>
            </a:r>
            <a:r>
              <a:rPr lang="en-US" dirty="0"/>
              <a:t> </a:t>
            </a:r>
            <a:r>
              <a:rPr lang="en-US" dirty="0" err="1"/>
              <a:t>bagi</a:t>
            </a:r>
            <a:r>
              <a:rPr lang="en-US" dirty="0"/>
              <a:t> </a:t>
            </a:r>
            <a:r>
              <a:rPr lang="en-US" dirty="0" err="1"/>
              <a:t>kita</a:t>
            </a:r>
            <a:r>
              <a:rPr lang="en-US" dirty="0"/>
              <a:t> </a:t>
            </a:r>
            <a:r>
              <a:rPr lang="en-US" dirty="0" err="1"/>
              <a:t>semua</a:t>
            </a:r>
            <a:r>
              <a:rPr lang="en-US" dirty="0"/>
              <a:t>. </a:t>
            </a:r>
          </a:p>
          <a:p>
            <a:r>
              <a:rPr lang="en-US" dirty="0">
                <a:cs typeface="Calibri"/>
              </a:rPr>
              <a:t>Di </a:t>
            </a:r>
            <a:r>
              <a:rPr lang="en-US" dirty="0" err="1">
                <a:cs typeface="Calibri"/>
              </a:rPr>
              <a:t>inisiasi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cs typeface="Calibri"/>
              </a:rPr>
              <a:t>ketiga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cs typeface="Calibri"/>
              </a:rPr>
              <a:t>ini</a:t>
            </a:r>
            <a:r>
              <a:rPr lang="en-US" dirty="0">
                <a:cs typeface="Calibri"/>
              </a:rPr>
              <a:t>, </a:t>
            </a:r>
            <a:r>
              <a:rPr lang="en-US" dirty="0" err="1">
                <a:cs typeface="Calibri"/>
              </a:rPr>
              <a:t>kita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cs typeface="Calibri"/>
              </a:rPr>
              <a:t>akan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cs typeface="Calibri"/>
              </a:rPr>
              <a:t>belajar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cs typeface="Calibri"/>
              </a:rPr>
              <a:t>mengenai</a:t>
            </a:r>
            <a:r>
              <a:rPr lang="en-US" dirty="0">
                <a:cs typeface="Calibri"/>
              </a:rPr>
              <a:t> array </a:t>
            </a:r>
            <a:r>
              <a:rPr lang="en-US" dirty="0" err="1">
                <a:cs typeface="Calibri"/>
              </a:rPr>
              <a:t>dua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cs typeface="Calibri"/>
              </a:rPr>
              <a:t>dimensi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cs typeface="Calibri"/>
              </a:rPr>
              <a:t>dan</a:t>
            </a:r>
            <a:r>
              <a:rPr lang="en-US" dirty="0">
                <a:cs typeface="Calibri"/>
              </a:rPr>
              <a:t> linked list, </a:t>
            </a:r>
            <a:r>
              <a:rPr lang="en-US" dirty="0" err="1">
                <a:cs typeface="Calibri"/>
              </a:rPr>
              <a:t>kedua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cs typeface="Calibri"/>
              </a:rPr>
              <a:t>hal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cs typeface="Calibri"/>
              </a:rPr>
              <a:t>tersebut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cs typeface="Calibri"/>
              </a:rPr>
              <a:t>memiliki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cs typeface="Calibri"/>
              </a:rPr>
              <a:t>peran</a:t>
            </a:r>
            <a:r>
              <a:rPr lang="en-US" dirty="0">
                <a:cs typeface="Calibri"/>
              </a:rPr>
              <a:t> </a:t>
            </a:r>
          </a:p>
          <a:p>
            <a:r>
              <a:rPr lang="en-US" dirty="0">
                <a:cs typeface="Calibri"/>
              </a:rPr>
              <a:t>yang </a:t>
            </a:r>
            <a:r>
              <a:rPr lang="en-US" dirty="0" err="1">
                <a:cs typeface="Calibri"/>
              </a:rPr>
              <a:t>sangat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cs typeface="Calibri"/>
              </a:rPr>
              <a:t>penting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cs typeface="Calibri"/>
              </a:rPr>
              <a:t>dalam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cs typeface="Calibri"/>
              </a:rPr>
              <a:t>struktur</a:t>
            </a:r>
            <a:r>
              <a:rPr lang="en-US" dirty="0">
                <a:cs typeface="Calibri"/>
              </a:rPr>
              <a:t> data. </a:t>
            </a:r>
            <a:r>
              <a:rPr lang="en-US" dirty="0" err="1">
                <a:cs typeface="Calibri"/>
              </a:rPr>
              <a:t>Dikarenakan</a:t>
            </a:r>
            <a:r>
              <a:rPr lang="en-US" dirty="0">
                <a:cs typeface="Calibri"/>
              </a:rPr>
              <a:t> </a:t>
            </a:r>
            <a:r>
              <a:rPr lang="en-US" dirty="0" err="1">
                <a:cs typeface="Calibri"/>
              </a:rPr>
              <a:t>mampu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cs typeface="Calibri"/>
              </a:rPr>
              <a:t>menampung</a:t>
            </a:r>
            <a:r>
              <a:rPr lang="en-US" dirty="0">
                <a:cs typeface="Calibri"/>
              </a:rPr>
              <a:t> data </a:t>
            </a:r>
            <a:r>
              <a:rPr lang="en-US" dirty="0" err="1">
                <a:cs typeface="Calibri"/>
              </a:rPr>
              <a:t>dengan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cs typeface="Calibri"/>
              </a:rPr>
              <a:t>demikian</a:t>
            </a:r>
          </a:p>
          <a:p>
            <a:r>
              <a:rPr lang="en-US" dirty="0">
                <a:cs typeface="Calibri"/>
              </a:rPr>
              <a:t>Maka </a:t>
            </a:r>
            <a:r>
              <a:rPr lang="en-US" dirty="0" err="1">
                <a:cs typeface="Calibri"/>
              </a:rPr>
              <a:t>mampu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cs typeface="Calibri"/>
              </a:rPr>
              <a:t>memanipulasi</a:t>
            </a:r>
            <a:r>
              <a:rPr lang="en-US" dirty="0">
                <a:cs typeface="Calibri"/>
              </a:rPr>
              <a:t> data, </a:t>
            </a:r>
            <a:r>
              <a:rPr lang="en-US" dirty="0" err="1">
                <a:cs typeface="Calibri"/>
              </a:rPr>
              <a:t>seperti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cs typeface="Calibri"/>
              </a:rPr>
              <a:t>menambahkan</a:t>
            </a:r>
            <a:r>
              <a:rPr lang="en-US" dirty="0">
                <a:cs typeface="Calibri"/>
              </a:rPr>
              <a:t> data </a:t>
            </a:r>
            <a:r>
              <a:rPr lang="en-US" dirty="0" err="1">
                <a:cs typeface="Calibri"/>
              </a:rPr>
              <a:t>dan</a:t>
            </a:r>
            <a:r>
              <a:rPr lang="en-US" dirty="0">
                <a:cs typeface="Calibri"/>
              </a:rPr>
              <a:t> </a:t>
            </a:r>
            <a:r>
              <a:rPr lang="en-US" dirty="0" err="1">
                <a:cs typeface="Calibri"/>
              </a:rPr>
              <a:t>menghapus</a:t>
            </a:r>
            <a:r>
              <a:rPr lang="en-US" dirty="0">
                <a:cs typeface="Calibri"/>
              </a:rPr>
              <a:t> data. </a:t>
            </a:r>
            <a:r>
              <a:rPr lang="en-US" dirty="0" err="1">
                <a:cs typeface="Calibri"/>
              </a:rPr>
              <a:t>Dalam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cs typeface="Calibri"/>
              </a:rPr>
              <a:t>memanipulasi</a:t>
            </a:r>
            <a:r>
              <a:rPr lang="en-US" dirty="0">
                <a:cs typeface="Calibri"/>
              </a:rPr>
              <a:t> data</a:t>
            </a:r>
          </a:p>
          <a:p>
            <a:r>
              <a:rPr lang="en-US" dirty="0" err="1">
                <a:cs typeface="Calibri"/>
              </a:rPr>
              <a:t>Tersebut</a:t>
            </a:r>
            <a:r>
              <a:rPr lang="en-US" dirty="0">
                <a:cs typeface="Calibri"/>
              </a:rPr>
              <a:t> </a:t>
            </a:r>
            <a:r>
              <a:rPr lang="en-US" dirty="0" err="1">
                <a:cs typeface="Calibri"/>
              </a:rPr>
              <a:t>nanti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cs typeface="Calibri"/>
              </a:rPr>
              <a:t>kita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cs typeface="Calibri"/>
              </a:rPr>
              <a:t>akan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cs typeface="Calibri"/>
              </a:rPr>
              <a:t>mengenal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cs typeface="Calibri"/>
              </a:rPr>
              <a:t>istilah</a:t>
            </a:r>
            <a:r>
              <a:rPr lang="en-US" dirty="0">
                <a:cs typeface="Calibri"/>
              </a:rPr>
              <a:t> FIFO </a:t>
            </a:r>
            <a:r>
              <a:rPr lang="en-US" dirty="0" err="1">
                <a:cs typeface="Calibri"/>
              </a:rPr>
              <a:t>dan</a:t>
            </a:r>
            <a:r>
              <a:rPr lang="en-US" dirty="0">
                <a:cs typeface="Calibri"/>
              </a:rPr>
              <a:t> LIFO, </a:t>
            </a:r>
            <a:r>
              <a:rPr lang="en-US" dirty="0" err="1">
                <a:cs typeface="Calibri"/>
              </a:rPr>
              <a:t>ingin</a:t>
            </a:r>
            <a:r>
              <a:rPr lang="en-US" dirty="0">
                <a:cs typeface="Calibri"/>
              </a:rPr>
              <a:t> tau </a:t>
            </a:r>
            <a:r>
              <a:rPr lang="en-US" dirty="0" err="1">
                <a:cs typeface="Calibri"/>
              </a:rPr>
              <a:t>itu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cs typeface="Calibri"/>
              </a:rPr>
              <a:t>apa</a:t>
            </a:r>
            <a:r>
              <a:rPr lang="en-US" dirty="0">
                <a:cs typeface="Calibri"/>
              </a:rPr>
              <a:t>?....</a:t>
            </a:r>
          </a:p>
          <a:p>
            <a:endParaRPr lang="en-US" dirty="0">
              <a:cs typeface="Calibri"/>
            </a:endParaRPr>
          </a:p>
          <a:p>
            <a:r>
              <a:rPr lang="en-US" dirty="0">
                <a:cs typeface="Calibri"/>
              </a:rPr>
              <a:t>Yuk </a:t>
            </a:r>
            <a:r>
              <a:rPr lang="en-US" dirty="0" err="1">
                <a:cs typeface="Calibri"/>
              </a:rPr>
              <a:t>kita</a:t>
            </a:r>
            <a:r>
              <a:rPr lang="en-US" dirty="0"/>
              <a:t> </a:t>
            </a:r>
            <a:r>
              <a:rPr lang="en-US" dirty="0" err="1"/>
              <a:t>mulai</a:t>
            </a:r>
            <a:r>
              <a:rPr lang="en-US" dirty="0"/>
              <a:t> </a:t>
            </a:r>
            <a:r>
              <a:rPr lang="en-US" dirty="0" err="1"/>
              <a:t>inisiasi</a:t>
            </a:r>
            <a:r>
              <a:rPr lang="en-US" dirty="0"/>
              <a:t> </a:t>
            </a:r>
            <a:r>
              <a:rPr lang="en-US" dirty="0" err="1"/>
              <a:t>keduanya</a:t>
            </a:r>
            <a:r>
              <a:rPr lang="en-US" dirty="0"/>
              <a:t>…</a:t>
            </a:r>
            <a:endParaRPr lang="en-US" dirty="0">
              <a:cs typeface="Calibri"/>
            </a:endParaRPr>
          </a:p>
          <a:p>
            <a:r>
              <a:rPr lang="en-US" dirty="0"/>
              <a:t>Bismillah….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7362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>
            <a:spLocks noChangeArrowheads="1"/>
          </p:cNvSpPr>
          <p:nvPr/>
        </p:nvSpPr>
        <p:spPr bwMode="auto">
          <a:xfrm rot="10800000" flipH="1" flipV="1">
            <a:off x="3000096" y="604240"/>
            <a:ext cx="5571045" cy="474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907" tIns="41454" rIns="82907" bIns="41454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539" dirty="0">
                <a:latin typeface="MV Boli" panose="02000500030200090000" pitchFamily="2" charset="0"/>
                <a:cs typeface="MV Boli" panose="02000500030200090000" pitchFamily="2" charset="0"/>
              </a:rPr>
              <a:t>Two-dimensional Array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D3D08EB-6302-4C84-8C59-BDB532B349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7315" y="1416920"/>
            <a:ext cx="5117582" cy="4157159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225D77B-4157-46C0-888C-097EB2D680E9}"/>
              </a:ext>
            </a:extLst>
          </p:cNvPr>
          <p:cNvSpPr txBox="1"/>
          <p:nvPr/>
        </p:nvSpPr>
        <p:spPr>
          <a:xfrm>
            <a:off x="7220982" y="2139034"/>
            <a:ext cx="3223703" cy="440769"/>
          </a:xfrm>
          <a:prstGeom prst="snip2DiagRect">
            <a:avLst/>
          </a:prstGeom>
          <a:noFill/>
          <a:ln>
            <a:solidFill>
              <a:srgbClr val="28AFB6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Matriks</a:t>
            </a:r>
            <a:r>
              <a:rPr lang="en-US" dirty="0"/>
              <a:t> </a:t>
            </a:r>
            <a:r>
              <a:rPr lang="en-US" dirty="0" err="1"/>
              <a:t>adanya</a:t>
            </a:r>
            <a:r>
              <a:rPr lang="en-US" dirty="0"/>
              <a:t> </a:t>
            </a:r>
            <a:r>
              <a:rPr lang="en-US" dirty="0" err="1"/>
              <a:t>baris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kolom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A1B98D-D8E2-4FA9-B952-EDEC7AD525D6}"/>
              </a:ext>
            </a:extLst>
          </p:cNvPr>
          <p:cNvSpPr txBox="1"/>
          <p:nvPr/>
        </p:nvSpPr>
        <p:spPr>
          <a:xfrm>
            <a:off x="7223675" y="3495499"/>
            <a:ext cx="811928" cy="387191"/>
          </a:xfrm>
          <a:prstGeom prst="round2SameRect">
            <a:avLst/>
          </a:prstGeom>
          <a:noFill/>
          <a:ln>
            <a:solidFill>
              <a:srgbClr val="28AFB6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3 item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FC54D3-9936-41C1-BE5E-678854481BC9}"/>
              </a:ext>
            </a:extLst>
          </p:cNvPr>
          <p:cNvSpPr txBox="1"/>
          <p:nvPr/>
        </p:nvSpPr>
        <p:spPr>
          <a:xfrm>
            <a:off x="7223675" y="3882690"/>
            <a:ext cx="3221010" cy="369332"/>
          </a:xfrm>
          <a:prstGeom prst="rect">
            <a:avLst/>
          </a:prstGeom>
          <a:noFill/>
          <a:ln>
            <a:solidFill>
              <a:srgbClr val="28AFB6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Setiap</a:t>
            </a:r>
            <a:r>
              <a:rPr lang="en-US" dirty="0"/>
              <a:t> item </a:t>
            </a:r>
            <a:r>
              <a:rPr lang="en-US" dirty="0" err="1"/>
              <a:t>terdiri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4 </a:t>
            </a:r>
            <a:r>
              <a:rPr lang="en-US" dirty="0" err="1"/>
              <a:t>elemen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2445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  <p:sndAc>
          <p:stSnd>
            <p:snd r:embed="rId2" name="click.wav"/>
          </p:stSnd>
        </p:sndAc>
      </p:transition>
    </mc:Choice>
    <mc:Fallback xmlns="">
      <p:transition spd="slow">
        <p:fade/>
        <p:sndAc>
          <p:stSnd>
            <p:snd r:embed="rId9" name="click.wav"/>
          </p:stSnd>
        </p:sndAc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>
            <a:spLocks noChangeArrowheads="1"/>
          </p:cNvSpPr>
          <p:nvPr/>
        </p:nvSpPr>
        <p:spPr bwMode="auto">
          <a:xfrm rot="10800000" flipH="1" flipV="1">
            <a:off x="3000096" y="604240"/>
            <a:ext cx="5571045" cy="474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907" tIns="41454" rIns="82907" bIns="41454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539" dirty="0">
                <a:latin typeface="MV Boli" panose="02000500030200090000" pitchFamily="2" charset="0"/>
                <a:cs typeface="MV Boli" panose="02000500030200090000" pitchFamily="2" charset="0"/>
              </a:rPr>
              <a:t>Two-dimensional Array</a:t>
            </a:r>
          </a:p>
        </p:txBody>
      </p:sp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4065485852"/>
              </p:ext>
            </p:extLst>
          </p:nvPr>
        </p:nvGraphicFramePr>
        <p:xfrm>
          <a:off x="7086716" y="1547097"/>
          <a:ext cx="4502773" cy="39433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798289A-7444-4916-862E-FB25DBFED07E}"/>
              </a:ext>
            </a:extLst>
          </p:cNvPr>
          <p:cNvSpPr txBox="1"/>
          <p:nvPr/>
        </p:nvSpPr>
        <p:spPr>
          <a:xfrm>
            <a:off x="720088" y="1817370"/>
            <a:ext cx="2512643" cy="490776"/>
          </a:xfrm>
          <a:prstGeom prst="frame">
            <a:avLst/>
          </a:prstGeom>
          <a:solidFill>
            <a:srgbClr val="28AFB6"/>
          </a:solidFill>
          <a:ln>
            <a:solidFill>
              <a:srgbClr val="28AFB6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Ilusttasi</a:t>
            </a:r>
            <a:r>
              <a:rPr lang="en-US" dirty="0"/>
              <a:t> array 2 </a:t>
            </a:r>
            <a:r>
              <a:rPr lang="en-US" dirty="0" err="1"/>
              <a:t>dimensi</a:t>
            </a:r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2CB2A0C-C272-4016-A95F-A5F1F87B63F3}"/>
              </a:ext>
            </a:extLst>
          </p:cNvPr>
          <p:cNvGraphicFramePr>
            <a:graphicFrameLocks noGrp="1"/>
          </p:cNvGraphicFramePr>
          <p:nvPr/>
        </p:nvGraphicFramePr>
        <p:xfrm>
          <a:off x="720088" y="2591660"/>
          <a:ext cx="6724635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4927">
                  <a:extLst>
                    <a:ext uri="{9D8B030D-6E8A-4147-A177-3AD203B41FA5}">
                      <a16:colId xmlns:a16="http://schemas.microsoft.com/office/drawing/2014/main" val="3222239391"/>
                    </a:ext>
                  </a:extLst>
                </a:gridCol>
                <a:gridCol w="1344927">
                  <a:extLst>
                    <a:ext uri="{9D8B030D-6E8A-4147-A177-3AD203B41FA5}">
                      <a16:colId xmlns:a16="http://schemas.microsoft.com/office/drawing/2014/main" val="3448833603"/>
                    </a:ext>
                  </a:extLst>
                </a:gridCol>
                <a:gridCol w="1344927">
                  <a:extLst>
                    <a:ext uri="{9D8B030D-6E8A-4147-A177-3AD203B41FA5}">
                      <a16:colId xmlns:a16="http://schemas.microsoft.com/office/drawing/2014/main" val="3697516325"/>
                    </a:ext>
                  </a:extLst>
                </a:gridCol>
                <a:gridCol w="1344927">
                  <a:extLst>
                    <a:ext uri="{9D8B030D-6E8A-4147-A177-3AD203B41FA5}">
                      <a16:colId xmlns:a16="http://schemas.microsoft.com/office/drawing/2014/main" val="1124613546"/>
                    </a:ext>
                  </a:extLst>
                </a:gridCol>
                <a:gridCol w="1344927">
                  <a:extLst>
                    <a:ext uri="{9D8B030D-6E8A-4147-A177-3AD203B41FA5}">
                      <a16:colId xmlns:a16="http://schemas.microsoft.com/office/drawing/2014/main" val="40647978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Elemen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ke-00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BAED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Elemen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ke-01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BAED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Elemen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ke-02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BAED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Elemen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ke-03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BAED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Elemen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ke-04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BAED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56503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Elemen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ke-10</a:t>
                      </a:r>
                      <a:endParaRPr lang="en-US" sz="1400" dirty="0"/>
                    </a:p>
                  </a:txBody>
                  <a:tcPr>
                    <a:solidFill>
                      <a:srgbClr val="BAED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Elemen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ke-11</a:t>
                      </a:r>
                      <a:endParaRPr lang="en-US" sz="1400" dirty="0"/>
                    </a:p>
                  </a:txBody>
                  <a:tcPr>
                    <a:solidFill>
                      <a:srgbClr val="BAED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Elemen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ke-12</a:t>
                      </a:r>
                      <a:endParaRPr lang="en-US" sz="1400" dirty="0"/>
                    </a:p>
                  </a:txBody>
                  <a:tcPr>
                    <a:solidFill>
                      <a:srgbClr val="BAED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Elemen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ke-13</a:t>
                      </a:r>
                      <a:endParaRPr lang="en-US" sz="1400" dirty="0"/>
                    </a:p>
                  </a:txBody>
                  <a:tcPr>
                    <a:solidFill>
                      <a:srgbClr val="BAED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Elemen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ke-14</a:t>
                      </a:r>
                      <a:endParaRPr lang="en-US" sz="1400" dirty="0"/>
                    </a:p>
                  </a:txBody>
                  <a:tcPr>
                    <a:solidFill>
                      <a:srgbClr val="BAED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7707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Elemen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ke-20</a:t>
                      </a:r>
                      <a:endParaRPr lang="en-US" sz="1400" dirty="0"/>
                    </a:p>
                  </a:txBody>
                  <a:tcPr>
                    <a:solidFill>
                      <a:srgbClr val="BAED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Elemen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ke-21</a:t>
                      </a:r>
                      <a:endParaRPr lang="en-US" sz="1400" dirty="0"/>
                    </a:p>
                  </a:txBody>
                  <a:tcPr>
                    <a:solidFill>
                      <a:srgbClr val="BAED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Elemen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ke-22</a:t>
                      </a:r>
                      <a:endParaRPr lang="en-US" sz="1400" dirty="0"/>
                    </a:p>
                  </a:txBody>
                  <a:tcPr>
                    <a:solidFill>
                      <a:srgbClr val="BAED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Elemen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ke-23</a:t>
                      </a:r>
                      <a:endParaRPr lang="en-US" sz="1400" dirty="0"/>
                    </a:p>
                  </a:txBody>
                  <a:tcPr>
                    <a:solidFill>
                      <a:srgbClr val="BAED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Elemen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ke-24</a:t>
                      </a:r>
                      <a:endParaRPr lang="en-US" sz="1400" dirty="0"/>
                    </a:p>
                  </a:txBody>
                  <a:tcPr>
                    <a:solidFill>
                      <a:srgbClr val="BAED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69642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Elemen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ke-30</a:t>
                      </a:r>
                      <a:endParaRPr lang="en-US" sz="1400" dirty="0"/>
                    </a:p>
                  </a:txBody>
                  <a:tcPr>
                    <a:solidFill>
                      <a:srgbClr val="BAED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Elemen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ke-31</a:t>
                      </a:r>
                      <a:endParaRPr lang="en-US" sz="1400" dirty="0"/>
                    </a:p>
                  </a:txBody>
                  <a:tcPr>
                    <a:solidFill>
                      <a:srgbClr val="BAED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Elemen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ke-32</a:t>
                      </a:r>
                      <a:endParaRPr lang="en-US" sz="1400" dirty="0"/>
                    </a:p>
                  </a:txBody>
                  <a:tcPr>
                    <a:solidFill>
                      <a:srgbClr val="BAED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Elemen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ke-33</a:t>
                      </a:r>
                      <a:endParaRPr lang="en-US" sz="1400" dirty="0"/>
                    </a:p>
                  </a:txBody>
                  <a:tcPr>
                    <a:solidFill>
                      <a:srgbClr val="BAED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Elemen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ke-34</a:t>
                      </a:r>
                      <a:endParaRPr lang="en-US" sz="1400" dirty="0"/>
                    </a:p>
                  </a:txBody>
                  <a:tcPr>
                    <a:solidFill>
                      <a:srgbClr val="BAED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26434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Elemen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ke-40</a:t>
                      </a:r>
                      <a:endParaRPr lang="en-US" sz="1400" dirty="0"/>
                    </a:p>
                  </a:txBody>
                  <a:tcPr>
                    <a:solidFill>
                      <a:srgbClr val="BAED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Elemen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ke-41</a:t>
                      </a:r>
                      <a:endParaRPr lang="en-US" sz="1400" dirty="0"/>
                    </a:p>
                  </a:txBody>
                  <a:tcPr>
                    <a:solidFill>
                      <a:srgbClr val="BAED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Elemen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ke-42</a:t>
                      </a:r>
                      <a:endParaRPr lang="en-US" sz="1400" dirty="0"/>
                    </a:p>
                  </a:txBody>
                  <a:tcPr>
                    <a:solidFill>
                      <a:srgbClr val="BAED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Elemen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ke-43</a:t>
                      </a:r>
                      <a:endParaRPr lang="en-US" sz="1400" dirty="0"/>
                    </a:p>
                  </a:txBody>
                  <a:tcPr>
                    <a:solidFill>
                      <a:srgbClr val="BAED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Elemen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ke-44</a:t>
                      </a:r>
                      <a:endParaRPr lang="en-US" sz="1400" dirty="0"/>
                    </a:p>
                  </a:txBody>
                  <a:tcPr>
                    <a:solidFill>
                      <a:srgbClr val="BAED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94289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4013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  <p:sndAc>
          <p:stSnd>
            <p:snd r:embed="rId2" name="click.wav"/>
          </p:stSnd>
        </p:sndAc>
      </p:transition>
    </mc:Choice>
    <mc:Fallback xmlns="">
      <p:transition spd="slow">
        <p:fade/>
        <p:sndAc>
          <p:stSnd>
            <p:snd r:embed="rId9" name="click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AsOne/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>
            <a:spLocks noChangeArrowheads="1"/>
          </p:cNvSpPr>
          <p:nvPr/>
        </p:nvSpPr>
        <p:spPr bwMode="auto">
          <a:xfrm rot="10800000" flipH="1" flipV="1">
            <a:off x="3000096" y="604240"/>
            <a:ext cx="5571045" cy="474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907" tIns="41454" rIns="82907" bIns="41454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539" dirty="0">
                <a:latin typeface="MV Boli" panose="02000500030200090000" pitchFamily="2" charset="0"/>
                <a:cs typeface="MV Boli" panose="02000500030200090000" pitchFamily="2" charset="0"/>
              </a:rPr>
              <a:t>Two-dimensional Array</a:t>
            </a:r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CC4F4284-D8ED-4C6C-9886-FD57B13ED9F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54819221"/>
              </p:ext>
            </p:extLst>
          </p:nvPr>
        </p:nvGraphicFramePr>
        <p:xfrm>
          <a:off x="583104" y="2045644"/>
          <a:ext cx="4412512" cy="31607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E245938C-D5E2-4E1D-AC78-DBEF87B0A3BE}"/>
              </a:ext>
            </a:extLst>
          </p:cNvPr>
          <p:cNvSpPr txBox="1"/>
          <p:nvPr/>
        </p:nvSpPr>
        <p:spPr>
          <a:xfrm>
            <a:off x="1554303" y="1360170"/>
            <a:ext cx="3166725" cy="490776"/>
          </a:xfrm>
          <a:prstGeom prst="frame">
            <a:avLst/>
          </a:prstGeom>
          <a:solidFill>
            <a:srgbClr val="28AFB6"/>
          </a:solidFill>
          <a:ln>
            <a:solidFill>
              <a:srgbClr val="28AFB6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Pengalamatan</a:t>
            </a:r>
            <a:r>
              <a:rPr lang="en-US" dirty="0"/>
              <a:t> Array 2 </a:t>
            </a:r>
            <a:r>
              <a:rPr lang="en-US" dirty="0" err="1"/>
              <a:t>Dimensi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BE0F3A92-AFF8-48D7-8B2D-920C7AE317E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23796986"/>
                  </p:ext>
                </p:extLst>
              </p:nvPr>
            </p:nvGraphicFramePr>
            <p:xfrm>
              <a:off x="6216167" y="1850946"/>
              <a:ext cx="4964220" cy="1483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6422">
                      <a:extLst>
                        <a:ext uri="{9D8B030D-6E8A-4147-A177-3AD203B41FA5}">
                          <a16:colId xmlns:a16="http://schemas.microsoft.com/office/drawing/2014/main" val="3794373067"/>
                        </a:ext>
                      </a:extLst>
                    </a:gridCol>
                    <a:gridCol w="496422">
                      <a:extLst>
                        <a:ext uri="{9D8B030D-6E8A-4147-A177-3AD203B41FA5}">
                          <a16:colId xmlns:a16="http://schemas.microsoft.com/office/drawing/2014/main" val="909416882"/>
                        </a:ext>
                      </a:extLst>
                    </a:gridCol>
                    <a:gridCol w="496422">
                      <a:extLst>
                        <a:ext uri="{9D8B030D-6E8A-4147-A177-3AD203B41FA5}">
                          <a16:colId xmlns:a16="http://schemas.microsoft.com/office/drawing/2014/main" val="577533972"/>
                        </a:ext>
                      </a:extLst>
                    </a:gridCol>
                    <a:gridCol w="496422">
                      <a:extLst>
                        <a:ext uri="{9D8B030D-6E8A-4147-A177-3AD203B41FA5}">
                          <a16:colId xmlns:a16="http://schemas.microsoft.com/office/drawing/2014/main" val="393817958"/>
                        </a:ext>
                      </a:extLst>
                    </a:gridCol>
                    <a:gridCol w="496422">
                      <a:extLst>
                        <a:ext uri="{9D8B030D-6E8A-4147-A177-3AD203B41FA5}">
                          <a16:colId xmlns:a16="http://schemas.microsoft.com/office/drawing/2014/main" val="539585908"/>
                        </a:ext>
                      </a:extLst>
                    </a:gridCol>
                    <a:gridCol w="496422">
                      <a:extLst>
                        <a:ext uri="{9D8B030D-6E8A-4147-A177-3AD203B41FA5}">
                          <a16:colId xmlns:a16="http://schemas.microsoft.com/office/drawing/2014/main" val="2121151491"/>
                        </a:ext>
                      </a:extLst>
                    </a:gridCol>
                    <a:gridCol w="496422">
                      <a:extLst>
                        <a:ext uri="{9D8B030D-6E8A-4147-A177-3AD203B41FA5}">
                          <a16:colId xmlns:a16="http://schemas.microsoft.com/office/drawing/2014/main" val="3788050874"/>
                        </a:ext>
                      </a:extLst>
                    </a:gridCol>
                    <a:gridCol w="496422">
                      <a:extLst>
                        <a:ext uri="{9D8B030D-6E8A-4147-A177-3AD203B41FA5}">
                          <a16:colId xmlns:a16="http://schemas.microsoft.com/office/drawing/2014/main" val="1405341641"/>
                        </a:ext>
                      </a:extLst>
                    </a:gridCol>
                    <a:gridCol w="496422">
                      <a:extLst>
                        <a:ext uri="{9D8B030D-6E8A-4147-A177-3AD203B41FA5}">
                          <a16:colId xmlns:a16="http://schemas.microsoft.com/office/drawing/2014/main" val="454782247"/>
                        </a:ext>
                      </a:extLst>
                    </a:gridCol>
                    <a:gridCol w="496422">
                      <a:extLst>
                        <a:ext uri="{9D8B030D-6E8A-4147-A177-3AD203B41FA5}">
                          <a16:colId xmlns:a16="http://schemas.microsoft.com/office/drawing/2014/main" val="28188488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𝟎𝟎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>
                        <a:solidFill>
                          <a:srgbClr val="28AFB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rgbClr val="28AFB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𝟎𝟏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>
                        <a:solidFill>
                          <a:srgbClr val="28AFB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rgbClr val="28AFB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𝟎𝟐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>
                        <a:solidFill>
                          <a:srgbClr val="28AFB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𝟎𝟐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rgbClr val="28AFB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𝟎𝟑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>
                        <a:solidFill>
                          <a:srgbClr val="28AFB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𝟎𝟑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rgbClr val="28AFB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𝟎𝟒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>
                        <a:solidFill>
                          <a:srgbClr val="28AFB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𝟎𝟒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rgbClr val="28AFB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5103969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rgbClr val="28AFB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rgbClr val="28AFB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rgbClr val="28AFB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rgbClr val="28AFB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𝟏𝟐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>
                        <a:solidFill>
                          <a:srgbClr val="28AFB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𝟏𝟐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rgbClr val="28AFB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𝟏𝟑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>
                        <a:solidFill>
                          <a:srgbClr val="28AFB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𝟏𝟑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rgbClr val="28AFB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𝟏𝟒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>
                        <a:solidFill>
                          <a:srgbClr val="28AFB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𝟏𝟒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rgbClr val="28AFB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40085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rgbClr val="28AFB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rgbClr val="28AFB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rgbClr val="28AFB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rgbClr val="28AFB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𝟐𝟐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>
                        <a:solidFill>
                          <a:srgbClr val="28AFB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𝟐𝟐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rgbClr val="28AFB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𝟐𝟑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>
                        <a:solidFill>
                          <a:srgbClr val="28AFB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𝟐𝟑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rgbClr val="28AFB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𝟐𝟒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>
                        <a:solidFill>
                          <a:srgbClr val="28AFB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𝟐𝟒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rgbClr val="28AFB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2919145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rgbClr val="28AFB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rgbClr val="28AFB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rgbClr val="28AFB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rgbClr val="28AFB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𝟑𝟐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>
                        <a:solidFill>
                          <a:srgbClr val="28AFB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𝟑𝟐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rgbClr val="28AFB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𝟑𝟑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>
                        <a:solidFill>
                          <a:srgbClr val="28AFB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𝟑𝟑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rgbClr val="28AFB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𝟑𝟒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>
                        <a:solidFill>
                          <a:srgbClr val="28AFB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𝟑𝟒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rgbClr val="28AFB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111355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BE0F3A92-AFF8-48D7-8B2D-920C7AE317E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23796986"/>
                  </p:ext>
                </p:extLst>
              </p:nvPr>
            </p:nvGraphicFramePr>
            <p:xfrm>
              <a:off x="6216167" y="1850946"/>
              <a:ext cx="4964220" cy="1483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6422">
                      <a:extLst>
                        <a:ext uri="{9D8B030D-6E8A-4147-A177-3AD203B41FA5}">
                          <a16:colId xmlns:a16="http://schemas.microsoft.com/office/drawing/2014/main" val="3794373067"/>
                        </a:ext>
                      </a:extLst>
                    </a:gridCol>
                    <a:gridCol w="496422">
                      <a:extLst>
                        <a:ext uri="{9D8B030D-6E8A-4147-A177-3AD203B41FA5}">
                          <a16:colId xmlns:a16="http://schemas.microsoft.com/office/drawing/2014/main" val="909416882"/>
                        </a:ext>
                      </a:extLst>
                    </a:gridCol>
                    <a:gridCol w="496422">
                      <a:extLst>
                        <a:ext uri="{9D8B030D-6E8A-4147-A177-3AD203B41FA5}">
                          <a16:colId xmlns:a16="http://schemas.microsoft.com/office/drawing/2014/main" val="577533972"/>
                        </a:ext>
                      </a:extLst>
                    </a:gridCol>
                    <a:gridCol w="496422">
                      <a:extLst>
                        <a:ext uri="{9D8B030D-6E8A-4147-A177-3AD203B41FA5}">
                          <a16:colId xmlns:a16="http://schemas.microsoft.com/office/drawing/2014/main" val="393817958"/>
                        </a:ext>
                      </a:extLst>
                    </a:gridCol>
                    <a:gridCol w="496422">
                      <a:extLst>
                        <a:ext uri="{9D8B030D-6E8A-4147-A177-3AD203B41FA5}">
                          <a16:colId xmlns:a16="http://schemas.microsoft.com/office/drawing/2014/main" val="539585908"/>
                        </a:ext>
                      </a:extLst>
                    </a:gridCol>
                    <a:gridCol w="496422">
                      <a:extLst>
                        <a:ext uri="{9D8B030D-6E8A-4147-A177-3AD203B41FA5}">
                          <a16:colId xmlns:a16="http://schemas.microsoft.com/office/drawing/2014/main" val="2121151491"/>
                        </a:ext>
                      </a:extLst>
                    </a:gridCol>
                    <a:gridCol w="496422">
                      <a:extLst>
                        <a:ext uri="{9D8B030D-6E8A-4147-A177-3AD203B41FA5}">
                          <a16:colId xmlns:a16="http://schemas.microsoft.com/office/drawing/2014/main" val="3788050874"/>
                        </a:ext>
                      </a:extLst>
                    </a:gridCol>
                    <a:gridCol w="496422">
                      <a:extLst>
                        <a:ext uri="{9D8B030D-6E8A-4147-A177-3AD203B41FA5}">
                          <a16:colId xmlns:a16="http://schemas.microsoft.com/office/drawing/2014/main" val="1405341641"/>
                        </a:ext>
                      </a:extLst>
                    </a:gridCol>
                    <a:gridCol w="496422">
                      <a:extLst>
                        <a:ext uri="{9D8B030D-6E8A-4147-A177-3AD203B41FA5}">
                          <a16:colId xmlns:a16="http://schemas.microsoft.com/office/drawing/2014/main" val="454782247"/>
                        </a:ext>
                      </a:extLst>
                    </a:gridCol>
                    <a:gridCol w="496422">
                      <a:extLst>
                        <a:ext uri="{9D8B030D-6E8A-4147-A177-3AD203B41FA5}">
                          <a16:colId xmlns:a16="http://schemas.microsoft.com/office/drawing/2014/main" val="28188488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1220" t="-1639" r="-900000" b="-3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102469" t="-1639" r="-811111" b="-3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200000" t="-1639" r="-701220" b="-3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303704" t="-1639" r="-609877" b="-3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398780" t="-1639" r="-502439" b="-3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498780" t="-1639" r="-402439" b="-3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606173" t="-1639" r="-307407" b="-3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697561" t="-1639" r="-203659" b="-3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807407" t="-1639" r="-106173" b="-3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896341" t="-1639" r="-4878" b="-3049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5103969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1220" t="-101639" r="-900000" b="-2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102469" t="-101639" r="-811111" b="-2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200000" t="-101639" r="-701220" b="-2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303704" t="-101639" r="-609877" b="-2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398780" t="-101639" r="-502439" b="-2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498780" t="-101639" r="-402439" b="-2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606173" t="-101639" r="-307407" b="-2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697561" t="-101639" r="-203659" b="-2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807407" t="-101639" r="-106173" b="-2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896341" t="-101639" r="-4878" b="-2049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40085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1220" t="-201639" r="-900000" b="-1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102469" t="-201639" r="-811111" b="-1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200000" t="-201639" r="-701220" b="-1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303704" t="-201639" r="-609877" b="-1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398780" t="-201639" r="-502439" b="-1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498780" t="-201639" r="-402439" b="-1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606173" t="-201639" r="-307407" b="-1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697561" t="-201639" r="-203659" b="-1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807407" t="-201639" r="-106173" b="-1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896341" t="-201639" r="-4878" b="-1049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2919145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1220" t="-301639" r="-900000" b="-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102469" t="-301639" r="-811111" b="-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200000" t="-301639" r="-701220" b="-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303704" t="-301639" r="-609877" b="-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398780" t="-301639" r="-502439" b="-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498780" t="-301639" r="-402439" b="-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606173" t="-301639" r="-307407" b="-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697561" t="-301639" r="-203659" b="-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807407" t="-301639" r="-106173" b="-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896341" t="-301639" r="-4878" b="-49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1113557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196BE46-2690-4F65-97AF-E913D7414A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9725567"/>
              </p:ext>
            </p:extLst>
          </p:nvPr>
        </p:nvGraphicFramePr>
        <p:xfrm>
          <a:off x="6216167" y="3904060"/>
          <a:ext cx="496422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6422">
                  <a:extLst>
                    <a:ext uri="{9D8B030D-6E8A-4147-A177-3AD203B41FA5}">
                      <a16:colId xmlns:a16="http://schemas.microsoft.com/office/drawing/2014/main" val="871091177"/>
                    </a:ext>
                  </a:extLst>
                </a:gridCol>
                <a:gridCol w="496422">
                  <a:extLst>
                    <a:ext uri="{9D8B030D-6E8A-4147-A177-3AD203B41FA5}">
                      <a16:colId xmlns:a16="http://schemas.microsoft.com/office/drawing/2014/main" val="4015850122"/>
                    </a:ext>
                  </a:extLst>
                </a:gridCol>
                <a:gridCol w="496422">
                  <a:extLst>
                    <a:ext uri="{9D8B030D-6E8A-4147-A177-3AD203B41FA5}">
                      <a16:colId xmlns:a16="http://schemas.microsoft.com/office/drawing/2014/main" val="3890043271"/>
                    </a:ext>
                  </a:extLst>
                </a:gridCol>
                <a:gridCol w="496422">
                  <a:extLst>
                    <a:ext uri="{9D8B030D-6E8A-4147-A177-3AD203B41FA5}">
                      <a16:colId xmlns:a16="http://schemas.microsoft.com/office/drawing/2014/main" val="1137235333"/>
                    </a:ext>
                  </a:extLst>
                </a:gridCol>
                <a:gridCol w="496422">
                  <a:extLst>
                    <a:ext uri="{9D8B030D-6E8A-4147-A177-3AD203B41FA5}">
                      <a16:colId xmlns:a16="http://schemas.microsoft.com/office/drawing/2014/main" val="2336966871"/>
                    </a:ext>
                  </a:extLst>
                </a:gridCol>
                <a:gridCol w="496422">
                  <a:extLst>
                    <a:ext uri="{9D8B030D-6E8A-4147-A177-3AD203B41FA5}">
                      <a16:colId xmlns:a16="http://schemas.microsoft.com/office/drawing/2014/main" val="3349295376"/>
                    </a:ext>
                  </a:extLst>
                </a:gridCol>
                <a:gridCol w="496422">
                  <a:extLst>
                    <a:ext uri="{9D8B030D-6E8A-4147-A177-3AD203B41FA5}">
                      <a16:colId xmlns:a16="http://schemas.microsoft.com/office/drawing/2014/main" val="3012375436"/>
                    </a:ext>
                  </a:extLst>
                </a:gridCol>
                <a:gridCol w="496422">
                  <a:extLst>
                    <a:ext uri="{9D8B030D-6E8A-4147-A177-3AD203B41FA5}">
                      <a16:colId xmlns:a16="http://schemas.microsoft.com/office/drawing/2014/main" val="3995084044"/>
                    </a:ext>
                  </a:extLst>
                </a:gridCol>
                <a:gridCol w="496422">
                  <a:extLst>
                    <a:ext uri="{9D8B030D-6E8A-4147-A177-3AD203B41FA5}">
                      <a16:colId xmlns:a16="http://schemas.microsoft.com/office/drawing/2014/main" val="768694874"/>
                    </a:ext>
                  </a:extLst>
                </a:gridCol>
                <a:gridCol w="496422">
                  <a:extLst>
                    <a:ext uri="{9D8B030D-6E8A-4147-A177-3AD203B41FA5}">
                      <a16:colId xmlns:a16="http://schemas.microsoft.com/office/drawing/2014/main" val="24364351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43F2</a:t>
                      </a:r>
                    </a:p>
                  </a:txBody>
                  <a:tcPr>
                    <a:solidFill>
                      <a:srgbClr val="28AF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28AF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43F4</a:t>
                      </a:r>
                    </a:p>
                  </a:txBody>
                  <a:tcPr>
                    <a:solidFill>
                      <a:srgbClr val="28AF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28AF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43FA</a:t>
                      </a:r>
                    </a:p>
                  </a:txBody>
                  <a:tcPr>
                    <a:solidFill>
                      <a:srgbClr val="28AF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28AF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43FC</a:t>
                      </a:r>
                    </a:p>
                  </a:txBody>
                  <a:tcPr>
                    <a:solidFill>
                      <a:srgbClr val="28AF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28AF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43FE</a:t>
                      </a:r>
                    </a:p>
                  </a:txBody>
                  <a:tcPr>
                    <a:solidFill>
                      <a:srgbClr val="28AF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28AF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84010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44F2</a:t>
                      </a:r>
                    </a:p>
                  </a:txBody>
                  <a:tcPr>
                    <a:solidFill>
                      <a:srgbClr val="28AF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4</a:t>
                      </a:r>
                    </a:p>
                  </a:txBody>
                  <a:tcPr>
                    <a:solidFill>
                      <a:srgbClr val="28AFB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44F4</a:t>
                      </a:r>
                    </a:p>
                  </a:txBody>
                  <a:tcPr>
                    <a:solidFill>
                      <a:srgbClr val="28AF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6</a:t>
                      </a:r>
                    </a:p>
                  </a:txBody>
                  <a:tcPr>
                    <a:solidFill>
                      <a:srgbClr val="28AFB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44FA</a:t>
                      </a:r>
                    </a:p>
                  </a:txBody>
                  <a:tcPr>
                    <a:solidFill>
                      <a:srgbClr val="28AF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6</a:t>
                      </a:r>
                    </a:p>
                  </a:txBody>
                  <a:tcPr>
                    <a:solidFill>
                      <a:srgbClr val="28AFB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44FC</a:t>
                      </a:r>
                    </a:p>
                  </a:txBody>
                  <a:tcPr>
                    <a:solidFill>
                      <a:srgbClr val="28AF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10</a:t>
                      </a:r>
                    </a:p>
                  </a:txBody>
                  <a:tcPr>
                    <a:solidFill>
                      <a:srgbClr val="28AFB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44FE</a:t>
                      </a:r>
                    </a:p>
                  </a:txBody>
                  <a:tcPr>
                    <a:solidFill>
                      <a:srgbClr val="28AF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4</a:t>
                      </a:r>
                    </a:p>
                  </a:txBody>
                  <a:tcPr>
                    <a:solidFill>
                      <a:srgbClr val="28AF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86101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45F2</a:t>
                      </a:r>
                    </a:p>
                  </a:txBody>
                  <a:tcPr>
                    <a:solidFill>
                      <a:srgbClr val="28AF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5</a:t>
                      </a:r>
                    </a:p>
                  </a:txBody>
                  <a:tcPr>
                    <a:solidFill>
                      <a:srgbClr val="28AFB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45F4</a:t>
                      </a:r>
                    </a:p>
                  </a:txBody>
                  <a:tcPr>
                    <a:solidFill>
                      <a:srgbClr val="28AF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3</a:t>
                      </a:r>
                    </a:p>
                  </a:txBody>
                  <a:tcPr>
                    <a:solidFill>
                      <a:srgbClr val="28AFB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45FA</a:t>
                      </a:r>
                    </a:p>
                  </a:txBody>
                  <a:tcPr>
                    <a:solidFill>
                      <a:srgbClr val="28AF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4</a:t>
                      </a:r>
                    </a:p>
                  </a:txBody>
                  <a:tcPr>
                    <a:solidFill>
                      <a:srgbClr val="28AFB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45FC</a:t>
                      </a:r>
                    </a:p>
                  </a:txBody>
                  <a:tcPr>
                    <a:solidFill>
                      <a:srgbClr val="28AF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5</a:t>
                      </a:r>
                    </a:p>
                  </a:txBody>
                  <a:tcPr>
                    <a:solidFill>
                      <a:srgbClr val="28AFB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45FE</a:t>
                      </a:r>
                    </a:p>
                  </a:txBody>
                  <a:tcPr>
                    <a:solidFill>
                      <a:srgbClr val="28AF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2</a:t>
                      </a:r>
                    </a:p>
                  </a:txBody>
                  <a:tcPr>
                    <a:solidFill>
                      <a:srgbClr val="28AF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22613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46F2</a:t>
                      </a:r>
                    </a:p>
                  </a:txBody>
                  <a:tcPr>
                    <a:solidFill>
                      <a:srgbClr val="28AF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9</a:t>
                      </a:r>
                    </a:p>
                  </a:txBody>
                  <a:tcPr>
                    <a:solidFill>
                      <a:srgbClr val="28AFB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46F4</a:t>
                      </a:r>
                    </a:p>
                  </a:txBody>
                  <a:tcPr>
                    <a:solidFill>
                      <a:srgbClr val="28AF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8</a:t>
                      </a:r>
                    </a:p>
                  </a:txBody>
                  <a:tcPr>
                    <a:solidFill>
                      <a:srgbClr val="28AFB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46FA</a:t>
                      </a:r>
                    </a:p>
                  </a:txBody>
                  <a:tcPr>
                    <a:solidFill>
                      <a:srgbClr val="28AF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7</a:t>
                      </a:r>
                    </a:p>
                  </a:txBody>
                  <a:tcPr>
                    <a:solidFill>
                      <a:srgbClr val="28AFB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46FC</a:t>
                      </a:r>
                    </a:p>
                  </a:txBody>
                  <a:tcPr>
                    <a:solidFill>
                      <a:srgbClr val="28AF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6</a:t>
                      </a:r>
                    </a:p>
                  </a:txBody>
                  <a:tcPr>
                    <a:solidFill>
                      <a:srgbClr val="28AFB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46FE</a:t>
                      </a:r>
                    </a:p>
                  </a:txBody>
                  <a:tcPr>
                    <a:solidFill>
                      <a:srgbClr val="28AF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9</a:t>
                      </a:r>
                    </a:p>
                  </a:txBody>
                  <a:tcPr>
                    <a:solidFill>
                      <a:srgbClr val="28AF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1061120"/>
                  </a:ext>
                </a:extLst>
              </a:tr>
            </a:tbl>
          </a:graphicData>
        </a:graphic>
      </p:graphicFrame>
      <p:sp>
        <p:nvSpPr>
          <p:cNvPr id="13" name="Right Brace 12">
            <a:extLst>
              <a:ext uri="{FF2B5EF4-FFF2-40B4-BE49-F238E27FC236}">
                <a16:creationId xmlns:a16="http://schemas.microsoft.com/office/drawing/2014/main" id="{E44867CD-48B0-4FF9-AC32-F3B5C2B4C5EA}"/>
              </a:ext>
            </a:extLst>
          </p:cNvPr>
          <p:cNvSpPr/>
          <p:nvPr/>
        </p:nvSpPr>
        <p:spPr>
          <a:xfrm flipH="1">
            <a:off x="5660737" y="1762599"/>
            <a:ext cx="315097" cy="167542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ight Brace 13">
            <a:extLst>
              <a:ext uri="{FF2B5EF4-FFF2-40B4-BE49-F238E27FC236}">
                <a16:creationId xmlns:a16="http://schemas.microsoft.com/office/drawing/2014/main" id="{621827F1-CE1C-4D44-94D7-A180574E1FCA}"/>
              </a:ext>
            </a:extLst>
          </p:cNvPr>
          <p:cNvSpPr/>
          <p:nvPr/>
        </p:nvSpPr>
        <p:spPr>
          <a:xfrm flipH="1">
            <a:off x="5660736" y="3808027"/>
            <a:ext cx="315097" cy="167542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ight Brace 14">
            <a:extLst>
              <a:ext uri="{FF2B5EF4-FFF2-40B4-BE49-F238E27FC236}">
                <a16:creationId xmlns:a16="http://schemas.microsoft.com/office/drawing/2014/main" id="{C956EA39-BA09-47C0-B75D-99D927F7B467}"/>
              </a:ext>
            </a:extLst>
          </p:cNvPr>
          <p:cNvSpPr/>
          <p:nvPr/>
        </p:nvSpPr>
        <p:spPr>
          <a:xfrm rot="5400000" flipH="1">
            <a:off x="8540729" y="-860359"/>
            <a:ext cx="315097" cy="510751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ight Brace 15">
            <a:extLst>
              <a:ext uri="{FF2B5EF4-FFF2-40B4-BE49-F238E27FC236}">
                <a16:creationId xmlns:a16="http://schemas.microsoft.com/office/drawing/2014/main" id="{C99EB98F-780B-4FA2-8BA5-9727DA27E6C0}"/>
              </a:ext>
            </a:extLst>
          </p:cNvPr>
          <p:cNvSpPr/>
          <p:nvPr/>
        </p:nvSpPr>
        <p:spPr>
          <a:xfrm rot="16200000" flipH="1">
            <a:off x="8505949" y="2970830"/>
            <a:ext cx="315097" cy="510751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1F6ED74-3A8B-496D-93D7-CA303815F24A}"/>
              </a:ext>
            </a:extLst>
          </p:cNvPr>
          <p:cNvSpPr txBox="1"/>
          <p:nvPr/>
        </p:nvSpPr>
        <p:spPr>
          <a:xfrm>
            <a:off x="4995616" y="2415646"/>
            <a:ext cx="6431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Baris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EE38D7E-DB99-43E2-A968-5A16EC8BA3AE}"/>
              </a:ext>
            </a:extLst>
          </p:cNvPr>
          <p:cNvSpPr txBox="1"/>
          <p:nvPr/>
        </p:nvSpPr>
        <p:spPr>
          <a:xfrm>
            <a:off x="8272685" y="1195380"/>
            <a:ext cx="7816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Kolom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30BF3CE-FC3A-4D56-95BB-F8493F7E0BF5}"/>
              </a:ext>
            </a:extLst>
          </p:cNvPr>
          <p:cNvSpPr txBox="1"/>
          <p:nvPr/>
        </p:nvSpPr>
        <p:spPr>
          <a:xfrm>
            <a:off x="5017611" y="4411797"/>
            <a:ext cx="6431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Baris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931F75F-57C5-4C25-B361-490DE8B8D0BA}"/>
              </a:ext>
            </a:extLst>
          </p:cNvPr>
          <p:cNvSpPr txBox="1"/>
          <p:nvPr/>
        </p:nvSpPr>
        <p:spPr>
          <a:xfrm>
            <a:off x="8307465" y="5755204"/>
            <a:ext cx="7816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Kolom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9796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  <p:sndAc>
          <p:stSnd>
            <p:snd r:embed="rId2" name="click.wav"/>
          </p:stSnd>
        </p:sndAc>
      </p:transition>
    </mc:Choice>
    <mc:Fallback xmlns="">
      <p:transition spd="slow">
        <p:fade/>
        <p:sndAc>
          <p:stSnd>
            <p:snd r:embed="rId9" name="click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AsOne/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>
            <a:spLocks noChangeArrowheads="1"/>
          </p:cNvSpPr>
          <p:nvPr/>
        </p:nvSpPr>
        <p:spPr bwMode="auto">
          <a:xfrm rot="10800000" flipH="1" flipV="1">
            <a:off x="3000096" y="604240"/>
            <a:ext cx="5571045" cy="474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907" tIns="41454" rIns="82907" bIns="41454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539" dirty="0">
                <a:latin typeface="MV Boli" panose="02000500030200090000" pitchFamily="2" charset="0"/>
                <a:cs typeface="MV Boli" panose="02000500030200090000" pitchFamily="2" charset="0"/>
              </a:rPr>
              <a:t>Two-dimensional Array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631516" y="3366961"/>
            <a:ext cx="5368777" cy="1323439"/>
          </a:xfrm>
          <a:prstGeom prst="rect">
            <a:avLst/>
          </a:prstGeom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arrayDuaDimensi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{ public static void main (String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[] 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{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[][] A = new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[4][5];     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l="34655" t="51889" r="33615" b="27568"/>
          <a:stretch/>
        </p:blipFill>
        <p:spPr>
          <a:xfrm>
            <a:off x="1569077" y="3366961"/>
            <a:ext cx="2862037" cy="2040961"/>
          </a:xfrm>
          <a:prstGeom prst="rect">
            <a:avLst/>
          </a:prstGeom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2775350985"/>
              </p:ext>
            </p:extLst>
          </p:nvPr>
        </p:nvGraphicFramePr>
        <p:xfrm>
          <a:off x="279373" y="2247124"/>
          <a:ext cx="10704286" cy="6058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cxnSp>
        <p:nvCxnSpPr>
          <p:cNvPr id="33" name="Straight Arrow Connector 32"/>
          <p:cNvCxnSpPr/>
          <p:nvPr/>
        </p:nvCxnSpPr>
        <p:spPr>
          <a:xfrm flipH="1">
            <a:off x="1843315" y="2699657"/>
            <a:ext cx="551542" cy="822121"/>
          </a:xfrm>
          <a:prstGeom prst="straightConnector1">
            <a:avLst/>
          </a:prstGeom>
          <a:ln>
            <a:solidFill>
              <a:srgbClr val="28AFB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H="1">
            <a:off x="2434452" y="2698449"/>
            <a:ext cx="706656" cy="898321"/>
          </a:xfrm>
          <a:prstGeom prst="straightConnector1">
            <a:avLst/>
          </a:prstGeom>
          <a:ln>
            <a:solidFill>
              <a:srgbClr val="28AFB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 flipH="1">
            <a:off x="3044372" y="2698449"/>
            <a:ext cx="932542" cy="898321"/>
          </a:xfrm>
          <a:prstGeom prst="straightConnector1">
            <a:avLst/>
          </a:prstGeom>
          <a:ln>
            <a:solidFill>
              <a:srgbClr val="28AFB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 flipH="1">
            <a:off x="3586195" y="2698449"/>
            <a:ext cx="1119157" cy="900741"/>
          </a:xfrm>
          <a:prstGeom prst="straightConnector1">
            <a:avLst/>
          </a:prstGeom>
          <a:ln>
            <a:solidFill>
              <a:srgbClr val="28AFB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H="1">
            <a:off x="4115383" y="2698449"/>
            <a:ext cx="1516133" cy="898321"/>
          </a:xfrm>
          <a:prstGeom prst="straightConnector1">
            <a:avLst/>
          </a:prstGeom>
          <a:ln>
            <a:solidFill>
              <a:srgbClr val="28AFB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" name="Group 48"/>
          <p:cNvGrpSpPr/>
          <p:nvPr/>
        </p:nvGrpSpPr>
        <p:grpSpPr>
          <a:xfrm>
            <a:off x="6091608" y="4979641"/>
            <a:ext cx="967990" cy="1528232"/>
            <a:chOff x="992" y="0"/>
            <a:chExt cx="967990" cy="1528232"/>
          </a:xfrm>
          <a:effectLst/>
        </p:grpSpPr>
        <p:sp>
          <p:nvSpPr>
            <p:cNvPr id="50" name="Rounded Rectangle 49"/>
            <p:cNvSpPr/>
            <p:nvPr/>
          </p:nvSpPr>
          <p:spPr>
            <a:xfrm>
              <a:off x="992" y="0"/>
              <a:ext cx="967990" cy="1528232"/>
            </a:xfrm>
            <a:prstGeom prst="roundRect">
              <a:avLst>
                <a:gd name="adj" fmla="val 10000"/>
              </a:avLst>
            </a:prstGeom>
            <a:ln>
              <a:solidFill>
                <a:srgbClr val="28AFB6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51" name="Rounded Rectangle 4"/>
            <p:cNvSpPr/>
            <p:nvPr/>
          </p:nvSpPr>
          <p:spPr>
            <a:xfrm>
              <a:off x="29343" y="28351"/>
              <a:ext cx="911288" cy="1471530"/>
            </a:xfrm>
            <a:prstGeom prst="rect">
              <a:avLst/>
            </a:prstGeom>
            <a:ln>
              <a:solidFill>
                <a:srgbClr val="28AFB6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0960" tIns="60960" rIns="60960" bIns="60960" numCol="1" spcCol="1270" anchor="ctr" anchorCtr="0">
              <a:noAutofit/>
            </a:bodyPr>
            <a:lstStyle/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600" kern="1200" dirty="0" err="1"/>
                <a:t>Tipe</a:t>
              </a:r>
              <a:r>
                <a:rPr lang="en-US" sz="1600" kern="1200" dirty="0"/>
                <a:t> data integer</a:t>
              </a:r>
            </a:p>
          </p:txBody>
        </p:sp>
      </p:grpSp>
      <p:grpSp>
        <p:nvGrpSpPr>
          <p:cNvPr id="52" name="Group 51"/>
          <p:cNvGrpSpPr/>
          <p:nvPr/>
        </p:nvGrpSpPr>
        <p:grpSpPr>
          <a:xfrm>
            <a:off x="7333790" y="5018878"/>
            <a:ext cx="967990" cy="1528232"/>
            <a:chOff x="1131605" y="0"/>
            <a:chExt cx="967990" cy="1528232"/>
          </a:xfrm>
          <a:effectLst/>
        </p:grpSpPr>
        <p:sp>
          <p:nvSpPr>
            <p:cNvPr id="53" name="Rounded Rectangle 52"/>
            <p:cNvSpPr/>
            <p:nvPr/>
          </p:nvSpPr>
          <p:spPr>
            <a:xfrm>
              <a:off x="1131605" y="0"/>
              <a:ext cx="967990" cy="1528232"/>
            </a:xfrm>
            <a:prstGeom prst="roundRect">
              <a:avLst>
                <a:gd name="adj" fmla="val 10000"/>
              </a:avLst>
            </a:prstGeom>
            <a:ln>
              <a:solidFill>
                <a:srgbClr val="28AFB6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54" name="Rounded Rectangle 4"/>
            <p:cNvSpPr/>
            <p:nvPr/>
          </p:nvSpPr>
          <p:spPr>
            <a:xfrm>
              <a:off x="1159956" y="28351"/>
              <a:ext cx="911288" cy="1471530"/>
            </a:xfrm>
            <a:prstGeom prst="rect">
              <a:avLst/>
            </a:prstGeom>
            <a:ln>
              <a:solidFill>
                <a:srgbClr val="28AFB6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0960" tIns="60960" rIns="60960" bIns="60960" numCol="1" spcCol="1270" anchor="ctr" anchorCtr="0">
              <a:noAutofit/>
            </a:bodyPr>
            <a:lstStyle/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600" kern="1200" dirty="0" err="1"/>
                <a:t>Penanda</a:t>
              </a:r>
              <a:r>
                <a:rPr lang="en-US" sz="1600" kern="1200" dirty="0"/>
                <a:t> array </a:t>
              </a:r>
              <a:r>
                <a:rPr lang="en-US" sz="1600" kern="1200" dirty="0" err="1"/>
                <a:t>dua</a:t>
              </a:r>
              <a:r>
                <a:rPr lang="en-US" sz="1600" kern="1200" dirty="0"/>
                <a:t> </a:t>
              </a:r>
              <a:r>
                <a:rPr lang="en-US" sz="1600" kern="1200" dirty="0" err="1"/>
                <a:t>dimensi</a:t>
              </a:r>
              <a:endParaRPr lang="en-US" sz="1600" kern="1200" dirty="0"/>
            </a:p>
          </p:txBody>
        </p:sp>
      </p:grpSp>
      <p:grpSp>
        <p:nvGrpSpPr>
          <p:cNvPr id="55" name="Group 54"/>
          <p:cNvGrpSpPr/>
          <p:nvPr/>
        </p:nvGrpSpPr>
        <p:grpSpPr>
          <a:xfrm>
            <a:off x="8599334" y="4951290"/>
            <a:ext cx="967990" cy="1528232"/>
            <a:chOff x="2262217" y="0"/>
            <a:chExt cx="967990" cy="1528232"/>
          </a:xfrm>
          <a:effectLst/>
        </p:grpSpPr>
        <p:sp>
          <p:nvSpPr>
            <p:cNvPr id="56" name="Rounded Rectangle 55"/>
            <p:cNvSpPr/>
            <p:nvPr/>
          </p:nvSpPr>
          <p:spPr>
            <a:xfrm>
              <a:off x="2262217" y="0"/>
              <a:ext cx="967990" cy="1528232"/>
            </a:xfrm>
            <a:prstGeom prst="roundRect">
              <a:avLst>
                <a:gd name="adj" fmla="val 10000"/>
              </a:avLst>
            </a:prstGeom>
            <a:ln>
              <a:solidFill>
                <a:srgbClr val="28AFB6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57" name="Rounded Rectangle 4"/>
            <p:cNvSpPr/>
            <p:nvPr/>
          </p:nvSpPr>
          <p:spPr>
            <a:xfrm>
              <a:off x="2290568" y="28351"/>
              <a:ext cx="911288" cy="1471530"/>
            </a:xfrm>
            <a:prstGeom prst="rect">
              <a:avLst/>
            </a:prstGeom>
            <a:ln>
              <a:solidFill>
                <a:srgbClr val="28AFB6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0960" tIns="60960" rIns="60960" bIns="60960" numCol="1" spcCol="1270" anchor="ctr" anchorCtr="0">
              <a:noAutofit/>
            </a:bodyPr>
            <a:lstStyle/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600" kern="1200" dirty="0"/>
                <a:t>Nama </a:t>
              </a:r>
              <a:r>
                <a:rPr lang="en-US" sz="1600" kern="1200" dirty="0" err="1"/>
                <a:t>variabel</a:t>
              </a:r>
              <a:r>
                <a:rPr lang="en-US" sz="1600" kern="1200" dirty="0"/>
                <a:t> array</a:t>
              </a:r>
            </a:p>
          </p:txBody>
        </p:sp>
      </p:grpSp>
      <p:grpSp>
        <p:nvGrpSpPr>
          <p:cNvPr id="58" name="Group 57"/>
          <p:cNvGrpSpPr/>
          <p:nvPr/>
        </p:nvGrpSpPr>
        <p:grpSpPr>
          <a:xfrm>
            <a:off x="9896879" y="5060647"/>
            <a:ext cx="967990" cy="1528232"/>
            <a:chOff x="3392830" y="0"/>
            <a:chExt cx="967990" cy="1528232"/>
          </a:xfrm>
          <a:effectLst/>
        </p:grpSpPr>
        <p:sp>
          <p:nvSpPr>
            <p:cNvPr id="59" name="Rounded Rectangle 58"/>
            <p:cNvSpPr/>
            <p:nvPr/>
          </p:nvSpPr>
          <p:spPr>
            <a:xfrm>
              <a:off x="3392830" y="0"/>
              <a:ext cx="967990" cy="1528232"/>
            </a:xfrm>
            <a:prstGeom prst="roundRect">
              <a:avLst>
                <a:gd name="adj" fmla="val 10000"/>
              </a:avLst>
            </a:prstGeom>
            <a:ln>
              <a:solidFill>
                <a:srgbClr val="28AFB6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60" name="Rounded Rectangle 4"/>
            <p:cNvSpPr/>
            <p:nvPr/>
          </p:nvSpPr>
          <p:spPr>
            <a:xfrm>
              <a:off x="3421181" y="28351"/>
              <a:ext cx="911288" cy="1471530"/>
            </a:xfrm>
            <a:prstGeom prst="rect">
              <a:avLst/>
            </a:prstGeom>
            <a:ln>
              <a:solidFill>
                <a:srgbClr val="28AFB6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0960" tIns="60960" rIns="60960" bIns="60960" numCol="1" spcCol="1270" anchor="ctr" anchorCtr="0">
              <a:noAutofit/>
            </a:bodyPr>
            <a:lstStyle/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600" kern="1200" dirty="0" err="1"/>
                <a:t>Jumlah</a:t>
              </a:r>
              <a:r>
                <a:rPr lang="en-US" sz="1600" kern="1200" dirty="0"/>
                <a:t> </a:t>
              </a:r>
              <a:r>
                <a:rPr lang="en-US" sz="1600" kern="1200" dirty="0" err="1"/>
                <a:t>elemen</a:t>
              </a:r>
              <a:r>
                <a:rPr lang="en-US" sz="1600" kern="1200" dirty="0"/>
                <a:t> </a:t>
              </a:r>
              <a:r>
                <a:rPr lang="en-US" sz="1600" kern="1200" dirty="0" err="1"/>
                <a:t>dalam</a:t>
              </a:r>
              <a:r>
                <a:rPr lang="en-US" sz="1600" kern="1200" dirty="0"/>
                <a:t> array </a:t>
              </a:r>
              <a:r>
                <a:rPr lang="en-US" sz="1600" kern="1200" dirty="0" err="1"/>
                <a:t>ada</a:t>
              </a:r>
              <a:r>
                <a:rPr lang="en-US" sz="1600" kern="1200" dirty="0"/>
                <a:t> 4x5 = 20 </a:t>
              </a:r>
            </a:p>
          </p:txBody>
        </p:sp>
      </p:grpSp>
      <p:cxnSp>
        <p:nvCxnSpPr>
          <p:cNvPr id="61" name="Straight Arrow Connector 60"/>
          <p:cNvCxnSpPr>
            <a:cxnSpLocks/>
            <a:stCxn id="51" idx="0"/>
          </p:cNvCxnSpPr>
          <p:nvPr/>
        </p:nvCxnSpPr>
        <p:spPr>
          <a:xfrm flipH="1" flipV="1">
            <a:off x="6398189" y="4151088"/>
            <a:ext cx="177414" cy="856904"/>
          </a:xfrm>
          <a:prstGeom prst="straightConnector1">
            <a:avLst/>
          </a:prstGeom>
          <a:ln>
            <a:solidFill>
              <a:srgbClr val="28AFB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>
            <a:cxnSpLocks/>
            <a:stCxn id="57" idx="0"/>
          </p:cNvCxnSpPr>
          <p:nvPr/>
        </p:nvCxnSpPr>
        <p:spPr>
          <a:xfrm flipH="1" flipV="1">
            <a:off x="7243855" y="4095095"/>
            <a:ext cx="1839474" cy="884546"/>
          </a:xfrm>
          <a:prstGeom prst="straightConnector1">
            <a:avLst/>
          </a:prstGeom>
          <a:ln>
            <a:solidFill>
              <a:srgbClr val="28AFB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>
            <a:cxnSpLocks/>
            <a:stCxn id="59" idx="0"/>
          </p:cNvCxnSpPr>
          <p:nvPr/>
        </p:nvCxnSpPr>
        <p:spPr>
          <a:xfrm flipH="1" flipV="1">
            <a:off x="8700290" y="4095093"/>
            <a:ext cx="1680584" cy="965554"/>
          </a:xfrm>
          <a:prstGeom prst="straightConnector1">
            <a:avLst/>
          </a:prstGeom>
          <a:ln>
            <a:solidFill>
              <a:srgbClr val="28AFB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>
            <a:cxnSpLocks/>
            <a:stCxn id="53" idx="0"/>
          </p:cNvCxnSpPr>
          <p:nvPr/>
        </p:nvCxnSpPr>
        <p:spPr>
          <a:xfrm flipH="1" flipV="1">
            <a:off x="6753019" y="4142264"/>
            <a:ext cx="1064766" cy="876614"/>
          </a:xfrm>
          <a:prstGeom prst="straightConnector1">
            <a:avLst/>
          </a:prstGeom>
          <a:ln>
            <a:solidFill>
              <a:srgbClr val="28AFB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>
            <a:cxnSpLocks/>
            <a:stCxn id="53" idx="0"/>
          </p:cNvCxnSpPr>
          <p:nvPr/>
        </p:nvCxnSpPr>
        <p:spPr>
          <a:xfrm flipH="1" flipV="1">
            <a:off x="6902205" y="4095094"/>
            <a:ext cx="915580" cy="923784"/>
          </a:xfrm>
          <a:prstGeom prst="straightConnector1">
            <a:avLst/>
          </a:prstGeom>
          <a:ln>
            <a:solidFill>
              <a:srgbClr val="28AFB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>
            <a:cxnSpLocks/>
            <a:stCxn id="59" idx="0"/>
          </p:cNvCxnSpPr>
          <p:nvPr/>
        </p:nvCxnSpPr>
        <p:spPr>
          <a:xfrm flipH="1" flipV="1">
            <a:off x="9163276" y="4095093"/>
            <a:ext cx="1217598" cy="965554"/>
          </a:xfrm>
          <a:prstGeom prst="straightConnector1">
            <a:avLst/>
          </a:prstGeom>
          <a:ln>
            <a:solidFill>
              <a:srgbClr val="28AFB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7" name="Group 66"/>
          <p:cNvGrpSpPr/>
          <p:nvPr/>
        </p:nvGrpSpPr>
        <p:grpSpPr>
          <a:xfrm>
            <a:off x="1089690" y="5808986"/>
            <a:ext cx="3290188" cy="455715"/>
            <a:chOff x="0" y="318234"/>
            <a:chExt cx="10704286" cy="455715"/>
          </a:xfrm>
          <a:effectLst/>
        </p:grpSpPr>
        <p:sp>
          <p:nvSpPr>
            <p:cNvPr id="68" name="Rounded Rectangle 67"/>
            <p:cNvSpPr/>
            <p:nvPr/>
          </p:nvSpPr>
          <p:spPr>
            <a:xfrm>
              <a:off x="0" y="318234"/>
              <a:ext cx="10704286" cy="455715"/>
            </a:xfrm>
            <a:prstGeom prst="roundRect">
              <a:avLst/>
            </a:prstGeom>
            <a:ln>
              <a:solidFill>
                <a:srgbClr val="28AFB6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69" name="Rounded Rectangle 4"/>
            <p:cNvSpPr/>
            <p:nvPr/>
          </p:nvSpPr>
          <p:spPr>
            <a:xfrm>
              <a:off x="22246" y="340480"/>
              <a:ext cx="10659794" cy="411223"/>
            </a:xfrm>
            <a:prstGeom prst="rect">
              <a:avLst/>
            </a:prstGeom>
            <a:ln>
              <a:solidFill>
                <a:srgbClr val="28AFB6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2390" tIns="72390" rIns="72390" bIns="72390" numCol="1" spcCol="1270" anchor="ctr" anchorCtr="0">
              <a:noAutofit/>
            </a:bodyPr>
            <a:lstStyle/>
            <a:p>
              <a:pPr lvl="0" algn="l"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600" kern="1200" dirty="0" err="1"/>
                <a:t>Ilustrasi</a:t>
              </a:r>
              <a:r>
                <a:rPr lang="en-US" sz="1600" kern="1200" dirty="0"/>
                <a:t> </a:t>
              </a:r>
              <a:r>
                <a:rPr lang="en-US" sz="1600" kern="1200" dirty="0" err="1"/>
                <a:t>elemen</a:t>
              </a:r>
              <a:r>
                <a:rPr lang="en-US" sz="1600" kern="1200" dirty="0"/>
                <a:t> yang </a:t>
              </a:r>
              <a:r>
                <a:rPr lang="en-US" sz="1600" kern="1200" dirty="0" err="1"/>
                <a:t>telah</a:t>
              </a:r>
              <a:r>
                <a:rPr lang="en-US" sz="1600" kern="1200" dirty="0"/>
                <a:t> </a:t>
              </a:r>
              <a:r>
                <a:rPr lang="en-US" sz="1600" kern="1200" dirty="0" err="1"/>
                <a:t>terisi</a:t>
              </a:r>
              <a:r>
                <a:rPr lang="en-US" sz="1600" kern="1200" dirty="0"/>
                <a:t> </a:t>
              </a:r>
              <a:r>
                <a:rPr lang="en-US" sz="1600" kern="1200" dirty="0" err="1"/>
                <a:t>nilai</a:t>
              </a:r>
              <a:endParaRPr lang="en-US" sz="1600" kern="1200" dirty="0"/>
            </a:p>
          </p:txBody>
        </p:sp>
      </p:grpSp>
      <p:cxnSp>
        <p:nvCxnSpPr>
          <p:cNvPr id="71" name="Straight Arrow Connector 70"/>
          <p:cNvCxnSpPr>
            <a:cxnSpLocks/>
            <a:stCxn id="69" idx="0"/>
          </p:cNvCxnSpPr>
          <p:nvPr/>
        </p:nvCxnSpPr>
        <p:spPr>
          <a:xfrm flipV="1">
            <a:off x="2734784" y="5390944"/>
            <a:ext cx="627928" cy="440288"/>
          </a:xfrm>
          <a:prstGeom prst="straightConnector1">
            <a:avLst/>
          </a:prstGeom>
          <a:ln>
            <a:solidFill>
              <a:srgbClr val="28AFB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6AE51E9F-6B81-4672-9E5C-949CF24BC952}"/>
              </a:ext>
            </a:extLst>
          </p:cNvPr>
          <p:cNvSpPr txBox="1"/>
          <p:nvPr/>
        </p:nvSpPr>
        <p:spPr>
          <a:xfrm>
            <a:off x="2219706" y="1389683"/>
            <a:ext cx="2652866" cy="490776"/>
          </a:xfrm>
          <a:prstGeom prst="frame">
            <a:avLst/>
          </a:prstGeom>
          <a:solidFill>
            <a:srgbClr val="28AFB6"/>
          </a:solidFill>
          <a:ln>
            <a:solidFill>
              <a:srgbClr val="28AFB6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Deklarasi</a:t>
            </a:r>
            <a:r>
              <a:rPr lang="en-US" dirty="0"/>
              <a:t> array 2 </a:t>
            </a:r>
            <a:r>
              <a:rPr lang="en-US" dirty="0" err="1"/>
              <a:t>dimensi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6435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  <p:sndAc>
          <p:stSnd>
            <p:snd r:embed="rId2" name="click.wav"/>
          </p:stSnd>
        </p:sndAc>
      </p:transition>
    </mc:Choice>
    <mc:Fallback xmlns="">
      <p:transition spd="slow">
        <p:fade/>
        <p:sndAc>
          <p:stSnd>
            <p:snd r:embed="rId9" name="click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Graphic spid="7" grpId="0">
        <p:bldAsOne/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7387090B-1FDE-44AD-A292-9940DB685BB7}"/>
              </a:ext>
            </a:extLst>
          </p:cNvPr>
          <p:cNvSpPr txBox="1">
            <a:spLocks noChangeArrowheads="1"/>
          </p:cNvSpPr>
          <p:nvPr/>
        </p:nvSpPr>
        <p:spPr bwMode="auto">
          <a:xfrm rot="10800000" flipH="1" flipV="1">
            <a:off x="3000096" y="604240"/>
            <a:ext cx="5571045" cy="474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907" tIns="41454" rIns="82907" bIns="41454" anchor="t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en-US" altLang="en-US" sz="2500" dirty="0">
                <a:latin typeface="MV Boli" panose="02000500030200090000" pitchFamily="2" charset="0"/>
                <a:cs typeface="MV Boli" panose="02000500030200090000" pitchFamily="2" charset="0"/>
              </a:rPr>
              <a:t>Linked List</a:t>
            </a:r>
            <a:endParaRPr lang="en-US" dirty="0"/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03B2CF9B-C7E0-4505-9294-E8DA0320B39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03604024"/>
              </p:ext>
            </p:extLst>
          </p:nvPr>
        </p:nvGraphicFramePr>
        <p:xfrm>
          <a:off x="1542230" y="1480458"/>
          <a:ext cx="9554936" cy="41392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812740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8" name="whoosh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AsOne/>
      </p:bldGraphic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7387090B-1FDE-44AD-A292-9940DB685BB7}"/>
              </a:ext>
            </a:extLst>
          </p:cNvPr>
          <p:cNvSpPr txBox="1">
            <a:spLocks noChangeArrowheads="1"/>
          </p:cNvSpPr>
          <p:nvPr/>
        </p:nvSpPr>
        <p:spPr bwMode="auto">
          <a:xfrm rot="10800000" flipH="1" flipV="1">
            <a:off x="3000096" y="604240"/>
            <a:ext cx="5571045" cy="474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907" tIns="41454" rIns="82907" bIns="41454" anchor="t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en-US" altLang="en-US" sz="2500" dirty="0">
                <a:latin typeface="MV Boli" panose="02000500030200090000" pitchFamily="2" charset="0"/>
                <a:cs typeface="MV Boli" panose="02000500030200090000" pitchFamily="2" charset="0"/>
              </a:rPr>
              <a:t>Linked List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D80658-E102-4140-BCB7-761E90E22CFC}"/>
              </a:ext>
            </a:extLst>
          </p:cNvPr>
          <p:cNvSpPr txBox="1"/>
          <p:nvPr/>
        </p:nvSpPr>
        <p:spPr>
          <a:xfrm>
            <a:off x="6161145" y="3622182"/>
            <a:ext cx="2827620" cy="401479"/>
          </a:xfrm>
          <a:prstGeom prst="snip2SameRect">
            <a:avLst/>
          </a:prstGeom>
          <a:noFill/>
          <a:ln>
            <a:solidFill>
              <a:srgbClr val="28AFB6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Rangkaian</a:t>
            </a:r>
            <a:r>
              <a:rPr lang="en-US" dirty="0"/>
              <a:t> Singly Linked List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BB81B73-C77E-46BE-8E1D-8E72441EF1E6}"/>
              </a:ext>
            </a:extLst>
          </p:cNvPr>
          <p:cNvGrpSpPr/>
          <p:nvPr/>
        </p:nvGrpSpPr>
        <p:grpSpPr>
          <a:xfrm>
            <a:off x="418318" y="2549688"/>
            <a:ext cx="5094326" cy="760790"/>
            <a:chOff x="637850" y="1937874"/>
            <a:chExt cx="5094326" cy="760790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7038BD12-02F8-4EDD-8EA4-3D7C1C5A4262}"/>
                </a:ext>
              </a:extLst>
            </p:cNvPr>
            <p:cNvPicPr/>
            <p:nvPr/>
          </p:nvPicPr>
          <p:blipFill rotWithShape="1">
            <a:blip r:embed="rId3"/>
            <a:srcRect l="31692" t="38875" r="25258" b="49162"/>
            <a:stretch/>
          </p:blipFill>
          <p:spPr bwMode="auto">
            <a:xfrm>
              <a:off x="637850" y="1937874"/>
              <a:ext cx="5094326" cy="760790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84902930-2606-4F20-B088-68E76FB0D99C}"/>
                </a:ext>
              </a:extLst>
            </p:cNvPr>
            <p:cNvGrpSpPr/>
            <p:nvPr/>
          </p:nvGrpSpPr>
          <p:grpSpPr>
            <a:xfrm>
              <a:off x="2361536" y="2000515"/>
              <a:ext cx="1095375" cy="469901"/>
              <a:chOff x="7369175" y="1993899"/>
              <a:chExt cx="1108075" cy="473076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3F5D9D05-59F7-4B1C-8BEF-D8010BEFDAA3}"/>
                  </a:ext>
                </a:extLst>
              </p:cNvPr>
              <p:cNvSpPr/>
              <p:nvPr/>
            </p:nvSpPr>
            <p:spPr>
              <a:xfrm>
                <a:off x="7369175" y="1993899"/>
                <a:ext cx="1108075" cy="466726"/>
              </a:xfrm>
              <a:prstGeom prst="rect">
                <a:avLst/>
              </a:prstGeom>
              <a:solidFill>
                <a:srgbClr val="BAEDF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9399A270-999A-4A61-8AD0-BAE8509D0C94}"/>
                  </a:ext>
                </a:extLst>
              </p:cNvPr>
              <p:cNvCxnSpPr>
                <a:cxnSpLocks/>
                <a:stCxn id="14" idx="0"/>
              </p:cNvCxnSpPr>
              <p:nvPr/>
            </p:nvCxnSpPr>
            <p:spPr>
              <a:xfrm>
                <a:off x="7923213" y="1993899"/>
                <a:ext cx="1587" cy="47307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516AB84-E50E-4519-948D-035152DA16A1}"/>
                </a:ext>
              </a:extLst>
            </p:cNvPr>
            <p:cNvSpPr txBox="1"/>
            <p:nvPr/>
          </p:nvSpPr>
          <p:spPr>
            <a:xfrm>
              <a:off x="2381806" y="2072873"/>
              <a:ext cx="54078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a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10447AFD-7879-4519-861F-84C6D66F2678}"/>
                </a:ext>
              </a:extLst>
            </p:cNvPr>
            <p:cNvSpPr/>
            <p:nvPr/>
          </p:nvSpPr>
          <p:spPr>
            <a:xfrm>
              <a:off x="3143691" y="2187249"/>
              <a:ext cx="103910" cy="10224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8B4759AC-9A81-4343-8779-0FFE23CFF6C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47601" y="2225435"/>
              <a:ext cx="672066" cy="341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A10D748E-EDD8-4A26-A436-6ACD441FF27E}"/>
              </a:ext>
            </a:extLst>
          </p:cNvPr>
          <p:cNvSpPr txBox="1"/>
          <p:nvPr/>
        </p:nvSpPr>
        <p:spPr>
          <a:xfrm>
            <a:off x="1310575" y="3481545"/>
            <a:ext cx="15477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Nama </a:t>
            </a:r>
            <a:r>
              <a:rPr lang="en-US" dirty="0" err="1"/>
              <a:t>elemen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CCE4E75-8C3B-4028-9ECD-433B24EE5984}"/>
              </a:ext>
            </a:extLst>
          </p:cNvPr>
          <p:cNvSpPr txBox="1"/>
          <p:nvPr/>
        </p:nvSpPr>
        <p:spPr>
          <a:xfrm>
            <a:off x="1813339" y="3895727"/>
            <a:ext cx="273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Pointer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penunjuk</a:t>
            </a:r>
            <a:r>
              <a:rPr lang="en-US" dirty="0"/>
              <a:t> </a:t>
            </a:r>
            <a:r>
              <a:rPr lang="en-US" dirty="0" err="1"/>
              <a:t>arah</a:t>
            </a:r>
            <a:endParaRPr lang="en-US" dirty="0"/>
          </a:p>
        </p:txBody>
      </p:sp>
      <p:sp>
        <p:nvSpPr>
          <p:cNvPr id="18" name="Rounded Rectangle 19">
            <a:extLst>
              <a:ext uri="{FF2B5EF4-FFF2-40B4-BE49-F238E27FC236}">
                <a16:creationId xmlns:a16="http://schemas.microsoft.com/office/drawing/2014/main" id="{1A7EAE3C-7C21-4B44-92A8-214118237733}"/>
              </a:ext>
            </a:extLst>
          </p:cNvPr>
          <p:cNvSpPr/>
          <p:nvPr/>
        </p:nvSpPr>
        <p:spPr>
          <a:xfrm>
            <a:off x="2182005" y="2635218"/>
            <a:ext cx="487754" cy="404062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21">
            <a:extLst>
              <a:ext uri="{FF2B5EF4-FFF2-40B4-BE49-F238E27FC236}">
                <a16:creationId xmlns:a16="http://schemas.microsoft.com/office/drawing/2014/main" id="{85492CCD-C191-4ABB-BE8E-904964696D05}"/>
              </a:ext>
            </a:extLst>
          </p:cNvPr>
          <p:cNvSpPr/>
          <p:nvPr/>
        </p:nvSpPr>
        <p:spPr>
          <a:xfrm>
            <a:off x="2728718" y="2642408"/>
            <a:ext cx="1056348" cy="404062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CCDF29C-CFF8-43BC-ABAF-1277ED31003C}"/>
              </a:ext>
            </a:extLst>
          </p:cNvPr>
          <p:cNvSpPr/>
          <p:nvPr/>
        </p:nvSpPr>
        <p:spPr>
          <a:xfrm>
            <a:off x="2078095" y="3126413"/>
            <a:ext cx="1138377" cy="15529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ounded Rectangle 23">
            <a:extLst>
              <a:ext uri="{FF2B5EF4-FFF2-40B4-BE49-F238E27FC236}">
                <a16:creationId xmlns:a16="http://schemas.microsoft.com/office/drawing/2014/main" id="{F61C48E6-CBFD-406D-AF10-3F9C99259E77}"/>
              </a:ext>
            </a:extLst>
          </p:cNvPr>
          <p:cNvSpPr/>
          <p:nvPr/>
        </p:nvSpPr>
        <p:spPr>
          <a:xfrm>
            <a:off x="2078095" y="2528422"/>
            <a:ext cx="1260809" cy="618773"/>
          </a:xfrm>
          <a:prstGeom prst="roundRect">
            <a:avLst/>
          </a:prstGeom>
          <a:noFill/>
          <a:ln w="28575">
            <a:solidFill>
              <a:srgbClr val="28AF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8735EE4-CAE9-43FF-8E33-F59778A7C389}"/>
              </a:ext>
            </a:extLst>
          </p:cNvPr>
          <p:cNvSpPr txBox="1"/>
          <p:nvPr/>
        </p:nvSpPr>
        <p:spPr>
          <a:xfrm>
            <a:off x="521595" y="3128886"/>
            <a:ext cx="692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Node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619DF7C-0ED2-4EFA-AC46-9B02E86DD104}"/>
              </a:ext>
            </a:extLst>
          </p:cNvPr>
          <p:cNvCxnSpPr>
            <a:stCxn id="18" idx="2"/>
          </p:cNvCxnSpPr>
          <p:nvPr/>
        </p:nvCxnSpPr>
        <p:spPr>
          <a:xfrm>
            <a:off x="2425882" y="3039280"/>
            <a:ext cx="0" cy="574324"/>
          </a:xfrm>
          <a:prstGeom prst="straightConnector1">
            <a:avLst/>
          </a:prstGeom>
          <a:ln w="28575">
            <a:solidFill>
              <a:srgbClr val="28AFB6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8854613-03C4-485E-8188-2145ADCA2C2D}"/>
              </a:ext>
            </a:extLst>
          </p:cNvPr>
          <p:cNvCxnSpPr>
            <a:cxnSpLocks/>
          </p:cNvCxnSpPr>
          <p:nvPr/>
        </p:nvCxnSpPr>
        <p:spPr>
          <a:xfrm>
            <a:off x="2978830" y="2936713"/>
            <a:ext cx="0" cy="1005840"/>
          </a:xfrm>
          <a:prstGeom prst="straightConnector1">
            <a:avLst/>
          </a:prstGeom>
          <a:ln w="28575">
            <a:solidFill>
              <a:srgbClr val="28AFB6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ounded Rectangle 41">
            <a:extLst>
              <a:ext uri="{FF2B5EF4-FFF2-40B4-BE49-F238E27FC236}">
                <a16:creationId xmlns:a16="http://schemas.microsoft.com/office/drawing/2014/main" id="{8B5E034D-5A19-4599-A498-E2D6AB6557A2}"/>
              </a:ext>
            </a:extLst>
          </p:cNvPr>
          <p:cNvSpPr/>
          <p:nvPr/>
        </p:nvSpPr>
        <p:spPr>
          <a:xfrm>
            <a:off x="6260407" y="5076488"/>
            <a:ext cx="1086091" cy="533026"/>
          </a:xfrm>
          <a:prstGeom prst="roundRect">
            <a:avLst/>
          </a:prstGeom>
          <a:noFill/>
          <a:ln w="28575">
            <a:solidFill>
              <a:srgbClr val="28AF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ounded Rectangle 42">
            <a:extLst>
              <a:ext uri="{FF2B5EF4-FFF2-40B4-BE49-F238E27FC236}">
                <a16:creationId xmlns:a16="http://schemas.microsoft.com/office/drawing/2014/main" id="{A1CCBB19-7C7A-4654-AE16-A6D6D0BE1041}"/>
              </a:ext>
            </a:extLst>
          </p:cNvPr>
          <p:cNvSpPr/>
          <p:nvPr/>
        </p:nvSpPr>
        <p:spPr>
          <a:xfrm>
            <a:off x="10299914" y="5070519"/>
            <a:ext cx="1086091" cy="533026"/>
          </a:xfrm>
          <a:prstGeom prst="roundRect">
            <a:avLst/>
          </a:prstGeom>
          <a:noFill/>
          <a:ln w="28575">
            <a:solidFill>
              <a:srgbClr val="28AF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E69F9897-7944-4A78-B1DB-FA83A3C4576A}"/>
              </a:ext>
            </a:extLst>
          </p:cNvPr>
          <p:cNvCxnSpPr>
            <a:endCxn id="74" idx="2"/>
          </p:cNvCxnSpPr>
          <p:nvPr/>
        </p:nvCxnSpPr>
        <p:spPr>
          <a:xfrm flipH="1" flipV="1">
            <a:off x="10842959" y="4681125"/>
            <a:ext cx="2" cy="375907"/>
          </a:xfrm>
          <a:prstGeom prst="straightConnector1">
            <a:avLst/>
          </a:prstGeom>
          <a:ln w="28575">
            <a:solidFill>
              <a:srgbClr val="28AFB6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DD6E6592-8D29-4733-AC45-00EC39CF4007}"/>
              </a:ext>
            </a:extLst>
          </p:cNvPr>
          <p:cNvSpPr txBox="1"/>
          <p:nvPr/>
        </p:nvSpPr>
        <p:spPr>
          <a:xfrm>
            <a:off x="6501839" y="4307591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Head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D3E2D1F-0927-4A04-B885-EA8993018973}"/>
              </a:ext>
            </a:extLst>
          </p:cNvPr>
          <p:cNvSpPr txBox="1"/>
          <p:nvPr/>
        </p:nvSpPr>
        <p:spPr>
          <a:xfrm>
            <a:off x="10595327" y="4311793"/>
            <a:ext cx="4952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Tail</a:t>
            </a:r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C1FF660E-0C77-49E1-B133-D69E67118530}"/>
              </a:ext>
            </a:extLst>
          </p:cNvPr>
          <p:cNvCxnSpPr/>
          <p:nvPr/>
        </p:nvCxnSpPr>
        <p:spPr>
          <a:xfrm flipH="1" flipV="1">
            <a:off x="6803941" y="4696985"/>
            <a:ext cx="2" cy="375907"/>
          </a:xfrm>
          <a:prstGeom prst="straightConnector1">
            <a:avLst/>
          </a:prstGeom>
          <a:ln w="28575">
            <a:solidFill>
              <a:srgbClr val="28AFB6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50731404-F4C3-4568-B6A2-AE7AB76B2584}"/>
              </a:ext>
            </a:extLst>
          </p:cNvPr>
          <p:cNvGrpSpPr/>
          <p:nvPr/>
        </p:nvGrpSpPr>
        <p:grpSpPr>
          <a:xfrm>
            <a:off x="6278548" y="5149750"/>
            <a:ext cx="5781757" cy="402299"/>
            <a:chOff x="5278423" y="5187034"/>
            <a:chExt cx="5781757" cy="402299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FE605B8-278C-47D8-9B68-9A543A98F2D4}"/>
                </a:ext>
              </a:extLst>
            </p:cNvPr>
            <p:cNvGrpSpPr/>
            <p:nvPr/>
          </p:nvGrpSpPr>
          <p:grpSpPr>
            <a:xfrm>
              <a:off x="5278423" y="5187034"/>
              <a:ext cx="1379398" cy="384853"/>
              <a:chOff x="6708165" y="4709463"/>
              <a:chExt cx="1379398" cy="384853"/>
            </a:xfrm>
          </p:grpSpPr>
          <p:grpSp>
            <p:nvGrpSpPr>
              <p:cNvPr id="77" name="Group 76">
                <a:extLst>
                  <a:ext uri="{FF2B5EF4-FFF2-40B4-BE49-F238E27FC236}">
                    <a16:creationId xmlns:a16="http://schemas.microsoft.com/office/drawing/2014/main" id="{807C7D3F-86A5-4AC0-A9B8-24D22B5830D2}"/>
                  </a:ext>
                </a:extLst>
              </p:cNvPr>
              <p:cNvGrpSpPr/>
              <p:nvPr/>
            </p:nvGrpSpPr>
            <p:grpSpPr>
              <a:xfrm>
                <a:off x="6742691" y="4709463"/>
                <a:ext cx="940622" cy="384853"/>
                <a:chOff x="7369175" y="1993899"/>
                <a:chExt cx="1108075" cy="473076"/>
              </a:xfrm>
              <a:solidFill>
                <a:srgbClr val="BAEDF0"/>
              </a:solidFill>
            </p:grpSpPr>
            <p:sp>
              <p:nvSpPr>
                <p:cNvPr id="81" name="Rectangle 80">
                  <a:extLst>
                    <a:ext uri="{FF2B5EF4-FFF2-40B4-BE49-F238E27FC236}">
                      <a16:creationId xmlns:a16="http://schemas.microsoft.com/office/drawing/2014/main" id="{1BB9330C-B9D9-4F89-A6D8-A8155902AAB8}"/>
                    </a:ext>
                  </a:extLst>
                </p:cNvPr>
                <p:cNvSpPr/>
                <p:nvPr/>
              </p:nvSpPr>
              <p:spPr>
                <a:xfrm>
                  <a:off x="7369175" y="1993899"/>
                  <a:ext cx="1108075" cy="466726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82" name="Straight Connector 81">
                  <a:extLst>
                    <a:ext uri="{FF2B5EF4-FFF2-40B4-BE49-F238E27FC236}">
                      <a16:creationId xmlns:a16="http://schemas.microsoft.com/office/drawing/2014/main" id="{3E6B53D3-E8F4-4CEC-B711-B163BAA36C3B}"/>
                    </a:ext>
                  </a:extLst>
                </p:cNvPr>
                <p:cNvCxnSpPr>
                  <a:cxnSpLocks/>
                  <a:stCxn id="81" idx="0"/>
                </p:cNvCxnSpPr>
                <p:nvPr/>
              </p:nvCxnSpPr>
              <p:spPr>
                <a:xfrm>
                  <a:off x="7923213" y="1993899"/>
                  <a:ext cx="1587" cy="473076"/>
                </a:xfrm>
                <a:prstGeom prst="line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BFEA7295-B59A-4D7C-B819-B03647039A72}"/>
                  </a:ext>
                </a:extLst>
              </p:cNvPr>
              <p:cNvSpPr txBox="1"/>
              <p:nvPr/>
            </p:nvSpPr>
            <p:spPr>
              <a:xfrm>
                <a:off x="6708165" y="4729746"/>
                <a:ext cx="58007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/>
                  <a:t>a</a:t>
                </a:r>
              </a:p>
            </p:txBody>
          </p:sp>
          <p:sp>
            <p:nvSpPr>
              <p:cNvPr id="79" name="Oval 78">
                <a:extLst>
                  <a:ext uri="{FF2B5EF4-FFF2-40B4-BE49-F238E27FC236}">
                    <a16:creationId xmlns:a16="http://schemas.microsoft.com/office/drawing/2014/main" id="{8095642D-E3C1-4E98-939E-966E1813F416}"/>
                  </a:ext>
                </a:extLst>
              </p:cNvPr>
              <p:cNvSpPr/>
              <p:nvPr/>
            </p:nvSpPr>
            <p:spPr>
              <a:xfrm>
                <a:off x="7402869" y="4860017"/>
                <a:ext cx="89230" cy="83743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A0858F44-D734-409D-9FA7-0DC525797B6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47483" y="4899023"/>
                <a:ext cx="640080" cy="283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E18231A3-4D6C-48CE-8E4A-7ABAE755F4DC}"/>
                </a:ext>
              </a:extLst>
            </p:cNvPr>
            <p:cNvGrpSpPr/>
            <p:nvPr/>
          </p:nvGrpSpPr>
          <p:grpSpPr>
            <a:xfrm>
              <a:off x="6632421" y="5204480"/>
              <a:ext cx="1379398" cy="384853"/>
              <a:chOff x="6708165" y="4709463"/>
              <a:chExt cx="1379398" cy="384853"/>
            </a:xfrm>
          </p:grpSpPr>
          <p:grpSp>
            <p:nvGrpSpPr>
              <p:cNvPr id="91" name="Group 90">
                <a:extLst>
                  <a:ext uri="{FF2B5EF4-FFF2-40B4-BE49-F238E27FC236}">
                    <a16:creationId xmlns:a16="http://schemas.microsoft.com/office/drawing/2014/main" id="{DA46CD93-603A-4C21-A821-C7E219278A64}"/>
                  </a:ext>
                </a:extLst>
              </p:cNvPr>
              <p:cNvGrpSpPr/>
              <p:nvPr/>
            </p:nvGrpSpPr>
            <p:grpSpPr>
              <a:xfrm>
                <a:off x="6742691" y="4709463"/>
                <a:ext cx="940622" cy="384853"/>
                <a:chOff x="7369175" y="1993899"/>
                <a:chExt cx="1108075" cy="473076"/>
              </a:xfrm>
              <a:solidFill>
                <a:srgbClr val="BAEDF0"/>
              </a:solidFill>
            </p:grpSpPr>
            <p:sp>
              <p:nvSpPr>
                <p:cNvPr id="95" name="Rectangle 94">
                  <a:extLst>
                    <a:ext uri="{FF2B5EF4-FFF2-40B4-BE49-F238E27FC236}">
                      <a16:creationId xmlns:a16="http://schemas.microsoft.com/office/drawing/2014/main" id="{73F99E13-39B5-41D3-B26C-78D4DA868728}"/>
                    </a:ext>
                  </a:extLst>
                </p:cNvPr>
                <p:cNvSpPr/>
                <p:nvPr/>
              </p:nvSpPr>
              <p:spPr>
                <a:xfrm>
                  <a:off x="7369175" y="1993899"/>
                  <a:ext cx="1108075" cy="466726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96" name="Straight Connector 95">
                  <a:extLst>
                    <a:ext uri="{FF2B5EF4-FFF2-40B4-BE49-F238E27FC236}">
                      <a16:creationId xmlns:a16="http://schemas.microsoft.com/office/drawing/2014/main" id="{45C951E4-7FB4-48A9-867A-6E706810184D}"/>
                    </a:ext>
                  </a:extLst>
                </p:cNvPr>
                <p:cNvCxnSpPr>
                  <a:cxnSpLocks/>
                  <a:stCxn id="95" idx="0"/>
                </p:cNvCxnSpPr>
                <p:nvPr/>
              </p:nvCxnSpPr>
              <p:spPr>
                <a:xfrm>
                  <a:off x="7923213" y="1993899"/>
                  <a:ext cx="1587" cy="473076"/>
                </a:xfrm>
                <a:prstGeom prst="line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5FC40366-D7F4-45B7-8955-7A393E0C615A}"/>
                  </a:ext>
                </a:extLst>
              </p:cNvPr>
              <p:cNvSpPr txBox="1"/>
              <p:nvPr/>
            </p:nvSpPr>
            <p:spPr>
              <a:xfrm>
                <a:off x="6708165" y="4729746"/>
                <a:ext cx="58007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/>
                  <a:t>b</a:t>
                </a:r>
              </a:p>
            </p:txBody>
          </p:sp>
          <p:sp>
            <p:nvSpPr>
              <p:cNvPr id="93" name="Oval 92">
                <a:extLst>
                  <a:ext uri="{FF2B5EF4-FFF2-40B4-BE49-F238E27FC236}">
                    <a16:creationId xmlns:a16="http://schemas.microsoft.com/office/drawing/2014/main" id="{9D89FC29-35C0-4A9D-83C1-199093B559C0}"/>
                  </a:ext>
                </a:extLst>
              </p:cNvPr>
              <p:cNvSpPr/>
              <p:nvPr/>
            </p:nvSpPr>
            <p:spPr>
              <a:xfrm>
                <a:off x="7402869" y="4860017"/>
                <a:ext cx="89230" cy="83743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0971063C-B180-4BB2-95AB-5437345EE49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47483" y="4899023"/>
                <a:ext cx="640080" cy="283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7" name="Group 96">
              <a:extLst>
                <a:ext uri="{FF2B5EF4-FFF2-40B4-BE49-F238E27FC236}">
                  <a16:creationId xmlns:a16="http://schemas.microsoft.com/office/drawing/2014/main" id="{EB60D3FA-44AB-48AF-921F-2C1A30F2AF2A}"/>
                </a:ext>
              </a:extLst>
            </p:cNvPr>
            <p:cNvGrpSpPr/>
            <p:nvPr/>
          </p:nvGrpSpPr>
          <p:grpSpPr>
            <a:xfrm>
              <a:off x="7988562" y="5202924"/>
              <a:ext cx="1379398" cy="384853"/>
              <a:chOff x="6708165" y="4709463"/>
              <a:chExt cx="1379398" cy="384853"/>
            </a:xfrm>
          </p:grpSpPr>
          <p:grpSp>
            <p:nvGrpSpPr>
              <p:cNvPr id="98" name="Group 97">
                <a:extLst>
                  <a:ext uri="{FF2B5EF4-FFF2-40B4-BE49-F238E27FC236}">
                    <a16:creationId xmlns:a16="http://schemas.microsoft.com/office/drawing/2014/main" id="{9AE46FFD-0010-41CF-8A56-C46A5F5AE0F3}"/>
                  </a:ext>
                </a:extLst>
              </p:cNvPr>
              <p:cNvGrpSpPr/>
              <p:nvPr/>
            </p:nvGrpSpPr>
            <p:grpSpPr>
              <a:xfrm>
                <a:off x="6742691" y="4709463"/>
                <a:ext cx="940622" cy="384853"/>
                <a:chOff x="7369175" y="1993899"/>
                <a:chExt cx="1108075" cy="473076"/>
              </a:xfrm>
              <a:solidFill>
                <a:srgbClr val="BAEDF0"/>
              </a:solidFill>
            </p:grpSpPr>
            <p:sp>
              <p:nvSpPr>
                <p:cNvPr id="102" name="Rectangle 101">
                  <a:extLst>
                    <a:ext uri="{FF2B5EF4-FFF2-40B4-BE49-F238E27FC236}">
                      <a16:creationId xmlns:a16="http://schemas.microsoft.com/office/drawing/2014/main" id="{90BF9086-9102-462A-8077-7911E93C9801}"/>
                    </a:ext>
                  </a:extLst>
                </p:cNvPr>
                <p:cNvSpPr/>
                <p:nvPr/>
              </p:nvSpPr>
              <p:spPr>
                <a:xfrm>
                  <a:off x="7369175" y="1993899"/>
                  <a:ext cx="1108075" cy="466726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03" name="Straight Connector 102">
                  <a:extLst>
                    <a:ext uri="{FF2B5EF4-FFF2-40B4-BE49-F238E27FC236}">
                      <a16:creationId xmlns:a16="http://schemas.microsoft.com/office/drawing/2014/main" id="{D413F977-EB73-4F87-8F6E-6D31023E3F6C}"/>
                    </a:ext>
                  </a:extLst>
                </p:cNvPr>
                <p:cNvCxnSpPr>
                  <a:cxnSpLocks/>
                  <a:stCxn id="102" idx="0"/>
                </p:cNvCxnSpPr>
                <p:nvPr/>
              </p:nvCxnSpPr>
              <p:spPr>
                <a:xfrm>
                  <a:off x="7923213" y="1993899"/>
                  <a:ext cx="1587" cy="473076"/>
                </a:xfrm>
                <a:prstGeom prst="line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006789C6-3CAC-42FD-9D2D-0A9BC18A32EE}"/>
                  </a:ext>
                </a:extLst>
              </p:cNvPr>
              <p:cNvSpPr txBox="1"/>
              <p:nvPr/>
            </p:nvSpPr>
            <p:spPr>
              <a:xfrm>
                <a:off x="6708165" y="4729746"/>
                <a:ext cx="58007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/>
                  <a:t>c</a:t>
                </a:r>
              </a:p>
            </p:txBody>
          </p:sp>
          <p:sp>
            <p:nvSpPr>
              <p:cNvPr id="100" name="Oval 99">
                <a:extLst>
                  <a:ext uri="{FF2B5EF4-FFF2-40B4-BE49-F238E27FC236}">
                    <a16:creationId xmlns:a16="http://schemas.microsoft.com/office/drawing/2014/main" id="{36D3238E-D51E-43AE-904E-9B084AFFA7FA}"/>
                  </a:ext>
                </a:extLst>
              </p:cNvPr>
              <p:cNvSpPr/>
              <p:nvPr/>
            </p:nvSpPr>
            <p:spPr>
              <a:xfrm>
                <a:off x="7402869" y="4860017"/>
                <a:ext cx="89230" cy="83743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1" name="Straight Arrow Connector 100">
                <a:extLst>
                  <a:ext uri="{FF2B5EF4-FFF2-40B4-BE49-F238E27FC236}">
                    <a16:creationId xmlns:a16="http://schemas.microsoft.com/office/drawing/2014/main" id="{437FC088-A351-46A5-A24B-4A24EE9B08F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47483" y="4899023"/>
                <a:ext cx="640080" cy="283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4" name="Group 103">
              <a:extLst>
                <a:ext uri="{FF2B5EF4-FFF2-40B4-BE49-F238E27FC236}">
                  <a16:creationId xmlns:a16="http://schemas.microsoft.com/office/drawing/2014/main" id="{46A47A8B-D2F8-4C3D-B9EA-6AAE1F888DDF}"/>
                </a:ext>
              </a:extLst>
            </p:cNvPr>
            <p:cNvGrpSpPr/>
            <p:nvPr/>
          </p:nvGrpSpPr>
          <p:grpSpPr>
            <a:xfrm>
              <a:off x="9341213" y="5197758"/>
              <a:ext cx="1379398" cy="384853"/>
              <a:chOff x="6708165" y="4709463"/>
              <a:chExt cx="1379398" cy="384853"/>
            </a:xfrm>
          </p:grpSpPr>
          <p:grpSp>
            <p:nvGrpSpPr>
              <p:cNvPr id="105" name="Group 104">
                <a:extLst>
                  <a:ext uri="{FF2B5EF4-FFF2-40B4-BE49-F238E27FC236}">
                    <a16:creationId xmlns:a16="http://schemas.microsoft.com/office/drawing/2014/main" id="{90B764FD-4192-41EE-9839-13BD6DC11F5B}"/>
                  </a:ext>
                </a:extLst>
              </p:cNvPr>
              <p:cNvGrpSpPr/>
              <p:nvPr/>
            </p:nvGrpSpPr>
            <p:grpSpPr>
              <a:xfrm>
                <a:off x="6742691" y="4709463"/>
                <a:ext cx="940622" cy="384853"/>
                <a:chOff x="7369175" y="1993899"/>
                <a:chExt cx="1108075" cy="473076"/>
              </a:xfrm>
              <a:solidFill>
                <a:srgbClr val="BAEDF0"/>
              </a:solidFill>
            </p:grpSpPr>
            <p:sp>
              <p:nvSpPr>
                <p:cNvPr id="109" name="Rectangle 108">
                  <a:extLst>
                    <a:ext uri="{FF2B5EF4-FFF2-40B4-BE49-F238E27FC236}">
                      <a16:creationId xmlns:a16="http://schemas.microsoft.com/office/drawing/2014/main" id="{5DB7DE51-41A1-47B8-A4C1-663726705477}"/>
                    </a:ext>
                  </a:extLst>
                </p:cNvPr>
                <p:cNvSpPr/>
                <p:nvPr/>
              </p:nvSpPr>
              <p:spPr>
                <a:xfrm>
                  <a:off x="7369175" y="1993899"/>
                  <a:ext cx="1108075" cy="466726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10" name="Straight Connector 109">
                  <a:extLst>
                    <a:ext uri="{FF2B5EF4-FFF2-40B4-BE49-F238E27FC236}">
                      <a16:creationId xmlns:a16="http://schemas.microsoft.com/office/drawing/2014/main" id="{F433EA37-385D-48C3-B36F-7C2CD647C296}"/>
                    </a:ext>
                  </a:extLst>
                </p:cNvPr>
                <p:cNvCxnSpPr>
                  <a:cxnSpLocks/>
                  <a:stCxn id="109" idx="0"/>
                </p:cNvCxnSpPr>
                <p:nvPr/>
              </p:nvCxnSpPr>
              <p:spPr>
                <a:xfrm>
                  <a:off x="7923213" y="1993899"/>
                  <a:ext cx="1587" cy="473076"/>
                </a:xfrm>
                <a:prstGeom prst="line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A982921F-498E-483C-8949-AB3870DB3B83}"/>
                  </a:ext>
                </a:extLst>
              </p:cNvPr>
              <p:cNvSpPr txBox="1"/>
              <p:nvPr/>
            </p:nvSpPr>
            <p:spPr>
              <a:xfrm>
                <a:off x="6708165" y="4729746"/>
                <a:ext cx="58007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/>
                  <a:t>d</a:t>
                </a:r>
              </a:p>
            </p:txBody>
          </p:sp>
          <p:sp>
            <p:nvSpPr>
              <p:cNvPr id="107" name="Oval 106">
                <a:extLst>
                  <a:ext uri="{FF2B5EF4-FFF2-40B4-BE49-F238E27FC236}">
                    <a16:creationId xmlns:a16="http://schemas.microsoft.com/office/drawing/2014/main" id="{308C1359-C1A3-4A06-9D09-4603F792B76E}"/>
                  </a:ext>
                </a:extLst>
              </p:cNvPr>
              <p:cNvSpPr/>
              <p:nvPr/>
            </p:nvSpPr>
            <p:spPr>
              <a:xfrm>
                <a:off x="7402869" y="4860017"/>
                <a:ext cx="89230" cy="83743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8" name="Straight Arrow Connector 107">
                <a:extLst>
                  <a:ext uri="{FF2B5EF4-FFF2-40B4-BE49-F238E27FC236}">
                    <a16:creationId xmlns:a16="http://schemas.microsoft.com/office/drawing/2014/main" id="{982C6502-127F-46AE-AE7F-3FF39F6814E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47483" y="4899023"/>
                <a:ext cx="640080" cy="283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12" name="Picture 111">
              <a:extLst>
                <a:ext uri="{FF2B5EF4-FFF2-40B4-BE49-F238E27FC236}">
                  <a16:creationId xmlns:a16="http://schemas.microsoft.com/office/drawing/2014/main" id="{A9C7AFE3-CBF4-4592-93B9-55B01D62409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729816" y="5221105"/>
              <a:ext cx="330364" cy="330364"/>
            </a:xfrm>
            <a:prstGeom prst="rect">
              <a:avLst/>
            </a:prstGeom>
          </p:spPr>
        </p:pic>
      </p:grpSp>
      <p:sp>
        <p:nvSpPr>
          <p:cNvPr id="114" name="TextBox 113">
            <a:extLst>
              <a:ext uri="{FF2B5EF4-FFF2-40B4-BE49-F238E27FC236}">
                <a16:creationId xmlns:a16="http://schemas.microsoft.com/office/drawing/2014/main" id="{96810122-EE71-41B7-B63F-57220B407C5A}"/>
              </a:ext>
            </a:extLst>
          </p:cNvPr>
          <p:cNvSpPr txBox="1"/>
          <p:nvPr/>
        </p:nvSpPr>
        <p:spPr>
          <a:xfrm>
            <a:off x="358262" y="1706091"/>
            <a:ext cx="2488530" cy="401479"/>
          </a:xfrm>
          <a:prstGeom prst="snip2SameRect">
            <a:avLst/>
          </a:prstGeom>
          <a:noFill/>
          <a:ln>
            <a:solidFill>
              <a:srgbClr val="28AFB6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Bagian</a:t>
            </a:r>
            <a:r>
              <a:rPr lang="en-US" dirty="0"/>
              <a:t> Singly Linked List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931E2433-ADC7-4442-AA06-0FDE9178FC5F}"/>
              </a:ext>
            </a:extLst>
          </p:cNvPr>
          <p:cNvCxnSpPr>
            <a:cxnSpLocks/>
            <a:endCxn id="23" idx="3"/>
          </p:cNvCxnSpPr>
          <p:nvPr/>
        </p:nvCxnSpPr>
        <p:spPr>
          <a:xfrm flipH="1">
            <a:off x="1214413" y="3047858"/>
            <a:ext cx="863682" cy="265694"/>
          </a:xfrm>
          <a:prstGeom prst="straightConnector1">
            <a:avLst/>
          </a:prstGeom>
          <a:ln w="28575">
            <a:solidFill>
              <a:srgbClr val="28AFB6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0678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5" name="whoosh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6" grpId="0"/>
      <p:bldP spid="17" grpId="0"/>
      <p:bldP spid="18" grpId="0" animBg="1"/>
      <p:bldP spid="19" grpId="0" animBg="1"/>
      <p:bldP spid="21" grpId="0" animBg="1"/>
      <p:bldP spid="23" grpId="0"/>
      <p:bldP spid="70" grpId="0" animBg="1"/>
      <p:bldP spid="71" grpId="0" animBg="1"/>
      <p:bldP spid="73" grpId="0"/>
      <p:bldP spid="74" grpId="0"/>
      <p:bldP spid="11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7387090B-1FDE-44AD-A292-9940DB685BB7}"/>
              </a:ext>
            </a:extLst>
          </p:cNvPr>
          <p:cNvSpPr txBox="1">
            <a:spLocks noChangeArrowheads="1"/>
          </p:cNvSpPr>
          <p:nvPr/>
        </p:nvSpPr>
        <p:spPr bwMode="auto">
          <a:xfrm rot="10800000" flipH="1" flipV="1">
            <a:off x="3000096" y="604240"/>
            <a:ext cx="5571045" cy="474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907" tIns="41454" rIns="82907" bIns="41454" anchor="t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en-US" altLang="en-US" sz="2500" dirty="0">
                <a:latin typeface="MV Boli" panose="02000500030200090000" pitchFamily="2" charset="0"/>
                <a:cs typeface="MV Boli" panose="02000500030200090000" pitchFamily="2" charset="0"/>
              </a:rPr>
              <a:t>Singly-Linked</a:t>
            </a:r>
            <a:r>
              <a:rPr lang="en-US" altLang="en-US" sz="2500" dirty="0">
                <a:latin typeface="MV Boli"/>
                <a:cs typeface="MV Boli"/>
              </a:rPr>
              <a:t> List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298061-7B1C-4B5B-9A9A-A9647FC87034}"/>
              </a:ext>
            </a:extLst>
          </p:cNvPr>
          <p:cNvSpPr txBox="1"/>
          <p:nvPr/>
        </p:nvSpPr>
        <p:spPr>
          <a:xfrm>
            <a:off x="536683" y="1237600"/>
            <a:ext cx="4758332" cy="613053"/>
          </a:xfrm>
          <a:prstGeom prst="snipRoundRect">
            <a:avLst/>
          </a:prstGeom>
          <a:noFill/>
          <a:ln>
            <a:solidFill>
              <a:srgbClr val="28AFB6"/>
            </a:solidFill>
          </a:ln>
        </p:spPr>
        <p:txBody>
          <a:bodyPr wrap="square" rtlCol="0">
            <a:spAutoFit/>
          </a:bodyPr>
          <a:lstStyle/>
          <a:p>
            <a:pPr lvl="0"/>
            <a:r>
              <a:rPr lang="en-US" sz="1600" dirty="0" err="1"/>
              <a:t>Kondisi</a:t>
            </a:r>
            <a:r>
              <a:rPr lang="en-US" sz="1600" dirty="0"/>
              <a:t> </a:t>
            </a:r>
            <a:r>
              <a:rPr lang="en-US" sz="1600" dirty="0" err="1"/>
              <a:t>rangkaian</a:t>
            </a:r>
            <a:r>
              <a:rPr lang="en-US" sz="1600" dirty="0"/>
              <a:t> linked list </a:t>
            </a:r>
            <a:r>
              <a:rPr lang="en-US" sz="1600" dirty="0" err="1"/>
              <a:t>awal</a:t>
            </a:r>
            <a:r>
              <a:rPr lang="en-US" sz="1600" dirty="0"/>
              <a:t>, </a:t>
            </a:r>
            <a:r>
              <a:rPr lang="en-US" sz="1600" dirty="0" err="1"/>
              <a:t>nodenya</a:t>
            </a:r>
            <a:r>
              <a:rPr lang="en-US" sz="1600" dirty="0"/>
              <a:t> </a:t>
            </a:r>
            <a:r>
              <a:rPr lang="en-US" sz="1600" dirty="0" err="1"/>
              <a:t>terdiri</a:t>
            </a:r>
            <a:r>
              <a:rPr lang="en-US" sz="1600" dirty="0"/>
              <a:t> </a:t>
            </a:r>
            <a:r>
              <a:rPr lang="en-US" sz="1600" dirty="0" err="1"/>
              <a:t>dari</a:t>
            </a:r>
            <a:r>
              <a:rPr lang="en-US" sz="1600" dirty="0"/>
              <a:t> </a:t>
            </a:r>
            <a:r>
              <a:rPr lang="en-US" sz="1600" dirty="0" err="1"/>
              <a:t>elemen</a:t>
            </a:r>
            <a:r>
              <a:rPr lang="en-US" sz="1600" dirty="0"/>
              <a:t> (a, b, c, c, e)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A52649B-F96F-49EC-BBFD-8F2F152872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3670" y="1239326"/>
            <a:ext cx="4200525" cy="609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4A9E377-9019-44DF-848C-8E7EA77ECA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3670" y="2170032"/>
            <a:ext cx="5734050" cy="6191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66287E5-07C7-449E-8E8B-72D1BB9EDE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5705" y="3229801"/>
            <a:ext cx="5067300" cy="5905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8ABCF91-071D-4167-8F8A-638FBF6B1B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1544" y="4251464"/>
            <a:ext cx="3867150" cy="5715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C16E81D-4E1A-42F9-B8E1-8069BD6EDD5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95705" y="5384211"/>
            <a:ext cx="4972050" cy="619125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91B5D9A-CDFA-4ED9-91F5-8C1F5DE73EAF}"/>
              </a:ext>
            </a:extLst>
          </p:cNvPr>
          <p:cNvSpPr txBox="1"/>
          <p:nvPr/>
        </p:nvSpPr>
        <p:spPr>
          <a:xfrm>
            <a:off x="536683" y="2170032"/>
            <a:ext cx="4758332" cy="354925"/>
          </a:xfrm>
          <a:prstGeom prst="snipRoundRect">
            <a:avLst/>
          </a:prstGeom>
          <a:noFill/>
          <a:ln>
            <a:solidFill>
              <a:srgbClr val="28AFB6"/>
            </a:solidFill>
          </a:ln>
        </p:spPr>
        <p:txBody>
          <a:bodyPr wrap="square" rtlCol="0">
            <a:spAutoFit/>
          </a:bodyPr>
          <a:lstStyle/>
          <a:p>
            <a:pPr lvl="0"/>
            <a:r>
              <a:rPr lang="en-US" sz="1600" dirty="0" err="1"/>
              <a:t>Menambahkan</a:t>
            </a:r>
            <a:r>
              <a:rPr lang="en-US" sz="1600" dirty="0"/>
              <a:t> node </a:t>
            </a:r>
            <a:r>
              <a:rPr lang="en-US" sz="1600" dirty="0" err="1"/>
              <a:t>berelemen</a:t>
            </a:r>
            <a:r>
              <a:rPr lang="en-US" sz="1600" dirty="0"/>
              <a:t> “x” </a:t>
            </a:r>
            <a:r>
              <a:rPr lang="en-US" sz="1600" dirty="0" err="1"/>
              <a:t>pada</a:t>
            </a:r>
            <a:r>
              <a:rPr lang="en-US" sz="1600" dirty="0"/>
              <a:t> tail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86A6FF3-164D-4AD0-B165-1DE9D578A674}"/>
              </a:ext>
            </a:extLst>
          </p:cNvPr>
          <p:cNvSpPr txBox="1"/>
          <p:nvPr/>
        </p:nvSpPr>
        <p:spPr>
          <a:xfrm>
            <a:off x="536683" y="3325410"/>
            <a:ext cx="4758332" cy="354925"/>
          </a:xfrm>
          <a:prstGeom prst="snipRoundRect">
            <a:avLst/>
          </a:prstGeom>
          <a:noFill/>
          <a:ln>
            <a:solidFill>
              <a:srgbClr val="28AFB6"/>
            </a:solidFill>
          </a:ln>
        </p:spPr>
        <p:txBody>
          <a:bodyPr wrap="square" rtlCol="0">
            <a:spAutoFit/>
          </a:bodyPr>
          <a:lstStyle/>
          <a:p>
            <a:pPr lvl="0"/>
            <a:r>
              <a:rPr lang="en-US" sz="1600" dirty="0" err="1"/>
              <a:t>Menghapus</a:t>
            </a:r>
            <a:r>
              <a:rPr lang="en-US" sz="1600" dirty="0"/>
              <a:t> node </a:t>
            </a:r>
            <a:r>
              <a:rPr lang="en-US" sz="1600" dirty="0" err="1"/>
              <a:t>berelemen</a:t>
            </a:r>
            <a:r>
              <a:rPr lang="en-US" sz="1600" dirty="0"/>
              <a:t> “a” </a:t>
            </a:r>
            <a:r>
              <a:rPr lang="en-US" sz="1600" dirty="0" err="1"/>
              <a:t>pada</a:t>
            </a:r>
            <a:r>
              <a:rPr lang="en-US" sz="1600" dirty="0"/>
              <a:t> head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DB2883-8CA2-4426-A18E-779A4C2B83D6}"/>
              </a:ext>
            </a:extLst>
          </p:cNvPr>
          <p:cNvSpPr txBox="1"/>
          <p:nvPr/>
        </p:nvSpPr>
        <p:spPr>
          <a:xfrm>
            <a:off x="536683" y="4121524"/>
            <a:ext cx="4758332" cy="871180"/>
          </a:xfrm>
          <a:prstGeom prst="snipRoundRect">
            <a:avLst/>
          </a:prstGeom>
          <a:noFill/>
          <a:ln>
            <a:solidFill>
              <a:srgbClr val="28AFB6"/>
            </a:solidFill>
          </a:ln>
        </p:spPr>
        <p:txBody>
          <a:bodyPr wrap="square" rtlCol="0">
            <a:spAutoFit/>
          </a:bodyPr>
          <a:lstStyle/>
          <a:p>
            <a:pPr lvl="0"/>
            <a:r>
              <a:rPr lang="en-US" sz="1600" dirty="0" err="1"/>
              <a:t>Mengeluarkan</a:t>
            </a:r>
            <a:r>
              <a:rPr lang="en-US" sz="1600" dirty="0"/>
              <a:t> node </a:t>
            </a:r>
            <a:r>
              <a:rPr lang="en-US" sz="1600" dirty="0" err="1"/>
              <a:t>berelemen</a:t>
            </a:r>
            <a:r>
              <a:rPr lang="en-US" sz="1600" dirty="0"/>
              <a:t> “b” </a:t>
            </a:r>
            <a:r>
              <a:rPr lang="en-US" sz="1600" dirty="0" err="1"/>
              <a:t>pada</a:t>
            </a:r>
            <a:r>
              <a:rPr lang="en-US" sz="1600" dirty="0"/>
              <a:t> head</a:t>
            </a:r>
          </a:p>
          <a:p>
            <a:pPr lvl="0"/>
            <a:r>
              <a:rPr lang="en-US" sz="1600" dirty="0"/>
              <a:t>- </a:t>
            </a:r>
            <a:r>
              <a:rPr lang="en-US" sz="1600" dirty="0" err="1"/>
              <a:t>Perintah</a:t>
            </a:r>
            <a:r>
              <a:rPr lang="en-US" sz="1600" dirty="0"/>
              <a:t> </a:t>
            </a:r>
            <a:r>
              <a:rPr lang="en-US" sz="1600" i="1" dirty="0"/>
              <a:t>pop() </a:t>
            </a:r>
            <a:r>
              <a:rPr lang="en-US" sz="1600" dirty="0" err="1"/>
              <a:t>ini</a:t>
            </a:r>
            <a:r>
              <a:rPr lang="en-US" sz="1600" dirty="0"/>
              <a:t> </a:t>
            </a:r>
            <a:r>
              <a:rPr lang="en-US" sz="1600" dirty="0" err="1"/>
              <a:t>akan</a:t>
            </a:r>
            <a:r>
              <a:rPr lang="en-US" sz="1600" dirty="0"/>
              <a:t> </a:t>
            </a:r>
            <a:r>
              <a:rPr lang="en-US" sz="1600" dirty="0" err="1"/>
              <a:t>menghapus</a:t>
            </a:r>
            <a:r>
              <a:rPr lang="en-US" sz="1600" dirty="0"/>
              <a:t> node head </a:t>
            </a:r>
            <a:r>
              <a:rPr lang="en-US" sz="1600" dirty="0" err="1"/>
              <a:t>dengan</a:t>
            </a:r>
            <a:r>
              <a:rPr lang="en-US" sz="1600" dirty="0"/>
              <a:t> </a:t>
            </a:r>
            <a:r>
              <a:rPr lang="en-US" sz="1600" dirty="0" err="1"/>
              <a:t>elemen</a:t>
            </a:r>
            <a:r>
              <a:rPr lang="en-US" sz="1600" dirty="0"/>
              <a:t> </a:t>
            </a:r>
            <a:r>
              <a:rPr lang="en-US" sz="1600" dirty="0" err="1"/>
              <a:t>apapun</a:t>
            </a:r>
            <a:endParaRPr lang="en-US" sz="1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5F45C1D-F66E-4706-B6F6-716327E69DA5}"/>
              </a:ext>
            </a:extLst>
          </p:cNvPr>
          <p:cNvSpPr txBox="1"/>
          <p:nvPr/>
        </p:nvSpPr>
        <p:spPr>
          <a:xfrm>
            <a:off x="536683" y="5433893"/>
            <a:ext cx="4758332" cy="871180"/>
          </a:xfrm>
          <a:prstGeom prst="snipRoundRect">
            <a:avLst/>
          </a:prstGeom>
          <a:solidFill>
            <a:schemeClr val="bg1"/>
          </a:solidFill>
          <a:ln>
            <a:solidFill>
              <a:srgbClr val="28AFB6"/>
            </a:solidFill>
          </a:ln>
        </p:spPr>
        <p:txBody>
          <a:bodyPr wrap="square" rtlCol="0">
            <a:spAutoFit/>
          </a:bodyPr>
          <a:lstStyle/>
          <a:p>
            <a:pPr lvl="0"/>
            <a:r>
              <a:rPr lang="en-US" sz="1600" dirty="0" err="1"/>
              <a:t>Memasukkan</a:t>
            </a:r>
            <a:r>
              <a:rPr lang="en-US" sz="1600" dirty="0"/>
              <a:t> node </a:t>
            </a:r>
            <a:r>
              <a:rPr lang="en-US" sz="1600" dirty="0" err="1"/>
              <a:t>berelemen</a:t>
            </a:r>
            <a:r>
              <a:rPr lang="en-US" sz="1600" dirty="0"/>
              <a:t> “y” </a:t>
            </a:r>
            <a:r>
              <a:rPr lang="en-US" sz="1600" dirty="0" err="1"/>
              <a:t>pada</a:t>
            </a:r>
            <a:r>
              <a:rPr lang="en-US" sz="1600" dirty="0"/>
              <a:t> head</a:t>
            </a:r>
          </a:p>
          <a:p>
            <a:pPr lvl="0"/>
            <a:r>
              <a:rPr lang="en-US" sz="1600" dirty="0"/>
              <a:t>- </a:t>
            </a:r>
            <a:r>
              <a:rPr lang="en-US" sz="1600" dirty="0" err="1"/>
              <a:t>Perintah</a:t>
            </a:r>
            <a:r>
              <a:rPr lang="en-US" sz="1600" dirty="0"/>
              <a:t> </a:t>
            </a:r>
            <a:r>
              <a:rPr lang="en-US" sz="1600" i="1" dirty="0"/>
              <a:t>push(y) </a:t>
            </a:r>
            <a:r>
              <a:rPr lang="en-US" sz="1600" dirty="0" err="1"/>
              <a:t>ini</a:t>
            </a:r>
            <a:r>
              <a:rPr lang="en-US" sz="1600" dirty="0"/>
              <a:t>, </a:t>
            </a:r>
            <a:r>
              <a:rPr lang="en-US" sz="1600" dirty="0" err="1"/>
              <a:t>akan</a:t>
            </a:r>
            <a:r>
              <a:rPr lang="en-US" sz="1600" dirty="0"/>
              <a:t> </a:t>
            </a:r>
            <a:r>
              <a:rPr lang="en-US" sz="1600" dirty="0" err="1"/>
              <a:t>memasukkan</a:t>
            </a:r>
            <a:r>
              <a:rPr lang="en-US" sz="1600" dirty="0"/>
              <a:t> node </a:t>
            </a:r>
            <a:r>
              <a:rPr lang="en-US" sz="1600" dirty="0" err="1"/>
              <a:t>dengan</a:t>
            </a:r>
            <a:r>
              <a:rPr lang="en-US" sz="1600" dirty="0"/>
              <a:t> </a:t>
            </a:r>
            <a:r>
              <a:rPr lang="en-US" sz="1600" dirty="0" err="1"/>
              <a:t>elemen</a:t>
            </a:r>
            <a:r>
              <a:rPr lang="en-US" sz="1600" dirty="0"/>
              <a:t> </a:t>
            </a:r>
            <a:r>
              <a:rPr lang="en-US" sz="1600" dirty="0" err="1"/>
              <a:t>tertentu</a:t>
            </a:r>
            <a:r>
              <a:rPr lang="en-US" sz="1600" dirty="0"/>
              <a:t> </a:t>
            </a:r>
            <a:r>
              <a:rPr lang="en-US" sz="1600" dirty="0" err="1"/>
              <a:t>ke</a:t>
            </a:r>
            <a:r>
              <a:rPr lang="en-US" sz="1600" dirty="0"/>
              <a:t> node head.</a:t>
            </a:r>
          </a:p>
        </p:txBody>
      </p:sp>
    </p:spTree>
    <p:extLst>
      <p:ext uri="{BB962C8B-B14F-4D97-AF65-F5344CB8AC3E}">
        <p14:creationId xmlns:p14="http://schemas.microsoft.com/office/powerpoint/2010/main" val="4006285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8" name="whoosh.wav"/>
          </p:stSnd>
        </p:sndAc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7387090B-1FDE-44AD-A292-9940DB685BB7}"/>
              </a:ext>
            </a:extLst>
          </p:cNvPr>
          <p:cNvSpPr txBox="1">
            <a:spLocks noChangeArrowheads="1"/>
          </p:cNvSpPr>
          <p:nvPr/>
        </p:nvSpPr>
        <p:spPr bwMode="auto">
          <a:xfrm rot="10800000" flipH="1" flipV="1">
            <a:off x="3000096" y="604240"/>
            <a:ext cx="5571045" cy="474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907" tIns="41454" rIns="82907" bIns="41454" anchor="t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en-US" altLang="en-US" sz="2500" dirty="0">
                <a:latin typeface="MV Boli" panose="02000500030200090000" pitchFamily="2" charset="0"/>
                <a:cs typeface="MV Boli" panose="02000500030200090000" pitchFamily="2" charset="0"/>
              </a:rPr>
              <a:t>Doubly-Linked List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D80658-E102-4140-BCB7-761E90E22CFC}"/>
              </a:ext>
            </a:extLst>
          </p:cNvPr>
          <p:cNvSpPr txBox="1"/>
          <p:nvPr/>
        </p:nvSpPr>
        <p:spPr>
          <a:xfrm>
            <a:off x="5870679" y="3300421"/>
            <a:ext cx="3020433" cy="401479"/>
          </a:xfrm>
          <a:prstGeom prst="snip2SameRect">
            <a:avLst/>
          </a:prstGeom>
          <a:noFill/>
          <a:ln>
            <a:solidFill>
              <a:srgbClr val="28AFB6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Rangkaian</a:t>
            </a:r>
            <a:r>
              <a:rPr lang="en-US" dirty="0"/>
              <a:t> Doubly-Linked List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96810122-EE71-41B7-B63F-57220B407C5A}"/>
              </a:ext>
            </a:extLst>
          </p:cNvPr>
          <p:cNvSpPr txBox="1"/>
          <p:nvPr/>
        </p:nvSpPr>
        <p:spPr>
          <a:xfrm>
            <a:off x="358262" y="1706091"/>
            <a:ext cx="2627421" cy="401479"/>
          </a:xfrm>
          <a:prstGeom prst="snip2SameRect">
            <a:avLst/>
          </a:prstGeom>
          <a:noFill/>
          <a:ln>
            <a:solidFill>
              <a:srgbClr val="28AFB6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Bagian</a:t>
            </a:r>
            <a:r>
              <a:rPr lang="en-US" dirty="0"/>
              <a:t> Doubly-Linked List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9BC2559C-57FB-4BEF-9402-223A5D3F059B}"/>
              </a:ext>
            </a:extLst>
          </p:cNvPr>
          <p:cNvGrpSpPr/>
          <p:nvPr/>
        </p:nvGrpSpPr>
        <p:grpSpPr>
          <a:xfrm>
            <a:off x="1697180" y="2597150"/>
            <a:ext cx="2572417" cy="463594"/>
            <a:chOff x="5114565" y="1760215"/>
            <a:chExt cx="2572417" cy="463594"/>
          </a:xfrm>
        </p:grpSpPr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C8BF690F-B17D-463F-814B-A48C5B1D4CFA}"/>
                </a:ext>
              </a:extLst>
            </p:cNvPr>
            <p:cNvSpPr/>
            <p:nvPr/>
          </p:nvSpPr>
          <p:spPr>
            <a:xfrm>
              <a:off x="5574506" y="1760215"/>
              <a:ext cx="1643754" cy="463594"/>
            </a:xfrm>
            <a:prstGeom prst="rect">
              <a:avLst/>
            </a:prstGeom>
            <a:solidFill>
              <a:srgbClr val="BAED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421C45A0-3E27-4566-A006-1ACCDAF5A05E}"/>
                </a:ext>
              </a:extLst>
            </p:cNvPr>
            <p:cNvCxnSpPr>
              <a:cxnSpLocks/>
            </p:cNvCxnSpPr>
            <p:nvPr/>
          </p:nvCxnSpPr>
          <p:spPr>
            <a:xfrm>
              <a:off x="6672141" y="1765495"/>
              <a:ext cx="0" cy="4572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16A859A9-3842-4227-9DF8-B317165384A4}"/>
                </a:ext>
              </a:extLst>
            </p:cNvPr>
            <p:cNvSpPr txBox="1"/>
            <p:nvPr/>
          </p:nvSpPr>
          <p:spPr>
            <a:xfrm>
              <a:off x="6140864" y="1822734"/>
              <a:ext cx="54078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M</a:t>
              </a:r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BCC2677D-6EAA-431C-8EF5-144C5E360EA8}"/>
                </a:ext>
              </a:extLst>
            </p:cNvPr>
            <p:cNvSpPr/>
            <p:nvPr/>
          </p:nvSpPr>
          <p:spPr>
            <a:xfrm>
              <a:off x="6905039" y="1946949"/>
              <a:ext cx="103910" cy="10224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6" name="Straight Arrow Connector 85">
              <a:extLst>
                <a:ext uri="{FF2B5EF4-FFF2-40B4-BE49-F238E27FC236}">
                  <a16:creationId xmlns:a16="http://schemas.microsoft.com/office/drawing/2014/main" id="{82E15226-1A90-4DF7-BC4D-0A1077FCC9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14916" y="1992011"/>
              <a:ext cx="672066" cy="341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734211BA-008B-4837-AA34-A1A65E40E52E}"/>
                </a:ext>
              </a:extLst>
            </p:cNvPr>
            <p:cNvCxnSpPr/>
            <p:nvPr/>
          </p:nvCxnSpPr>
          <p:spPr>
            <a:xfrm>
              <a:off x="6125647" y="1760215"/>
              <a:ext cx="0" cy="45765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BD72514E-6180-43BA-AC36-21AE99515315}"/>
                </a:ext>
              </a:extLst>
            </p:cNvPr>
            <p:cNvSpPr/>
            <p:nvPr/>
          </p:nvSpPr>
          <p:spPr>
            <a:xfrm>
              <a:off x="5785618" y="1940887"/>
              <a:ext cx="103910" cy="10224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9" name="Straight Arrow Connector 88">
              <a:extLst>
                <a:ext uri="{FF2B5EF4-FFF2-40B4-BE49-F238E27FC236}">
                  <a16:creationId xmlns:a16="http://schemas.microsoft.com/office/drawing/2014/main" id="{5C59C6D0-7B9D-4683-A28F-D0E6B1676FF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114565" y="1995425"/>
              <a:ext cx="672066" cy="341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1" name="TextBox 110">
            <a:extLst>
              <a:ext uri="{FF2B5EF4-FFF2-40B4-BE49-F238E27FC236}">
                <a16:creationId xmlns:a16="http://schemas.microsoft.com/office/drawing/2014/main" id="{4A97C189-34CB-42D1-859E-CE3323CC5416}"/>
              </a:ext>
            </a:extLst>
          </p:cNvPr>
          <p:cNvSpPr txBox="1"/>
          <p:nvPr/>
        </p:nvSpPr>
        <p:spPr>
          <a:xfrm>
            <a:off x="2157121" y="4748462"/>
            <a:ext cx="15253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Nama </a:t>
            </a:r>
            <a:r>
              <a:rPr lang="en-US" dirty="0" err="1"/>
              <a:t>elemen</a:t>
            </a:r>
            <a:endParaRPr lang="en-US" dirty="0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614C743B-C111-45FB-A52E-ED2CA14F81B6}"/>
              </a:ext>
            </a:extLst>
          </p:cNvPr>
          <p:cNvSpPr txBox="1"/>
          <p:nvPr/>
        </p:nvSpPr>
        <p:spPr>
          <a:xfrm>
            <a:off x="3397005" y="3907205"/>
            <a:ext cx="14029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Pointer next</a:t>
            </a:r>
          </a:p>
        </p:txBody>
      </p:sp>
      <p:sp>
        <p:nvSpPr>
          <p:cNvPr id="116" name="Rounded Rectangle 19">
            <a:extLst>
              <a:ext uri="{FF2B5EF4-FFF2-40B4-BE49-F238E27FC236}">
                <a16:creationId xmlns:a16="http://schemas.microsoft.com/office/drawing/2014/main" id="{A9886861-6242-46B6-9914-EEB26BFB0565}"/>
              </a:ext>
            </a:extLst>
          </p:cNvPr>
          <p:cNvSpPr/>
          <p:nvPr/>
        </p:nvSpPr>
        <p:spPr>
          <a:xfrm>
            <a:off x="2182005" y="2635218"/>
            <a:ext cx="487754" cy="404062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Rounded Rectangle 21">
            <a:extLst>
              <a:ext uri="{FF2B5EF4-FFF2-40B4-BE49-F238E27FC236}">
                <a16:creationId xmlns:a16="http://schemas.microsoft.com/office/drawing/2014/main" id="{0C273CC3-3608-4FCE-94E4-A27C3C2517D1}"/>
              </a:ext>
            </a:extLst>
          </p:cNvPr>
          <p:cNvSpPr/>
          <p:nvPr/>
        </p:nvSpPr>
        <p:spPr>
          <a:xfrm>
            <a:off x="2728718" y="2642408"/>
            <a:ext cx="487534" cy="404062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C4556862-19C6-4138-9CA1-5F609F0D8D1B}"/>
              </a:ext>
            </a:extLst>
          </p:cNvPr>
          <p:cNvSpPr/>
          <p:nvPr/>
        </p:nvSpPr>
        <p:spPr>
          <a:xfrm>
            <a:off x="2078095" y="3126413"/>
            <a:ext cx="1138377" cy="15529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Rounded Rectangle 23">
            <a:extLst>
              <a:ext uri="{FF2B5EF4-FFF2-40B4-BE49-F238E27FC236}">
                <a16:creationId xmlns:a16="http://schemas.microsoft.com/office/drawing/2014/main" id="{942C560C-BC10-4C13-A2FE-5E6C8BB0D9D4}"/>
              </a:ext>
            </a:extLst>
          </p:cNvPr>
          <p:cNvSpPr/>
          <p:nvPr/>
        </p:nvSpPr>
        <p:spPr>
          <a:xfrm>
            <a:off x="2078095" y="2528422"/>
            <a:ext cx="1840237" cy="618773"/>
          </a:xfrm>
          <a:prstGeom prst="roundRect">
            <a:avLst/>
          </a:prstGeom>
          <a:noFill/>
          <a:ln w="28575">
            <a:solidFill>
              <a:srgbClr val="28AF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FA786721-77AE-42E1-B3AE-57C97B2921CC}"/>
              </a:ext>
            </a:extLst>
          </p:cNvPr>
          <p:cNvSpPr txBox="1"/>
          <p:nvPr/>
        </p:nvSpPr>
        <p:spPr>
          <a:xfrm>
            <a:off x="557358" y="3322065"/>
            <a:ext cx="692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Node</a:t>
            </a:r>
          </a:p>
        </p:txBody>
      </p: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55877C6D-9843-4D06-896E-13A1AFD4D95E}"/>
              </a:ext>
            </a:extLst>
          </p:cNvPr>
          <p:cNvCxnSpPr>
            <a:cxnSpLocks/>
            <a:endCxn id="128" idx="0"/>
          </p:cNvCxnSpPr>
          <p:nvPr/>
        </p:nvCxnSpPr>
        <p:spPr>
          <a:xfrm flipH="1">
            <a:off x="1868085" y="2921883"/>
            <a:ext cx="553944" cy="989224"/>
          </a:xfrm>
          <a:prstGeom prst="straightConnector1">
            <a:avLst/>
          </a:prstGeom>
          <a:ln w="28575">
            <a:solidFill>
              <a:srgbClr val="28AFB6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Rounded Rectangle 19">
            <a:extLst>
              <a:ext uri="{FF2B5EF4-FFF2-40B4-BE49-F238E27FC236}">
                <a16:creationId xmlns:a16="http://schemas.microsoft.com/office/drawing/2014/main" id="{26A1A88F-0871-4358-B303-44300A2ACA3D}"/>
              </a:ext>
            </a:extLst>
          </p:cNvPr>
          <p:cNvSpPr/>
          <p:nvPr/>
        </p:nvSpPr>
        <p:spPr>
          <a:xfrm>
            <a:off x="3279476" y="2639630"/>
            <a:ext cx="487754" cy="404062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3E9201EE-4B5F-4E04-8FF2-1744CDA402DD}"/>
              </a:ext>
            </a:extLst>
          </p:cNvPr>
          <p:cNvCxnSpPr>
            <a:cxnSpLocks/>
            <a:endCxn id="111" idx="0"/>
          </p:cNvCxnSpPr>
          <p:nvPr/>
        </p:nvCxnSpPr>
        <p:spPr>
          <a:xfrm flipH="1">
            <a:off x="2919772" y="2916204"/>
            <a:ext cx="52714" cy="1832258"/>
          </a:xfrm>
          <a:prstGeom prst="straightConnector1">
            <a:avLst/>
          </a:prstGeom>
          <a:ln w="28575">
            <a:solidFill>
              <a:srgbClr val="28AFB6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505B9C72-4C6D-4F1A-BD1E-E1A69C506C34}"/>
              </a:ext>
            </a:extLst>
          </p:cNvPr>
          <p:cNvCxnSpPr>
            <a:cxnSpLocks/>
            <a:endCxn id="115" idx="0"/>
          </p:cNvCxnSpPr>
          <p:nvPr/>
        </p:nvCxnSpPr>
        <p:spPr>
          <a:xfrm>
            <a:off x="3544954" y="2925925"/>
            <a:ext cx="553508" cy="981280"/>
          </a:xfrm>
          <a:prstGeom prst="straightConnector1">
            <a:avLst/>
          </a:prstGeom>
          <a:ln w="28575">
            <a:solidFill>
              <a:srgbClr val="28AFB6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B8FD0BDD-00E3-4433-9EB6-1DC6A7BEF45A}"/>
              </a:ext>
            </a:extLst>
          </p:cNvPr>
          <p:cNvCxnSpPr>
            <a:cxnSpLocks/>
            <a:endCxn id="121" idx="0"/>
          </p:cNvCxnSpPr>
          <p:nvPr/>
        </p:nvCxnSpPr>
        <p:spPr>
          <a:xfrm flipH="1">
            <a:off x="903767" y="2853288"/>
            <a:ext cx="1174328" cy="468777"/>
          </a:xfrm>
          <a:prstGeom prst="straightConnector1">
            <a:avLst/>
          </a:prstGeom>
          <a:ln w="28575">
            <a:solidFill>
              <a:srgbClr val="28AFB6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B0C43C8-C642-4C39-9133-12FE3A7164A5}"/>
              </a:ext>
            </a:extLst>
          </p:cNvPr>
          <p:cNvSpPr txBox="1"/>
          <p:nvPr/>
        </p:nvSpPr>
        <p:spPr>
          <a:xfrm>
            <a:off x="1166628" y="3911107"/>
            <a:ext cx="14029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Pointer </a:t>
            </a:r>
            <a:r>
              <a:rPr lang="en-US" dirty="0" err="1"/>
              <a:t>prev</a:t>
            </a:r>
            <a:endParaRPr lang="en-US" dirty="0"/>
          </a:p>
        </p:txBody>
      </p:sp>
      <p:pic>
        <p:nvPicPr>
          <p:cNvPr id="157" name="Picture 156">
            <a:extLst>
              <a:ext uri="{FF2B5EF4-FFF2-40B4-BE49-F238E27FC236}">
                <a16:creationId xmlns:a16="http://schemas.microsoft.com/office/drawing/2014/main" id="{99F52278-162F-4EA2-800F-5801B6BCA8C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18" t="24234" r="4098" b="24355"/>
          <a:stretch/>
        </p:blipFill>
        <p:spPr>
          <a:xfrm>
            <a:off x="5870679" y="3825232"/>
            <a:ext cx="5975498" cy="125062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5B57E126-A65F-4A77-A90E-8BAB36336ADE}"/>
              </a:ext>
            </a:extLst>
          </p:cNvPr>
          <p:cNvSpPr txBox="1"/>
          <p:nvPr/>
        </p:nvSpPr>
        <p:spPr>
          <a:xfrm>
            <a:off x="5870679" y="5107136"/>
            <a:ext cx="6143990" cy="408623"/>
          </a:xfrm>
          <a:prstGeom prst="roundRect">
            <a:avLst/>
          </a:prstGeom>
          <a:noFill/>
          <a:ln>
            <a:solidFill>
              <a:srgbClr val="28AFB6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Rangkaian</a:t>
            </a:r>
            <a:r>
              <a:rPr lang="en-US" dirty="0"/>
              <a:t> doubly linked list yang </a:t>
            </a:r>
            <a:r>
              <a:rPr lang="en-US" dirty="0" err="1"/>
              <a:t>terdiri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elemen</a:t>
            </a:r>
            <a:r>
              <a:rPr lang="en-US" dirty="0"/>
              <a:t> a, b, c, d, e</a:t>
            </a:r>
          </a:p>
        </p:txBody>
      </p:sp>
    </p:spTree>
    <p:extLst>
      <p:ext uri="{BB962C8B-B14F-4D97-AF65-F5344CB8AC3E}">
        <p14:creationId xmlns:p14="http://schemas.microsoft.com/office/powerpoint/2010/main" val="3667402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5" name="whoosh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14" grpId="0" animBg="1"/>
      <p:bldP spid="111" grpId="0"/>
      <p:bldP spid="115" grpId="0"/>
      <p:bldP spid="116" grpId="0" animBg="1"/>
      <p:bldP spid="117" grpId="0" animBg="1"/>
      <p:bldP spid="119" grpId="0" animBg="1"/>
      <p:bldP spid="121" grpId="0"/>
      <p:bldP spid="124" grpId="0" animBg="1"/>
      <p:bldP spid="12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7387090B-1FDE-44AD-A292-9940DB685BB7}"/>
              </a:ext>
            </a:extLst>
          </p:cNvPr>
          <p:cNvSpPr txBox="1">
            <a:spLocks noChangeArrowheads="1"/>
          </p:cNvSpPr>
          <p:nvPr/>
        </p:nvSpPr>
        <p:spPr bwMode="auto">
          <a:xfrm rot="10800000" flipH="1" flipV="1">
            <a:off x="3000096" y="604240"/>
            <a:ext cx="5571045" cy="474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907" tIns="41454" rIns="82907" bIns="41454" anchor="t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en-US" altLang="en-US" sz="2500" dirty="0">
                <a:latin typeface="MV Boli" panose="02000500030200090000" pitchFamily="2" charset="0"/>
                <a:cs typeface="MV Boli" panose="02000500030200090000" pitchFamily="2" charset="0"/>
              </a:rPr>
              <a:t>Doubly-Linked List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54EBA6-0839-45BC-888F-1F929ED86A48}"/>
              </a:ext>
            </a:extLst>
          </p:cNvPr>
          <p:cNvSpPr txBox="1"/>
          <p:nvPr/>
        </p:nvSpPr>
        <p:spPr>
          <a:xfrm>
            <a:off x="669851" y="1972436"/>
            <a:ext cx="1951368" cy="369332"/>
          </a:xfrm>
          <a:prstGeom prst="round1Rect">
            <a:avLst/>
          </a:prstGeom>
          <a:noFill/>
          <a:ln>
            <a:solidFill>
              <a:srgbClr val="28AFB6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Penambahan</a:t>
            </a:r>
            <a:r>
              <a:rPr lang="en-US" dirty="0"/>
              <a:t> node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11A47C-23AB-4A04-AF1D-2526D2AA5A84}"/>
              </a:ext>
            </a:extLst>
          </p:cNvPr>
          <p:cNvSpPr txBox="1"/>
          <p:nvPr/>
        </p:nvSpPr>
        <p:spPr>
          <a:xfrm>
            <a:off x="663593" y="3730284"/>
            <a:ext cx="4384856" cy="440769"/>
          </a:xfrm>
          <a:prstGeom prst="snip2DiagRect">
            <a:avLst/>
          </a:prstGeom>
          <a:noFill/>
          <a:ln>
            <a:solidFill>
              <a:srgbClr val="28AFB6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Menambhakan</a:t>
            </a:r>
            <a:r>
              <a:rPr lang="en-US" dirty="0"/>
              <a:t> node “u” </a:t>
            </a:r>
            <a:r>
              <a:rPr lang="en-US" dirty="0" err="1"/>
              <a:t>sebelum</a:t>
            </a:r>
            <a:r>
              <a:rPr lang="en-US" dirty="0"/>
              <a:t> node “w”.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BEC9394-0547-43F6-8E5E-557B938E22AA}"/>
              </a:ext>
            </a:extLst>
          </p:cNvPr>
          <p:cNvSpPr/>
          <p:nvPr/>
        </p:nvSpPr>
        <p:spPr>
          <a:xfrm>
            <a:off x="6833751" y="1891204"/>
            <a:ext cx="1643754" cy="463594"/>
          </a:xfrm>
          <a:prstGeom prst="rect">
            <a:avLst/>
          </a:prstGeom>
          <a:solidFill>
            <a:srgbClr val="BAED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6059A21-B408-440C-9B50-93889BAB524E}"/>
              </a:ext>
            </a:extLst>
          </p:cNvPr>
          <p:cNvCxnSpPr>
            <a:cxnSpLocks/>
          </p:cNvCxnSpPr>
          <p:nvPr/>
        </p:nvCxnSpPr>
        <p:spPr>
          <a:xfrm>
            <a:off x="7931386" y="1896484"/>
            <a:ext cx="0" cy="4572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7D15E5D0-6FE1-4147-BD0F-A96F2A93CFDC}"/>
              </a:ext>
            </a:extLst>
          </p:cNvPr>
          <p:cNvSpPr txBox="1"/>
          <p:nvPr/>
        </p:nvSpPr>
        <p:spPr>
          <a:xfrm>
            <a:off x="7400109" y="1953723"/>
            <a:ext cx="5407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1600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582291E-00D1-46DA-974E-A88139C5A6A7}"/>
              </a:ext>
            </a:extLst>
          </p:cNvPr>
          <p:cNvSpPr/>
          <p:nvPr/>
        </p:nvSpPr>
        <p:spPr>
          <a:xfrm>
            <a:off x="8164284" y="2077938"/>
            <a:ext cx="103910" cy="10224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9BB0BC7-5385-476F-BB79-BA981E9D5545}"/>
              </a:ext>
            </a:extLst>
          </p:cNvPr>
          <p:cNvCxnSpPr>
            <a:cxnSpLocks/>
          </p:cNvCxnSpPr>
          <p:nvPr/>
        </p:nvCxnSpPr>
        <p:spPr>
          <a:xfrm>
            <a:off x="7384892" y="1891204"/>
            <a:ext cx="0" cy="45765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46572762-F357-408F-BEDD-2A049A750B66}"/>
              </a:ext>
            </a:extLst>
          </p:cNvPr>
          <p:cNvSpPr/>
          <p:nvPr/>
        </p:nvSpPr>
        <p:spPr>
          <a:xfrm>
            <a:off x="7044863" y="2071876"/>
            <a:ext cx="103910" cy="10224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43013125-F9F0-4C24-8D59-6788ADCCC3BB}"/>
              </a:ext>
            </a:extLst>
          </p:cNvPr>
          <p:cNvGrpSpPr/>
          <p:nvPr/>
        </p:nvGrpSpPr>
        <p:grpSpPr>
          <a:xfrm>
            <a:off x="8962744" y="1898031"/>
            <a:ext cx="1643754" cy="463594"/>
            <a:chOff x="7735588" y="2403391"/>
            <a:chExt cx="1643754" cy="463594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CE4B6F9-9468-4119-B14D-BF1E30E5BECC}"/>
                </a:ext>
              </a:extLst>
            </p:cNvPr>
            <p:cNvSpPr/>
            <p:nvPr/>
          </p:nvSpPr>
          <p:spPr>
            <a:xfrm>
              <a:off x="7735588" y="2403391"/>
              <a:ext cx="1643754" cy="463594"/>
            </a:xfrm>
            <a:prstGeom prst="rect">
              <a:avLst/>
            </a:prstGeom>
            <a:solidFill>
              <a:srgbClr val="BAED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5F2F6F23-CFEE-4654-AE44-0B433CC76DCB}"/>
                </a:ext>
              </a:extLst>
            </p:cNvPr>
            <p:cNvCxnSpPr>
              <a:cxnSpLocks/>
            </p:cNvCxnSpPr>
            <p:nvPr/>
          </p:nvCxnSpPr>
          <p:spPr>
            <a:xfrm>
              <a:off x="8833223" y="2408671"/>
              <a:ext cx="0" cy="4572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F4B6A7C-2764-473F-9A81-741FBCA6C8E1}"/>
                </a:ext>
              </a:extLst>
            </p:cNvPr>
            <p:cNvSpPr txBox="1"/>
            <p:nvPr/>
          </p:nvSpPr>
          <p:spPr>
            <a:xfrm>
              <a:off x="8301946" y="2465910"/>
              <a:ext cx="54078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w</a:t>
              </a: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A4631E34-8A92-4823-978F-2D99B2878D9F}"/>
                </a:ext>
              </a:extLst>
            </p:cNvPr>
            <p:cNvSpPr/>
            <p:nvPr/>
          </p:nvSpPr>
          <p:spPr>
            <a:xfrm>
              <a:off x="9066121" y="2590125"/>
              <a:ext cx="103910" cy="10224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C2746E1-1F28-4C15-A9B0-3F75BD750110}"/>
                </a:ext>
              </a:extLst>
            </p:cNvPr>
            <p:cNvCxnSpPr/>
            <p:nvPr/>
          </p:nvCxnSpPr>
          <p:spPr>
            <a:xfrm>
              <a:off x="8286729" y="2403391"/>
              <a:ext cx="0" cy="45765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DA4E77E6-43AB-439E-8A57-E03CFD4BDF04}"/>
                </a:ext>
              </a:extLst>
            </p:cNvPr>
            <p:cNvSpPr/>
            <p:nvPr/>
          </p:nvSpPr>
          <p:spPr>
            <a:xfrm>
              <a:off x="7946700" y="2584063"/>
              <a:ext cx="103910" cy="10224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38" name="Connector: Curved 37">
            <a:extLst>
              <a:ext uri="{FF2B5EF4-FFF2-40B4-BE49-F238E27FC236}">
                <a16:creationId xmlns:a16="http://schemas.microsoft.com/office/drawing/2014/main" id="{1A8073A6-1995-4537-A266-20236D904CA0}"/>
              </a:ext>
            </a:extLst>
          </p:cNvPr>
          <p:cNvCxnSpPr>
            <a:stCxn id="23" idx="4"/>
            <a:endCxn id="8" idx="2"/>
          </p:cNvCxnSpPr>
          <p:nvPr/>
        </p:nvCxnSpPr>
        <p:spPr>
          <a:xfrm rot="5400000">
            <a:off x="8353797" y="1482784"/>
            <a:ext cx="173846" cy="1570183"/>
          </a:xfrm>
          <a:prstGeom prst="curvedConnector3">
            <a:avLst>
              <a:gd name="adj1" fmla="val 231496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or: Curved 52">
            <a:extLst>
              <a:ext uri="{FF2B5EF4-FFF2-40B4-BE49-F238E27FC236}">
                <a16:creationId xmlns:a16="http://schemas.microsoft.com/office/drawing/2014/main" id="{9582A097-697E-4CEB-80E4-D9BC795D41CA}"/>
              </a:ext>
            </a:extLst>
          </p:cNvPr>
          <p:cNvCxnSpPr>
            <a:stCxn id="11" idx="0"/>
            <a:endCxn id="17" idx="0"/>
          </p:cNvCxnSpPr>
          <p:nvPr/>
        </p:nvCxnSpPr>
        <p:spPr>
          <a:xfrm rot="5400000" flipH="1" flipV="1">
            <a:off x="8910477" y="1203794"/>
            <a:ext cx="179907" cy="1568382"/>
          </a:xfrm>
          <a:prstGeom prst="curvedConnector3">
            <a:avLst>
              <a:gd name="adj1" fmla="val 227066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or: Curved 57">
            <a:extLst>
              <a:ext uri="{FF2B5EF4-FFF2-40B4-BE49-F238E27FC236}">
                <a16:creationId xmlns:a16="http://schemas.microsoft.com/office/drawing/2014/main" id="{0BB22D99-C9C8-4382-958F-F45BD6F9FB48}"/>
              </a:ext>
            </a:extLst>
          </p:cNvPr>
          <p:cNvCxnSpPr>
            <a:cxnSpLocks/>
          </p:cNvCxnSpPr>
          <p:nvPr/>
        </p:nvCxnSpPr>
        <p:spPr>
          <a:xfrm rot="5400000">
            <a:off x="6210212" y="1432757"/>
            <a:ext cx="173846" cy="1570183"/>
          </a:xfrm>
          <a:prstGeom prst="curvedConnector3">
            <a:avLst>
              <a:gd name="adj1" fmla="val 231496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or: Curved 58">
            <a:extLst>
              <a:ext uri="{FF2B5EF4-FFF2-40B4-BE49-F238E27FC236}">
                <a16:creationId xmlns:a16="http://schemas.microsoft.com/office/drawing/2014/main" id="{2231A1A6-D897-4CFD-8122-E5742E2ADFC9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766892" y="1196299"/>
            <a:ext cx="179907" cy="1568382"/>
          </a:xfrm>
          <a:prstGeom prst="curvedConnector3">
            <a:avLst>
              <a:gd name="adj1" fmla="val 227066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ctor: Curved 59">
            <a:extLst>
              <a:ext uri="{FF2B5EF4-FFF2-40B4-BE49-F238E27FC236}">
                <a16:creationId xmlns:a16="http://schemas.microsoft.com/office/drawing/2014/main" id="{ADA79564-C6A2-49A7-B47D-12BAE504248C}"/>
              </a:ext>
            </a:extLst>
          </p:cNvPr>
          <p:cNvCxnSpPr>
            <a:cxnSpLocks/>
          </p:cNvCxnSpPr>
          <p:nvPr/>
        </p:nvCxnSpPr>
        <p:spPr>
          <a:xfrm rot="5400000">
            <a:off x="10482789" y="1508355"/>
            <a:ext cx="173846" cy="1570183"/>
          </a:xfrm>
          <a:prstGeom prst="curvedConnector3">
            <a:avLst>
              <a:gd name="adj1" fmla="val 231496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or: Curved 60">
            <a:extLst>
              <a:ext uri="{FF2B5EF4-FFF2-40B4-BE49-F238E27FC236}">
                <a16:creationId xmlns:a16="http://schemas.microsoft.com/office/drawing/2014/main" id="{FBC993B8-7D36-4B17-B7EB-310F4166CCEE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1039469" y="1282530"/>
            <a:ext cx="179907" cy="1568382"/>
          </a:xfrm>
          <a:prstGeom prst="curvedConnector3">
            <a:avLst>
              <a:gd name="adj1" fmla="val 227066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3" name="Group 92">
            <a:extLst>
              <a:ext uri="{FF2B5EF4-FFF2-40B4-BE49-F238E27FC236}">
                <a16:creationId xmlns:a16="http://schemas.microsoft.com/office/drawing/2014/main" id="{57DFA8C0-6DBA-4F7D-98F1-D56D85B79D62}"/>
              </a:ext>
            </a:extLst>
          </p:cNvPr>
          <p:cNvGrpSpPr/>
          <p:nvPr/>
        </p:nvGrpSpPr>
        <p:grpSpPr>
          <a:xfrm>
            <a:off x="7848861" y="3695334"/>
            <a:ext cx="1643754" cy="463594"/>
            <a:chOff x="10324522" y="2383097"/>
            <a:chExt cx="1643754" cy="463594"/>
          </a:xfrm>
        </p:grpSpPr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E222FCAA-8239-42D8-A49E-EA1EA63AE355}"/>
                </a:ext>
              </a:extLst>
            </p:cNvPr>
            <p:cNvSpPr/>
            <p:nvPr/>
          </p:nvSpPr>
          <p:spPr>
            <a:xfrm>
              <a:off x="10324522" y="2383097"/>
              <a:ext cx="1643754" cy="463594"/>
            </a:xfrm>
            <a:prstGeom prst="rect">
              <a:avLst/>
            </a:prstGeom>
            <a:solidFill>
              <a:srgbClr val="BAED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E84029A9-93CB-4142-AE87-2AFE0AC3584D}"/>
                </a:ext>
              </a:extLst>
            </p:cNvPr>
            <p:cNvCxnSpPr>
              <a:cxnSpLocks/>
            </p:cNvCxnSpPr>
            <p:nvPr/>
          </p:nvCxnSpPr>
          <p:spPr>
            <a:xfrm>
              <a:off x="11422157" y="2388377"/>
              <a:ext cx="0" cy="4572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1AB21954-3881-458B-9A85-A84EEB37BA60}"/>
                </a:ext>
              </a:extLst>
            </p:cNvPr>
            <p:cNvSpPr txBox="1"/>
            <p:nvPr/>
          </p:nvSpPr>
          <p:spPr>
            <a:xfrm>
              <a:off x="10890880" y="2445616"/>
              <a:ext cx="54078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u</a:t>
              </a:r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5DFD0907-DAAF-4796-832F-640F865559FC}"/>
                </a:ext>
              </a:extLst>
            </p:cNvPr>
            <p:cNvSpPr/>
            <p:nvPr/>
          </p:nvSpPr>
          <p:spPr>
            <a:xfrm>
              <a:off x="11655055" y="2569831"/>
              <a:ext cx="103910" cy="10224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078E8DAA-8D99-4C53-8F7F-81F1956865B5}"/>
                </a:ext>
              </a:extLst>
            </p:cNvPr>
            <p:cNvCxnSpPr/>
            <p:nvPr/>
          </p:nvCxnSpPr>
          <p:spPr>
            <a:xfrm>
              <a:off x="10875663" y="2383097"/>
              <a:ext cx="0" cy="45765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3215119A-199C-4F62-B15B-0367BD21FAB8}"/>
                </a:ext>
              </a:extLst>
            </p:cNvPr>
            <p:cNvSpPr/>
            <p:nvPr/>
          </p:nvSpPr>
          <p:spPr>
            <a:xfrm>
              <a:off x="10535634" y="2563769"/>
              <a:ext cx="103910" cy="10224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0" name="Rectangle 99">
            <a:extLst>
              <a:ext uri="{FF2B5EF4-FFF2-40B4-BE49-F238E27FC236}">
                <a16:creationId xmlns:a16="http://schemas.microsoft.com/office/drawing/2014/main" id="{266830ED-AAFA-453C-B379-A0938A707894}"/>
              </a:ext>
            </a:extLst>
          </p:cNvPr>
          <p:cNvSpPr/>
          <p:nvPr/>
        </p:nvSpPr>
        <p:spPr>
          <a:xfrm>
            <a:off x="6833751" y="4954664"/>
            <a:ext cx="1643754" cy="463594"/>
          </a:xfrm>
          <a:prstGeom prst="rect">
            <a:avLst/>
          </a:prstGeom>
          <a:solidFill>
            <a:srgbClr val="BAED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C249B049-9396-48DF-965E-95E1C38534D3}"/>
              </a:ext>
            </a:extLst>
          </p:cNvPr>
          <p:cNvCxnSpPr>
            <a:cxnSpLocks/>
          </p:cNvCxnSpPr>
          <p:nvPr/>
        </p:nvCxnSpPr>
        <p:spPr>
          <a:xfrm>
            <a:off x="7931386" y="4959944"/>
            <a:ext cx="0" cy="4572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1CF2B875-560A-4304-B5C7-E8850D2C4768}"/>
              </a:ext>
            </a:extLst>
          </p:cNvPr>
          <p:cNvSpPr txBox="1"/>
          <p:nvPr/>
        </p:nvSpPr>
        <p:spPr>
          <a:xfrm>
            <a:off x="7400109" y="5017183"/>
            <a:ext cx="5407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1600" dirty="0"/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D7400D14-6BA8-40DC-98AC-F995AE2A6287}"/>
              </a:ext>
            </a:extLst>
          </p:cNvPr>
          <p:cNvSpPr/>
          <p:nvPr/>
        </p:nvSpPr>
        <p:spPr>
          <a:xfrm>
            <a:off x="8164284" y="5141398"/>
            <a:ext cx="103910" cy="10224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4B35DA39-6184-4B33-894F-481E5B7412D3}"/>
              </a:ext>
            </a:extLst>
          </p:cNvPr>
          <p:cNvCxnSpPr>
            <a:cxnSpLocks/>
          </p:cNvCxnSpPr>
          <p:nvPr/>
        </p:nvCxnSpPr>
        <p:spPr>
          <a:xfrm>
            <a:off x="7384892" y="4954664"/>
            <a:ext cx="0" cy="45765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Oval 104">
            <a:extLst>
              <a:ext uri="{FF2B5EF4-FFF2-40B4-BE49-F238E27FC236}">
                <a16:creationId xmlns:a16="http://schemas.microsoft.com/office/drawing/2014/main" id="{C36BE271-C204-42DC-AABD-81DE855E8E06}"/>
              </a:ext>
            </a:extLst>
          </p:cNvPr>
          <p:cNvSpPr/>
          <p:nvPr/>
        </p:nvSpPr>
        <p:spPr>
          <a:xfrm>
            <a:off x="7044863" y="5135336"/>
            <a:ext cx="103910" cy="10224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8B5C735A-6A18-4BE2-ADE3-A1A4CCE1C164}"/>
              </a:ext>
            </a:extLst>
          </p:cNvPr>
          <p:cNvGrpSpPr/>
          <p:nvPr/>
        </p:nvGrpSpPr>
        <p:grpSpPr>
          <a:xfrm>
            <a:off x="8962744" y="4961491"/>
            <a:ext cx="1643754" cy="463594"/>
            <a:chOff x="7735588" y="2403391"/>
            <a:chExt cx="1643754" cy="463594"/>
          </a:xfrm>
        </p:grpSpPr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AFF81905-CA58-4C31-AD89-B6CAFA009C50}"/>
                </a:ext>
              </a:extLst>
            </p:cNvPr>
            <p:cNvSpPr/>
            <p:nvPr/>
          </p:nvSpPr>
          <p:spPr>
            <a:xfrm>
              <a:off x="7735588" y="2403391"/>
              <a:ext cx="1643754" cy="463594"/>
            </a:xfrm>
            <a:prstGeom prst="rect">
              <a:avLst/>
            </a:prstGeom>
            <a:solidFill>
              <a:srgbClr val="BAED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7602CEF4-2720-4516-A8B3-08E89174A531}"/>
                </a:ext>
              </a:extLst>
            </p:cNvPr>
            <p:cNvCxnSpPr>
              <a:cxnSpLocks/>
            </p:cNvCxnSpPr>
            <p:nvPr/>
          </p:nvCxnSpPr>
          <p:spPr>
            <a:xfrm>
              <a:off x="8833223" y="2408671"/>
              <a:ext cx="0" cy="4572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AB1A785B-4716-4F8D-B2CA-325DFAA6C5DA}"/>
                </a:ext>
              </a:extLst>
            </p:cNvPr>
            <p:cNvSpPr txBox="1"/>
            <p:nvPr/>
          </p:nvSpPr>
          <p:spPr>
            <a:xfrm>
              <a:off x="8301946" y="2465910"/>
              <a:ext cx="54078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w</a:t>
              </a:r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B03A915C-C123-4852-AF83-5CB1E6E88D6A}"/>
                </a:ext>
              </a:extLst>
            </p:cNvPr>
            <p:cNvSpPr/>
            <p:nvPr/>
          </p:nvSpPr>
          <p:spPr>
            <a:xfrm>
              <a:off x="9066121" y="2590125"/>
              <a:ext cx="103910" cy="10224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E405CC01-69FC-4D0A-AB7A-2BC1FAE7912B}"/>
                </a:ext>
              </a:extLst>
            </p:cNvPr>
            <p:cNvCxnSpPr/>
            <p:nvPr/>
          </p:nvCxnSpPr>
          <p:spPr>
            <a:xfrm>
              <a:off x="8286729" y="2403391"/>
              <a:ext cx="0" cy="45765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C70AA22D-E5CC-4DAA-BC8B-D7752BC4B4A5}"/>
                </a:ext>
              </a:extLst>
            </p:cNvPr>
            <p:cNvSpPr/>
            <p:nvPr/>
          </p:nvSpPr>
          <p:spPr>
            <a:xfrm>
              <a:off x="7946700" y="2584063"/>
              <a:ext cx="103910" cy="10224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13" name="Connector: Curved 112">
            <a:extLst>
              <a:ext uri="{FF2B5EF4-FFF2-40B4-BE49-F238E27FC236}">
                <a16:creationId xmlns:a16="http://schemas.microsoft.com/office/drawing/2014/main" id="{4195166C-8224-4A6D-A9C1-4BBD35045645}"/>
              </a:ext>
            </a:extLst>
          </p:cNvPr>
          <p:cNvCxnSpPr>
            <a:stCxn id="112" idx="4"/>
            <a:endCxn id="100" idx="2"/>
          </p:cNvCxnSpPr>
          <p:nvPr/>
        </p:nvCxnSpPr>
        <p:spPr>
          <a:xfrm rot="5400000">
            <a:off x="8353797" y="4546244"/>
            <a:ext cx="173846" cy="1570183"/>
          </a:xfrm>
          <a:prstGeom prst="curvedConnector3">
            <a:avLst>
              <a:gd name="adj1" fmla="val 231496"/>
            </a:avLst>
          </a:prstGeom>
          <a:ln w="190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: Curved 113">
            <a:extLst>
              <a:ext uri="{FF2B5EF4-FFF2-40B4-BE49-F238E27FC236}">
                <a16:creationId xmlns:a16="http://schemas.microsoft.com/office/drawing/2014/main" id="{B7E6288E-886B-4172-B317-4C874A210406}"/>
              </a:ext>
            </a:extLst>
          </p:cNvPr>
          <p:cNvCxnSpPr>
            <a:cxnSpLocks/>
            <a:stCxn id="103" idx="0"/>
            <a:endCxn id="107" idx="0"/>
          </p:cNvCxnSpPr>
          <p:nvPr/>
        </p:nvCxnSpPr>
        <p:spPr>
          <a:xfrm rot="5400000" flipH="1" flipV="1">
            <a:off x="8910477" y="4267254"/>
            <a:ext cx="179907" cy="1568382"/>
          </a:xfrm>
          <a:prstGeom prst="curvedConnector3">
            <a:avLst>
              <a:gd name="adj1" fmla="val 227066"/>
            </a:avLst>
          </a:prstGeom>
          <a:ln w="190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: Curved 114">
            <a:extLst>
              <a:ext uri="{FF2B5EF4-FFF2-40B4-BE49-F238E27FC236}">
                <a16:creationId xmlns:a16="http://schemas.microsoft.com/office/drawing/2014/main" id="{B034FC7E-76CA-4A0A-AAA4-227AFEEF93BA}"/>
              </a:ext>
            </a:extLst>
          </p:cNvPr>
          <p:cNvCxnSpPr>
            <a:cxnSpLocks/>
          </p:cNvCxnSpPr>
          <p:nvPr/>
        </p:nvCxnSpPr>
        <p:spPr>
          <a:xfrm rot="5400000">
            <a:off x="6210212" y="4496217"/>
            <a:ext cx="173846" cy="1570183"/>
          </a:xfrm>
          <a:prstGeom prst="curvedConnector3">
            <a:avLst>
              <a:gd name="adj1" fmla="val 231496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: Curved 115">
            <a:extLst>
              <a:ext uri="{FF2B5EF4-FFF2-40B4-BE49-F238E27FC236}">
                <a16:creationId xmlns:a16="http://schemas.microsoft.com/office/drawing/2014/main" id="{AE5D980E-2AD0-44CF-B722-662F301F061B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766892" y="4270392"/>
            <a:ext cx="179907" cy="1568382"/>
          </a:xfrm>
          <a:prstGeom prst="curvedConnector3">
            <a:avLst>
              <a:gd name="adj1" fmla="val 227066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: Curved 116">
            <a:extLst>
              <a:ext uri="{FF2B5EF4-FFF2-40B4-BE49-F238E27FC236}">
                <a16:creationId xmlns:a16="http://schemas.microsoft.com/office/drawing/2014/main" id="{31133F6D-D528-4E4C-9C6C-4846805D9622}"/>
              </a:ext>
            </a:extLst>
          </p:cNvPr>
          <p:cNvCxnSpPr>
            <a:cxnSpLocks/>
          </p:cNvCxnSpPr>
          <p:nvPr/>
        </p:nvCxnSpPr>
        <p:spPr>
          <a:xfrm rot="5400000">
            <a:off x="10482789" y="4582448"/>
            <a:ext cx="173846" cy="1570183"/>
          </a:xfrm>
          <a:prstGeom prst="curvedConnector3">
            <a:avLst>
              <a:gd name="adj1" fmla="val 231496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: Curved 117">
            <a:extLst>
              <a:ext uri="{FF2B5EF4-FFF2-40B4-BE49-F238E27FC236}">
                <a16:creationId xmlns:a16="http://schemas.microsoft.com/office/drawing/2014/main" id="{78134DEF-549F-482B-8A6E-C6DD310AD07B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1039469" y="4345990"/>
            <a:ext cx="179907" cy="1568382"/>
          </a:xfrm>
          <a:prstGeom prst="curvedConnector3">
            <a:avLst>
              <a:gd name="adj1" fmla="val 227066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: Curved 118">
            <a:extLst>
              <a:ext uri="{FF2B5EF4-FFF2-40B4-BE49-F238E27FC236}">
                <a16:creationId xmlns:a16="http://schemas.microsoft.com/office/drawing/2014/main" id="{1172937D-13ED-477D-8DF8-32BFF785F56D}"/>
              </a:ext>
            </a:extLst>
          </p:cNvPr>
          <p:cNvCxnSpPr>
            <a:cxnSpLocks/>
          </p:cNvCxnSpPr>
          <p:nvPr/>
        </p:nvCxnSpPr>
        <p:spPr>
          <a:xfrm rot="16200000" flipV="1">
            <a:off x="8467247" y="4483976"/>
            <a:ext cx="1076374" cy="450528"/>
          </a:xfrm>
          <a:prstGeom prst="curved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: Curved 119">
            <a:extLst>
              <a:ext uri="{FF2B5EF4-FFF2-40B4-BE49-F238E27FC236}">
                <a16:creationId xmlns:a16="http://schemas.microsoft.com/office/drawing/2014/main" id="{D3468A0F-79DC-400A-9CCF-7F4C4489173B}"/>
              </a:ext>
            </a:extLst>
          </p:cNvPr>
          <p:cNvCxnSpPr>
            <a:cxnSpLocks/>
            <a:endCxn id="94" idx="2"/>
          </p:cNvCxnSpPr>
          <p:nvPr/>
        </p:nvCxnSpPr>
        <p:spPr>
          <a:xfrm rot="5400000" flipH="1" flipV="1">
            <a:off x="7953189" y="4426866"/>
            <a:ext cx="985486" cy="449611"/>
          </a:xfrm>
          <a:prstGeom prst="curved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: Curved 120">
            <a:extLst>
              <a:ext uri="{FF2B5EF4-FFF2-40B4-BE49-F238E27FC236}">
                <a16:creationId xmlns:a16="http://schemas.microsoft.com/office/drawing/2014/main" id="{DCB8EA9F-369B-4CB6-9D15-2922A8FDCC71}"/>
              </a:ext>
            </a:extLst>
          </p:cNvPr>
          <p:cNvCxnSpPr>
            <a:cxnSpLocks/>
            <a:stCxn id="99" idx="3"/>
          </p:cNvCxnSpPr>
          <p:nvPr/>
        </p:nvCxnSpPr>
        <p:spPr>
          <a:xfrm rot="5400000">
            <a:off x="7430880" y="4315635"/>
            <a:ext cx="996665" cy="291957"/>
          </a:xfrm>
          <a:prstGeom prst="curved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: Curved 121">
            <a:extLst>
              <a:ext uri="{FF2B5EF4-FFF2-40B4-BE49-F238E27FC236}">
                <a16:creationId xmlns:a16="http://schemas.microsoft.com/office/drawing/2014/main" id="{D8C7C7B0-BAEA-4628-A125-4E28D57EF1AE}"/>
              </a:ext>
            </a:extLst>
          </p:cNvPr>
          <p:cNvCxnSpPr>
            <a:cxnSpLocks/>
            <a:stCxn id="97" idx="7"/>
          </p:cNvCxnSpPr>
          <p:nvPr/>
        </p:nvCxnSpPr>
        <p:spPr>
          <a:xfrm rot="16200000" flipH="1">
            <a:off x="9087426" y="4077702"/>
            <a:ext cx="1049405" cy="688085"/>
          </a:xfrm>
          <a:prstGeom prst="curvedConnector3">
            <a:avLst>
              <a:gd name="adj1" fmla="val -23211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TextBox 141">
            <a:extLst>
              <a:ext uri="{FF2B5EF4-FFF2-40B4-BE49-F238E27FC236}">
                <a16:creationId xmlns:a16="http://schemas.microsoft.com/office/drawing/2014/main" id="{5A4C5F88-70BB-4E05-BB88-BBF82059D2F9}"/>
              </a:ext>
            </a:extLst>
          </p:cNvPr>
          <p:cNvSpPr txBox="1"/>
          <p:nvPr/>
        </p:nvSpPr>
        <p:spPr>
          <a:xfrm>
            <a:off x="667637" y="2425049"/>
            <a:ext cx="3287567" cy="369332"/>
          </a:xfrm>
          <a:prstGeom prst="round1Rect">
            <a:avLst/>
          </a:prstGeom>
          <a:noFill/>
          <a:ln>
            <a:solidFill>
              <a:srgbClr val="28AFB6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Rangkaian</a:t>
            </a:r>
            <a:r>
              <a:rPr lang="en-US" dirty="0"/>
              <a:t> doubly-linked list </a:t>
            </a:r>
            <a:r>
              <a:rPr lang="en-US" dirty="0" err="1"/>
              <a:t>awal</a:t>
            </a:r>
            <a:endParaRPr lang="en-US" dirty="0"/>
          </a:p>
        </p:txBody>
      </p:sp>
      <p:sp>
        <p:nvSpPr>
          <p:cNvPr id="143" name="Oval 142">
            <a:extLst>
              <a:ext uri="{FF2B5EF4-FFF2-40B4-BE49-F238E27FC236}">
                <a16:creationId xmlns:a16="http://schemas.microsoft.com/office/drawing/2014/main" id="{34D14B7D-961D-46F1-9CEE-F433AB69431B}"/>
              </a:ext>
            </a:extLst>
          </p:cNvPr>
          <p:cNvSpPr/>
          <p:nvPr/>
        </p:nvSpPr>
        <p:spPr>
          <a:xfrm>
            <a:off x="7609137" y="3503018"/>
            <a:ext cx="2143583" cy="850605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711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5" name="whoosh.wav"/>
          </p:stSnd>
        </p:sndAc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7387090B-1FDE-44AD-A292-9940DB685BB7}"/>
              </a:ext>
            </a:extLst>
          </p:cNvPr>
          <p:cNvSpPr txBox="1">
            <a:spLocks noChangeArrowheads="1"/>
          </p:cNvSpPr>
          <p:nvPr/>
        </p:nvSpPr>
        <p:spPr bwMode="auto">
          <a:xfrm rot="10800000" flipH="1" flipV="1">
            <a:off x="3000096" y="604240"/>
            <a:ext cx="5571045" cy="474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907" tIns="41454" rIns="82907" bIns="41454" anchor="t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en-US" altLang="en-US" sz="2500" dirty="0">
                <a:latin typeface="MV Boli" panose="02000500030200090000" pitchFamily="2" charset="0"/>
                <a:cs typeface="MV Boli" panose="02000500030200090000" pitchFamily="2" charset="0"/>
              </a:rPr>
              <a:t>Space-Efficient Linked List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5607630-BE1F-4B5B-9C5F-F21717FFB3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9313" y="2127501"/>
            <a:ext cx="4695825" cy="990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70DD216-E089-445F-853D-86EB76140D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9313" y="3429000"/>
            <a:ext cx="4276725" cy="9239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1D90D9A-6117-40BA-B366-216149C5B3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9313" y="4736314"/>
            <a:ext cx="6038850" cy="9429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A26DB18-D7FC-4D07-9A59-E2118C0C6D2E}"/>
              </a:ext>
            </a:extLst>
          </p:cNvPr>
          <p:cNvSpPr txBox="1"/>
          <p:nvPr/>
        </p:nvSpPr>
        <p:spPr>
          <a:xfrm>
            <a:off x="451618" y="2066568"/>
            <a:ext cx="4826129" cy="374571"/>
          </a:xfrm>
          <a:prstGeom prst="roundRect">
            <a:avLst/>
          </a:prstGeom>
          <a:noFill/>
          <a:ln>
            <a:solidFill>
              <a:srgbClr val="28AFB6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 err="1"/>
              <a:t>Menambahkan</a:t>
            </a:r>
            <a:r>
              <a:rPr lang="en-US" sz="1600" dirty="0"/>
              <a:t> </a:t>
            </a:r>
            <a:r>
              <a:rPr lang="en-US" sz="1600" dirty="0" err="1"/>
              <a:t>elemen</a:t>
            </a:r>
            <a:r>
              <a:rPr lang="en-US" sz="1600" dirty="0"/>
              <a:t> “x” </a:t>
            </a:r>
            <a:r>
              <a:rPr lang="en-US" sz="1600" dirty="0" err="1"/>
              <a:t>diantara</a:t>
            </a:r>
            <a:r>
              <a:rPr lang="en-US" sz="1600" dirty="0"/>
              <a:t> </a:t>
            </a:r>
            <a:r>
              <a:rPr lang="en-US" sz="1600" dirty="0" err="1"/>
              <a:t>elemen</a:t>
            </a:r>
            <a:r>
              <a:rPr lang="en-US" sz="1600" dirty="0"/>
              <a:t> “a” </a:t>
            </a:r>
            <a:r>
              <a:rPr lang="en-US" sz="1600" dirty="0" err="1"/>
              <a:t>dan</a:t>
            </a:r>
            <a:r>
              <a:rPr lang="en-US" sz="1600" dirty="0"/>
              <a:t> “b”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932445-DA76-4D8F-989F-96C32A8C7035}"/>
              </a:ext>
            </a:extLst>
          </p:cNvPr>
          <p:cNvSpPr txBox="1"/>
          <p:nvPr/>
        </p:nvSpPr>
        <p:spPr>
          <a:xfrm>
            <a:off x="417817" y="1172020"/>
            <a:ext cx="4724359" cy="635675"/>
          </a:xfrm>
          <a:prstGeom prst="snip1Rect">
            <a:avLst/>
          </a:prstGeom>
          <a:noFill/>
          <a:ln>
            <a:solidFill>
              <a:srgbClr val="28AFB6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 err="1"/>
              <a:t>Terdiri</a:t>
            </a:r>
            <a:r>
              <a:rPr lang="en-US" sz="1600" dirty="0"/>
              <a:t> </a:t>
            </a:r>
            <a:r>
              <a:rPr lang="en-US" sz="1600" dirty="0" err="1"/>
              <a:t>dari</a:t>
            </a:r>
            <a:r>
              <a:rPr lang="en-US" sz="1600" dirty="0"/>
              <a:t> 3 node, node </a:t>
            </a:r>
            <a:r>
              <a:rPr lang="en-US" sz="1600" dirty="0" err="1"/>
              <a:t>pertama</a:t>
            </a:r>
            <a:r>
              <a:rPr lang="en-US" sz="1600" dirty="0"/>
              <a:t> (a, b, c, d), node </a:t>
            </a:r>
            <a:r>
              <a:rPr lang="en-US" sz="1600" dirty="0" err="1"/>
              <a:t>kedua</a:t>
            </a:r>
            <a:r>
              <a:rPr lang="en-US" sz="1600" dirty="0"/>
              <a:t> (e, f, g, h), node </a:t>
            </a:r>
            <a:r>
              <a:rPr lang="en-US" sz="1600" dirty="0" err="1"/>
              <a:t>ketiga</a:t>
            </a:r>
            <a:r>
              <a:rPr lang="en-US" sz="1600" dirty="0"/>
              <a:t> (</a:t>
            </a:r>
            <a:r>
              <a:rPr lang="en-US" sz="1600" dirty="0" err="1"/>
              <a:t>i</a:t>
            </a:r>
            <a:r>
              <a:rPr lang="en-US" sz="1600" dirty="0"/>
              <a:t>, j)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92821FA-D644-453C-9AD8-B308676914F0}"/>
              </a:ext>
            </a:extLst>
          </p:cNvPr>
          <p:cNvGrpSpPr/>
          <p:nvPr/>
        </p:nvGrpSpPr>
        <p:grpSpPr>
          <a:xfrm>
            <a:off x="5805512" y="1308178"/>
            <a:ext cx="4591050" cy="439749"/>
            <a:chOff x="893989" y="2281679"/>
            <a:chExt cx="4591050" cy="439749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41C2D566-9DF1-43BA-9612-4E13A65F024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93989" y="2281679"/>
              <a:ext cx="4591050" cy="333375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79E2E4F-C70B-4E03-B4AD-C75ABEB6ECC4}"/>
                </a:ext>
              </a:extLst>
            </p:cNvPr>
            <p:cNvSpPr/>
            <p:nvPr/>
          </p:nvSpPr>
          <p:spPr>
            <a:xfrm>
              <a:off x="1632857" y="2593282"/>
              <a:ext cx="2917372" cy="12814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6BDAB352-FA2B-4108-A009-C3519998CC87}"/>
              </a:ext>
            </a:extLst>
          </p:cNvPr>
          <p:cNvSpPr txBox="1"/>
          <p:nvPr/>
        </p:nvSpPr>
        <p:spPr>
          <a:xfrm>
            <a:off x="451618" y="2665005"/>
            <a:ext cx="4966552" cy="338554"/>
          </a:xfrm>
          <a:prstGeom prst="round1Rect">
            <a:avLst/>
          </a:prstGeom>
          <a:noFill/>
          <a:ln>
            <a:solidFill>
              <a:srgbClr val="28AFB6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 err="1"/>
              <a:t>Menggeser</a:t>
            </a:r>
            <a:r>
              <a:rPr lang="en-US" sz="1600" dirty="0"/>
              <a:t> </a:t>
            </a:r>
            <a:r>
              <a:rPr lang="en-US" sz="1600" dirty="0" err="1"/>
              <a:t>satu</a:t>
            </a:r>
            <a:r>
              <a:rPr lang="en-US" sz="1600" dirty="0"/>
              <a:t> </a:t>
            </a:r>
            <a:r>
              <a:rPr lang="en-US" sz="1600" dirty="0" err="1"/>
              <a:t>elemen</a:t>
            </a:r>
            <a:r>
              <a:rPr lang="en-US" sz="1600" dirty="0"/>
              <a:t> </a:t>
            </a:r>
            <a:r>
              <a:rPr lang="en-US" sz="1600" dirty="0" err="1"/>
              <a:t>setelah</a:t>
            </a:r>
            <a:r>
              <a:rPr lang="en-US" sz="1600" dirty="0"/>
              <a:t> </a:t>
            </a:r>
            <a:r>
              <a:rPr lang="en-US" sz="1600" dirty="0" err="1"/>
              <a:t>penambahan</a:t>
            </a:r>
            <a:r>
              <a:rPr lang="en-US" sz="1600" dirty="0"/>
              <a:t> </a:t>
            </a:r>
            <a:r>
              <a:rPr lang="en-US" sz="1600" dirty="0" err="1"/>
              <a:t>elemen</a:t>
            </a:r>
            <a:r>
              <a:rPr lang="en-US" sz="1600" dirty="0"/>
              <a:t> “x”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D02D05C-C7D8-4A73-A901-CA25977D7BF0}"/>
              </a:ext>
            </a:extLst>
          </p:cNvPr>
          <p:cNvSpPr txBox="1"/>
          <p:nvPr/>
        </p:nvSpPr>
        <p:spPr>
          <a:xfrm>
            <a:off x="451618" y="3620218"/>
            <a:ext cx="4042773" cy="338554"/>
          </a:xfrm>
          <a:prstGeom prst="round1Rect">
            <a:avLst/>
          </a:prstGeom>
          <a:noFill/>
          <a:ln>
            <a:solidFill>
              <a:srgbClr val="28AFB6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 err="1"/>
              <a:t>Menghilangkan</a:t>
            </a:r>
            <a:r>
              <a:rPr lang="en-US" sz="1600" dirty="0"/>
              <a:t> </a:t>
            </a:r>
            <a:r>
              <a:rPr lang="en-US" sz="1600" dirty="0" err="1"/>
              <a:t>elemen</a:t>
            </a:r>
            <a:r>
              <a:rPr lang="en-US" sz="1600" dirty="0"/>
              <a:t> (</a:t>
            </a:r>
            <a:r>
              <a:rPr lang="en-US" sz="1600" dirty="0" err="1"/>
              <a:t>i</a:t>
            </a:r>
            <a:r>
              <a:rPr lang="en-US" sz="1600" dirty="0"/>
              <a:t>, j) </a:t>
            </a:r>
            <a:r>
              <a:rPr lang="en-US" sz="1600" dirty="0" err="1"/>
              <a:t>dari</a:t>
            </a:r>
            <a:r>
              <a:rPr lang="en-US" sz="1600" dirty="0"/>
              <a:t> node </a:t>
            </a:r>
            <a:r>
              <a:rPr lang="en-US" sz="1600" dirty="0" err="1"/>
              <a:t>terakhir</a:t>
            </a:r>
            <a:endParaRPr lang="en-US" sz="16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0C4C4C-1F63-428F-BDFC-0755BF762E58}"/>
              </a:ext>
            </a:extLst>
          </p:cNvPr>
          <p:cNvSpPr txBox="1"/>
          <p:nvPr/>
        </p:nvSpPr>
        <p:spPr>
          <a:xfrm>
            <a:off x="451618" y="4575431"/>
            <a:ext cx="4357019" cy="830997"/>
          </a:xfrm>
          <a:prstGeom prst="round1Rect">
            <a:avLst/>
          </a:prstGeom>
          <a:noFill/>
          <a:ln>
            <a:solidFill>
              <a:srgbClr val="28AFB6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 err="1"/>
              <a:t>Membagi</a:t>
            </a:r>
            <a:r>
              <a:rPr lang="en-US" sz="1600" dirty="0"/>
              <a:t> </a:t>
            </a:r>
            <a:r>
              <a:rPr lang="en-US" sz="1600" dirty="0" err="1"/>
              <a:t>menjadi</a:t>
            </a:r>
            <a:r>
              <a:rPr lang="en-US" sz="1600" dirty="0"/>
              <a:t> 4 node, </a:t>
            </a:r>
            <a:r>
              <a:rPr lang="en-US" sz="1600" dirty="0" err="1"/>
              <a:t>dimana</a:t>
            </a:r>
            <a:r>
              <a:rPr lang="en-US" sz="1600" dirty="0"/>
              <a:t> </a:t>
            </a:r>
            <a:r>
              <a:rPr lang="en-US" sz="1600" dirty="0" err="1"/>
              <a:t>pada</a:t>
            </a:r>
            <a:r>
              <a:rPr lang="en-US" sz="1600" dirty="0"/>
              <a:t> node ke-2, ke-3 </a:t>
            </a:r>
            <a:r>
              <a:rPr lang="en-US" sz="1600" dirty="0" err="1"/>
              <a:t>dan</a:t>
            </a:r>
            <a:r>
              <a:rPr lang="en-US" sz="1600" dirty="0"/>
              <a:t> ke-4 </a:t>
            </a:r>
            <a:r>
              <a:rPr lang="en-US" sz="1600" dirty="0" err="1"/>
              <a:t>akan</a:t>
            </a:r>
            <a:r>
              <a:rPr lang="en-US" sz="1600" dirty="0"/>
              <a:t> </a:t>
            </a:r>
            <a:r>
              <a:rPr lang="en-US" sz="1600" dirty="0" err="1"/>
              <a:t>dikosongkan</a:t>
            </a:r>
            <a:r>
              <a:rPr lang="en-US" sz="1600" dirty="0"/>
              <a:t> </a:t>
            </a:r>
            <a:r>
              <a:rPr lang="en-US" sz="1600" dirty="0" err="1"/>
              <a:t>bagian</a:t>
            </a:r>
            <a:r>
              <a:rPr lang="en-US" sz="1600" dirty="0"/>
              <a:t> </a:t>
            </a:r>
            <a:r>
              <a:rPr lang="en-US" sz="1600" dirty="0" err="1"/>
              <a:t>akhir</a:t>
            </a:r>
            <a:r>
              <a:rPr lang="en-US" sz="1600" dirty="0"/>
              <a:t> </a:t>
            </a:r>
            <a:r>
              <a:rPr lang="en-US" sz="1600" dirty="0" err="1"/>
              <a:t>pada</a:t>
            </a:r>
            <a:r>
              <a:rPr lang="en-US" sz="1600" dirty="0"/>
              <a:t> </a:t>
            </a:r>
            <a:r>
              <a:rPr lang="en-US" sz="1600" dirty="0" err="1"/>
              <a:t>setiap</a:t>
            </a:r>
            <a:r>
              <a:rPr lang="en-US" sz="1600" dirty="0"/>
              <a:t> node.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A2BABA7-2647-4CA4-A84C-E36C1FC18CF2}"/>
              </a:ext>
            </a:extLst>
          </p:cNvPr>
          <p:cNvSpPr/>
          <p:nvPr/>
        </p:nvSpPr>
        <p:spPr>
          <a:xfrm>
            <a:off x="6578181" y="2707537"/>
            <a:ext cx="258554" cy="338554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EA90ABD-36E8-48CF-9C6E-0D1E8E6A97B0}"/>
              </a:ext>
            </a:extLst>
          </p:cNvPr>
          <p:cNvCxnSpPr>
            <a:stCxn id="7" idx="3"/>
            <a:endCxn id="16" idx="0"/>
          </p:cNvCxnSpPr>
          <p:nvPr/>
        </p:nvCxnSpPr>
        <p:spPr>
          <a:xfrm>
            <a:off x="5277747" y="2253854"/>
            <a:ext cx="1429711" cy="453683"/>
          </a:xfrm>
          <a:prstGeom prst="straightConnector1">
            <a:avLst/>
          </a:prstGeom>
          <a:ln>
            <a:solidFill>
              <a:srgbClr val="28AFB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E2BC828C-C4E3-498E-AA5C-C5F1E68D9CA7}"/>
              </a:ext>
            </a:extLst>
          </p:cNvPr>
          <p:cNvSpPr/>
          <p:nvPr/>
        </p:nvSpPr>
        <p:spPr>
          <a:xfrm>
            <a:off x="5384369" y="1386615"/>
            <a:ext cx="225201" cy="233166"/>
          </a:xfrm>
          <a:prstGeom prst="rightArrow">
            <a:avLst/>
          </a:prstGeom>
          <a:solidFill>
            <a:srgbClr val="28AFB6"/>
          </a:solidFill>
          <a:ln>
            <a:solidFill>
              <a:srgbClr val="28AF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72B3DDEC-D0D6-4587-91B5-123E3C152701}"/>
              </a:ext>
            </a:extLst>
          </p:cNvPr>
          <p:cNvSpPr/>
          <p:nvPr/>
        </p:nvSpPr>
        <p:spPr>
          <a:xfrm>
            <a:off x="5560417" y="2748847"/>
            <a:ext cx="225201" cy="233166"/>
          </a:xfrm>
          <a:prstGeom prst="rightArrow">
            <a:avLst/>
          </a:prstGeom>
          <a:solidFill>
            <a:srgbClr val="28AFB6"/>
          </a:solidFill>
          <a:ln>
            <a:solidFill>
              <a:srgbClr val="28AF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9B144E79-4F14-403E-87EC-03F0B47886DC}"/>
              </a:ext>
            </a:extLst>
          </p:cNvPr>
          <p:cNvSpPr/>
          <p:nvPr/>
        </p:nvSpPr>
        <p:spPr>
          <a:xfrm>
            <a:off x="5142176" y="3705786"/>
            <a:ext cx="225201" cy="233166"/>
          </a:xfrm>
          <a:prstGeom prst="rightArrow">
            <a:avLst/>
          </a:prstGeom>
          <a:solidFill>
            <a:srgbClr val="28AFB6"/>
          </a:solidFill>
          <a:ln>
            <a:solidFill>
              <a:srgbClr val="28AF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148D4370-ADAC-4713-B121-A804EEA375E9}"/>
              </a:ext>
            </a:extLst>
          </p:cNvPr>
          <p:cNvSpPr/>
          <p:nvPr/>
        </p:nvSpPr>
        <p:spPr>
          <a:xfrm>
            <a:off x="5165146" y="4874346"/>
            <a:ext cx="225201" cy="233166"/>
          </a:xfrm>
          <a:prstGeom prst="rightArrow">
            <a:avLst/>
          </a:prstGeom>
          <a:solidFill>
            <a:srgbClr val="28AFB6"/>
          </a:solidFill>
          <a:ln>
            <a:solidFill>
              <a:srgbClr val="28AF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903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7" name="whoosh.wav"/>
          </p:stSnd>
        </p:sndAc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7387090B-1FDE-44AD-A292-9940DB685BB7}"/>
              </a:ext>
            </a:extLst>
          </p:cNvPr>
          <p:cNvSpPr txBox="1">
            <a:spLocks noChangeArrowheads="1"/>
          </p:cNvSpPr>
          <p:nvPr/>
        </p:nvSpPr>
        <p:spPr bwMode="auto">
          <a:xfrm rot="10800000" flipH="1" flipV="1">
            <a:off x="3000096" y="604240"/>
            <a:ext cx="5571045" cy="474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907" tIns="41454" rIns="82907" bIns="41454" anchor="t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en-US" altLang="en-US" sz="2500" dirty="0">
                <a:latin typeface="MV Boli" panose="02000500030200090000" pitchFamily="2" charset="0"/>
                <a:cs typeface="MV Boli" panose="02000500030200090000" pitchFamily="2" charset="0"/>
              </a:rPr>
              <a:t>Space-Efficient Linked List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D57A3F6-0932-46A0-96AD-D8EB6165C1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5333" y="2177094"/>
            <a:ext cx="4282407" cy="76501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2FF484A-F3C3-443E-B7F6-88D0E1D273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5333" y="3445165"/>
            <a:ext cx="3858324" cy="76501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ED20296-17AA-4905-95E4-246C6F6A8E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5333" y="4702092"/>
            <a:ext cx="4282407" cy="823220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918E653E-303F-482B-A4DF-FF786BC03AFC}"/>
              </a:ext>
            </a:extLst>
          </p:cNvPr>
          <p:cNvGrpSpPr/>
          <p:nvPr/>
        </p:nvGrpSpPr>
        <p:grpSpPr>
          <a:xfrm>
            <a:off x="6605333" y="1498243"/>
            <a:ext cx="4232515" cy="389623"/>
            <a:chOff x="6605333" y="1498243"/>
            <a:chExt cx="4848225" cy="446302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FDAA8BAD-9C1A-4497-9950-E17DE562223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605333" y="1498243"/>
              <a:ext cx="4848225" cy="361950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145D399-2ABA-45B3-B475-A9BDD1F54C3A}"/>
                </a:ext>
              </a:extLst>
            </p:cNvPr>
            <p:cNvSpPr/>
            <p:nvPr/>
          </p:nvSpPr>
          <p:spPr>
            <a:xfrm>
              <a:off x="8458487" y="1844186"/>
              <a:ext cx="2129590" cy="10035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B52CD2E8-80A7-4109-ADCA-AE4397968CD0}"/>
              </a:ext>
            </a:extLst>
          </p:cNvPr>
          <p:cNvSpPr txBox="1"/>
          <p:nvPr/>
        </p:nvSpPr>
        <p:spPr>
          <a:xfrm>
            <a:off x="417817" y="1172020"/>
            <a:ext cx="4724359" cy="635675"/>
          </a:xfrm>
          <a:prstGeom prst="snip1Rect">
            <a:avLst/>
          </a:prstGeom>
          <a:noFill/>
          <a:ln>
            <a:solidFill>
              <a:srgbClr val="28AFB6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 err="1"/>
              <a:t>Terdiri</a:t>
            </a:r>
            <a:r>
              <a:rPr lang="en-US" sz="1600" dirty="0"/>
              <a:t> </a:t>
            </a:r>
            <a:r>
              <a:rPr lang="en-US" sz="1600" dirty="0" err="1"/>
              <a:t>dari</a:t>
            </a:r>
            <a:r>
              <a:rPr lang="en-US" sz="1600" dirty="0"/>
              <a:t> 3 node, node </a:t>
            </a:r>
            <a:r>
              <a:rPr lang="en-US" sz="1600" dirty="0" err="1"/>
              <a:t>pertama</a:t>
            </a:r>
            <a:r>
              <a:rPr lang="en-US" sz="1600" dirty="0"/>
              <a:t> (a, b), node </a:t>
            </a:r>
            <a:r>
              <a:rPr lang="en-US" sz="1600" dirty="0" err="1"/>
              <a:t>kedua</a:t>
            </a:r>
            <a:r>
              <a:rPr lang="en-US" sz="1600" dirty="0"/>
              <a:t> (c, d), node </a:t>
            </a:r>
            <a:r>
              <a:rPr lang="en-US" sz="1600" dirty="0" err="1"/>
              <a:t>ketiga</a:t>
            </a:r>
            <a:r>
              <a:rPr lang="en-US" sz="1600" dirty="0"/>
              <a:t> (e, f, g)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8EE9621-55E8-42D8-A364-BDE7E9034136}"/>
              </a:ext>
            </a:extLst>
          </p:cNvPr>
          <p:cNvSpPr txBox="1"/>
          <p:nvPr/>
        </p:nvSpPr>
        <p:spPr>
          <a:xfrm>
            <a:off x="451618" y="2312942"/>
            <a:ext cx="5390450" cy="584775"/>
          </a:xfrm>
          <a:prstGeom prst="round1Rect">
            <a:avLst/>
          </a:prstGeom>
          <a:noFill/>
          <a:ln>
            <a:solidFill>
              <a:srgbClr val="28AFB6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 err="1"/>
              <a:t>Menghapus</a:t>
            </a:r>
            <a:r>
              <a:rPr lang="en-US" sz="1600" dirty="0"/>
              <a:t> </a:t>
            </a:r>
            <a:r>
              <a:rPr lang="en-US" sz="1600" dirty="0" err="1"/>
              <a:t>elemen</a:t>
            </a:r>
            <a:r>
              <a:rPr lang="en-US" sz="1600" dirty="0"/>
              <a:t> “b”</a:t>
            </a:r>
          </a:p>
          <a:p>
            <a:r>
              <a:rPr lang="en-US" sz="1600" dirty="0" err="1"/>
              <a:t>Menggeser</a:t>
            </a:r>
            <a:r>
              <a:rPr lang="en-US" sz="1600" dirty="0"/>
              <a:t> </a:t>
            </a:r>
            <a:r>
              <a:rPr lang="en-US" sz="1600" dirty="0" err="1"/>
              <a:t>elemen</a:t>
            </a:r>
            <a:r>
              <a:rPr lang="en-US" sz="1600" dirty="0"/>
              <a:t> “c” </a:t>
            </a:r>
            <a:r>
              <a:rPr lang="en-US" sz="1600" dirty="0" err="1"/>
              <a:t>dari</a:t>
            </a:r>
            <a:r>
              <a:rPr lang="en-US" sz="1600" dirty="0"/>
              <a:t> node </a:t>
            </a:r>
            <a:r>
              <a:rPr lang="en-US" sz="1600" dirty="0" err="1"/>
              <a:t>kedua</a:t>
            </a:r>
            <a:r>
              <a:rPr lang="en-US" sz="1600" dirty="0"/>
              <a:t> </a:t>
            </a:r>
            <a:r>
              <a:rPr lang="en-US" sz="1600" dirty="0" err="1"/>
              <a:t>menuju</a:t>
            </a:r>
            <a:r>
              <a:rPr lang="en-US" sz="1600" dirty="0"/>
              <a:t> node </a:t>
            </a:r>
            <a:r>
              <a:rPr lang="en-US" sz="1600" dirty="0" err="1"/>
              <a:t>pertama</a:t>
            </a:r>
            <a:endParaRPr lang="en-US" sz="1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71D73B9-D55F-4840-97ED-7AEFC558D206}"/>
              </a:ext>
            </a:extLst>
          </p:cNvPr>
          <p:cNvSpPr txBox="1"/>
          <p:nvPr/>
        </p:nvSpPr>
        <p:spPr>
          <a:xfrm>
            <a:off x="451618" y="3547177"/>
            <a:ext cx="4416465" cy="584775"/>
          </a:xfrm>
          <a:prstGeom prst="round1Rect">
            <a:avLst/>
          </a:prstGeom>
          <a:noFill/>
          <a:ln>
            <a:solidFill>
              <a:srgbClr val="28AFB6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 err="1"/>
              <a:t>Menghilangkan</a:t>
            </a:r>
            <a:r>
              <a:rPr lang="en-US" sz="1600" dirty="0"/>
              <a:t> </a:t>
            </a:r>
            <a:r>
              <a:rPr lang="en-US" sz="1600" dirty="0" err="1"/>
              <a:t>elemen</a:t>
            </a:r>
            <a:r>
              <a:rPr lang="en-US" sz="1600" dirty="0"/>
              <a:t> b, </a:t>
            </a:r>
            <a:r>
              <a:rPr lang="en-US" sz="1600" dirty="0" err="1"/>
              <a:t>menggeser</a:t>
            </a:r>
            <a:r>
              <a:rPr lang="en-US" sz="1600" dirty="0"/>
              <a:t> </a:t>
            </a:r>
            <a:r>
              <a:rPr lang="en-US" sz="1600" dirty="0" err="1"/>
              <a:t>elemen</a:t>
            </a:r>
            <a:r>
              <a:rPr lang="en-US" sz="1600" dirty="0"/>
              <a:t> “c”.</a:t>
            </a:r>
          </a:p>
          <a:p>
            <a:r>
              <a:rPr lang="en-US" sz="1600" dirty="0" err="1"/>
              <a:t>Menghilangkan</a:t>
            </a:r>
            <a:r>
              <a:rPr lang="en-US" sz="1600" dirty="0"/>
              <a:t> </a:t>
            </a:r>
            <a:r>
              <a:rPr lang="en-US" sz="1600" dirty="0" err="1"/>
              <a:t>elemen</a:t>
            </a:r>
            <a:r>
              <a:rPr lang="en-US" sz="1600" dirty="0"/>
              <a:t> “g”.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272B36A-1EBD-4A88-B5A2-C8FFE769B4A8}"/>
              </a:ext>
            </a:extLst>
          </p:cNvPr>
          <p:cNvSpPr txBox="1"/>
          <p:nvPr/>
        </p:nvSpPr>
        <p:spPr>
          <a:xfrm>
            <a:off x="417817" y="4698541"/>
            <a:ext cx="4450266" cy="584775"/>
          </a:xfrm>
          <a:prstGeom prst="round1Rect">
            <a:avLst/>
          </a:prstGeom>
          <a:noFill/>
          <a:ln>
            <a:solidFill>
              <a:srgbClr val="28AFB6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 err="1"/>
              <a:t>Menghapus</a:t>
            </a:r>
            <a:r>
              <a:rPr lang="en-US" sz="1600" dirty="0"/>
              <a:t> </a:t>
            </a:r>
            <a:r>
              <a:rPr lang="en-US" sz="1600" dirty="0" err="1"/>
              <a:t>elemen</a:t>
            </a:r>
            <a:r>
              <a:rPr lang="en-US" sz="1600" dirty="0"/>
              <a:t> “b”</a:t>
            </a:r>
          </a:p>
          <a:p>
            <a:r>
              <a:rPr lang="en-US" sz="1600" dirty="0" err="1"/>
              <a:t>Menghilangkan</a:t>
            </a:r>
            <a:r>
              <a:rPr lang="en-US" sz="1600" dirty="0"/>
              <a:t> </a:t>
            </a:r>
            <a:r>
              <a:rPr lang="en-US" sz="1600" dirty="0" err="1"/>
              <a:t>elemen</a:t>
            </a:r>
            <a:r>
              <a:rPr lang="en-US" sz="1600" dirty="0"/>
              <a:t> “g” </a:t>
            </a:r>
            <a:r>
              <a:rPr lang="en-US" sz="1600" dirty="0" err="1"/>
              <a:t>dan</a:t>
            </a:r>
            <a:r>
              <a:rPr lang="en-US" sz="1600" dirty="0"/>
              <a:t> node </a:t>
            </a:r>
            <a:r>
              <a:rPr lang="en-US" sz="1600" dirty="0" err="1"/>
              <a:t>ketiga</a:t>
            </a:r>
            <a:r>
              <a:rPr lang="en-US" sz="1600" dirty="0"/>
              <a:t>.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9148A0D-F3DE-4DB1-903E-A66C7D947714}"/>
              </a:ext>
            </a:extLst>
          </p:cNvPr>
          <p:cNvSpPr/>
          <p:nvPr/>
        </p:nvSpPr>
        <p:spPr>
          <a:xfrm>
            <a:off x="7269297" y="2148007"/>
            <a:ext cx="258554" cy="338554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9F1D956E-0189-4FE2-81AB-E2951E187947}"/>
              </a:ext>
            </a:extLst>
          </p:cNvPr>
          <p:cNvSpPr/>
          <p:nvPr/>
        </p:nvSpPr>
        <p:spPr>
          <a:xfrm>
            <a:off x="5384369" y="1386615"/>
            <a:ext cx="225201" cy="233166"/>
          </a:xfrm>
          <a:prstGeom prst="rightArrow">
            <a:avLst/>
          </a:prstGeom>
          <a:solidFill>
            <a:srgbClr val="28AFB6"/>
          </a:solidFill>
          <a:ln>
            <a:solidFill>
              <a:srgbClr val="28AF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F268B072-E7B5-416C-9D7F-9F6CE30091CC}"/>
              </a:ext>
            </a:extLst>
          </p:cNvPr>
          <p:cNvSpPr/>
          <p:nvPr/>
        </p:nvSpPr>
        <p:spPr>
          <a:xfrm>
            <a:off x="6091924" y="2486561"/>
            <a:ext cx="225201" cy="233166"/>
          </a:xfrm>
          <a:prstGeom prst="rightArrow">
            <a:avLst/>
          </a:prstGeom>
          <a:solidFill>
            <a:srgbClr val="28AFB6"/>
          </a:solidFill>
          <a:ln>
            <a:solidFill>
              <a:srgbClr val="28AF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D73FA810-8A51-4B4A-A3D2-07C4BA7B5BC3}"/>
              </a:ext>
            </a:extLst>
          </p:cNvPr>
          <p:cNvSpPr/>
          <p:nvPr/>
        </p:nvSpPr>
        <p:spPr>
          <a:xfrm>
            <a:off x="5142176" y="3705786"/>
            <a:ext cx="225201" cy="233166"/>
          </a:xfrm>
          <a:prstGeom prst="rightArrow">
            <a:avLst/>
          </a:prstGeom>
          <a:solidFill>
            <a:srgbClr val="28AFB6"/>
          </a:solidFill>
          <a:ln>
            <a:solidFill>
              <a:srgbClr val="28AF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DA68AA03-EAF1-46B8-B64C-651E36A2DE63}"/>
              </a:ext>
            </a:extLst>
          </p:cNvPr>
          <p:cNvSpPr/>
          <p:nvPr/>
        </p:nvSpPr>
        <p:spPr>
          <a:xfrm>
            <a:off x="5165146" y="4874346"/>
            <a:ext cx="225201" cy="233166"/>
          </a:xfrm>
          <a:prstGeom prst="rightArrow">
            <a:avLst/>
          </a:prstGeom>
          <a:solidFill>
            <a:srgbClr val="28AFB6"/>
          </a:solidFill>
          <a:ln>
            <a:solidFill>
              <a:srgbClr val="28AF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617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7" name="whoosh.wav"/>
          </p:stSnd>
        </p:sndAc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608241378"/>
              </p:ext>
            </p:extLst>
          </p:nvPr>
        </p:nvGraphicFramePr>
        <p:xfrm>
          <a:off x="2121257" y="2721935"/>
          <a:ext cx="7586269" cy="25169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7" name="TextBox 4"/>
          <p:cNvSpPr txBox="1">
            <a:spLocks noChangeArrowheads="1"/>
          </p:cNvSpPr>
          <p:nvPr/>
        </p:nvSpPr>
        <p:spPr bwMode="auto">
          <a:xfrm rot="10800000" flipH="1" flipV="1">
            <a:off x="3000096" y="604240"/>
            <a:ext cx="5571045" cy="474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907" tIns="41454" rIns="82907" bIns="41454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539" dirty="0" err="1">
                <a:latin typeface="MV Boli" panose="02000500030200090000" pitchFamily="2" charset="0"/>
                <a:cs typeface="MV Boli" panose="02000500030200090000" pitchFamily="2" charset="0"/>
              </a:rPr>
              <a:t>Penutup</a:t>
            </a:r>
            <a:endParaRPr lang="en-US" altLang="en-US" sz="2539" dirty="0">
              <a:latin typeface="MV Boli" panose="02000500030200090000" pitchFamily="2" charset="0"/>
              <a:cs typeface="MV Boli" panose="0200050003020009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1721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3" name="whoosh.wav"/>
          </p:stSnd>
        </p:sndAc>
      </p:transition>
    </mc:Choice>
    <mc:Fallback xmlns="">
      <p:transition spd="slow">
        <p:blinds dir="vert"/>
        <p:sndAc>
          <p:stSnd>
            <p:snd r:embed="rId9" name="whoosh.wav"/>
          </p:stSnd>
        </p:sndAc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3554</TotalTime>
  <Words>799</Words>
  <Application>Microsoft Macintosh PowerPoint</Application>
  <PresentationFormat>Widescreen</PresentationFormat>
  <Paragraphs>215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4" baseType="lpstr">
      <vt:lpstr>Arial</vt:lpstr>
      <vt:lpstr>Britannic Bold</vt:lpstr>
      <vt:lpstr>Calibri</vt:lpstr>
      <vt:lpstr>Calibri Light</vt:lpstr>
      <vt:lpstr>Cambria Math</vt:lpstr>
      <vt:lpstr>Century Gothic</vt:lpstr>
      <vt:lpstr>Courier New</vt:lpstr>
      <vt:lpstr>MV Boli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</dc:title>
  <dc:creator>user</dc:creator>
  <cp:lastModifiedBy>Dian Nursantika, S.Kom., M.Cs.</cp:lastModifiedBy>
  <cp:revision>284</cp:revision>
  <dcterms:created xsi:type="dcterms:W3CDTF">2018-01-15T03:36:45Z</dcterms:created>
  <dcterms:modified xsi:type="dcterms:W3CDTF">2023-08-30T16:29:31Z</dcterms:modified>
</cp:coreProperties>
</file>