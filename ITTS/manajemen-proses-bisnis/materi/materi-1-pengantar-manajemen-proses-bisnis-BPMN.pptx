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5289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109728" cy="17373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 txBox="1"/>
          <p:nvPr/>
        </p:nvSpPr>
        <p:spPr>
          <a:xfrm>
            <a:off x="777240" y="1280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D8D1"/>
                </a:solidFill>
              </a:rPr>
              <a:t>Minggu 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73736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Pengantar Manajemen Proses </a:t>
            </a:r>
            <a:r>
              <a:rPr lang="en-US" sz="3400" b="1" dirty="0" err="1">
                <a:solidFill>
                  <a:srgbClr val="FFFFFF"/>
                </a:solidFill>
              </a:rPr>
              <a:t>Bisnis</a:t>
            </a:r>
            <a:r>
              <a:rPr lang="en-US" sz="3400" b="1" dirty="0">
                <a:solidFill>
                  <a:srgbClr val="FFFFFF"/>
                </a:solidFill>
              </a:rPr>
              <a:t> (MBP)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4206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3DE"/>
                </a:solidFill>
              </a:rPr>
              <a:t>Manajemen Proses Bisnis (SI207) | Program Studi Sistem Informasi | ITTS | Ganjil 2026/2027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Capaian dan Agenda Pembelajaran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794"/>
                </a:solidFill>
              </a:rPr>
              <a:t>SI207 Manajemen Proses Bisnis | Minggu 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</a:rPr>
              <a:t>Sub-CPMK 032-1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B36"/>
                </a:solidFill>
              </a:rPr>
              <a:t>Mahasiswa mampu menjelaskan konsep, prinsip, dan istilah utama pada topik ini.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</a:rPr>
              <a:t>Agenda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060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22B36"/>
                </a:solidFill>
              </a:rPr>
              <a:t>1. Definisi dan Sejarah MBP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22B36"/>
                </a:solidFill>
              </a:rPr>
              <a:t>2. Siklus Hidup MBP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22B36"/>
                </a:solidFill>
              </a:rPr>
              <a:t>3. MBP, TI, dan Strategi Organisasi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Definisi dan Sejarah MBP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794"/>
                </a:solidFill>
              </a:rPr>
              <a:t>SI207 Manajemen Proses Bisnis | Minggu 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222B36"/>
                </a:solidFill>
              </a:rPr>
              <a:t>Proses bisnis: rangkaian aktivitas yang menghasilkan nilai bagi pelanggan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222B36"/>
                </a:solidFill>
              </a:rPr>
              <a:t>Akar MBP: manajemen ilmiah, TQM, BPR, dan workflow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222B36"/>
                </a:solidFill>
              </a:rPr>
              <a:t>MBP mengelola proses end-to-end, bukan fungsi yang terpisah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Siklus Hidup MBP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794"/>
                </a:solidFill>
              </a:rPr>
              <a:t>SI207 Manajemen Proses Bisnis | Minggu 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222B36"/>
                </a:solidFill>
              </a:rPr>
              <a:t>Identifikasi, penemuan, analisis, dan desain ulang proses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222B36"/>
                </a:solidFill>
              </a:rPr>
              <a:t>Implementasi, pemantauan, lalu kembali ke awal siklus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222B36"/>
                </a:solidFill>
              </a:rPr>
              <a:t>Perbaikan bersifat berkelanjutan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MBP, TI, dan Strategi Organisasi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794"/>
                </a:solidFill>
              </a:rPr>
              <a:t>SI207 Manajemen Proses Bisnis | Minggu 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222B36"/>
                </a:solidFill>
              </a:rPr>
              <a:t>Proses menerjemahkan strategi menjadi hasil nyata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222B36"/>
                </a:solidFill>
              </a:rPr>
              <a:t>TI sebagai enabler: otomasi, integrasi, dan data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222B36"/>
                </a:solidFill>
              </a:rPr>
              <a:t>Keselarasan proses, TI, dan strategi mendukung transformasi digital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Aktivitas Pembelajaran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794"/>
                </a:solidFill>
              </a:rPr>
              <a:t>SI207 Manajemen Proses Bisnis | Minggu 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</a:rPr>
              <a:t>Metode: </a:t>
            </a:r>
            <a:r>
              <a:rPr lang="en-US" sz="1500" dirty="0">
                <a:solidFill>
                  <a:srgbClr val="222B36"/>
                </a:solidFill>
              </a:rPr>
              <a:t>Kuliah interaktif, diskusi kelompok, studi kasus singkat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023360" cy="27432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 txBox="1"/>
          <p:nvPr/>
        </p:nvSpPr>
        <p:spPr>
          <a:xfrm>
            <a:off x="685800" y="1874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</a:rPr>
              <a:t>Dosen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33172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22B36"/>
                </a:solidFill>
              </a:rPr>
              <a:t>Menjelaskan konsep </a:t>
            </a:r>
            <a:r>
              <a:rPr lang="en-US" sz="1600" dirty="0" err="1">
                <a:solidFill>
                  <a:srgbClr val="222B36"/>
                </a:solidFill>
              </a:rPr>
              <a:t>dasar</a:t>
            </a:r>
            <a:r>
              <a:rPr lang="en-US" sz="1600" dirty="0">
                <a:solidFill>
                  <a:srgbClr val="222B36"/>
                </a:solidFill>
              </a:rPr>
              <a:t> MBP, memfasilitasi diskusi, memberi contoh kasus industri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63440" y="1737360"/>
            <a:ext cx="4023360" cy="27432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 txBox="1"/>
          <p:nvPr/>
        </p:nvSpPr>
        <p:spPr>
          <a:xfrm>
            <a:off x="4892040" y="1874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</a:rPr>
              <a:t>Mahasiswa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233172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22B36"/>
                </a:solidFill>
              </a:rPr>
              <a:t>Mengidentifikasi proses bisnis di sekitar kampus dalam kelompok dan mempresentasikannya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Penugasan dan Referensi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794"/>
                </a:solidFill>
              </a:rPr>
              <a:t>SI207 Manajemen Proses Bisnis | Minggu 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22B36"/>
                </a:solidFill>
              </a:rPr>
              <a:t>Latihan dan diskusi kelas (tanpa bobot nilai pada pertemuan ini).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</a:rPr>
              <a:t>Referensi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1546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22B36"/>
                </a:solidFill>
              </a:rPr>
              <a:t>Utama: Dumas, La Rosa, Mendling &amp; Reijers (2018). Fundamentals of Business Process Management (2nd ed.). Springer.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22B36"/>
                </a:solidFill>
              </a:rPr>
              <a:t>Pendukung: Harmon, P. (2014). Business Process Change (3rd ed.). Morgan Kaufmann.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304</Words>
  <Application>Microsoft Office PowerPoint</Application>
  <PresentationFormat>On-screen Show (16:9)</PresentationFormat>
  <Paragraphs>46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Pengantar Manajemen Proses Bisnis (BPM)</dc:title>
  <dc:subject>PptxGenJS Presentation</dc:subject>
  <dc:creator>PptxGenJS</dc:creator>
  <cp:lastModifiedBy>kerupuk1</cp:lastModifiedBy>
  <cp:revision>2</cp:revision>
  <dcterms:created xsi:type="dcterms:W3CDTF">2026-10-05T01:07:43Z</dcterms:created>
  <dcterms:modified xsi:type="dcterms:W3CDTF">2026-10-05T04:38:14Z</dcterms:modified>
</cp:coreProperties>
</file>